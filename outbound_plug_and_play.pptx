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Outbound delivery — plug-and-play config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no code change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A75"/>
                </a:solidFill>
              </a:rPr>
              <a:t>Inbound is self-service against the API. Outbound is the one place a vendor profile is needed — and it is data, not code.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4297680" cy="3346704"/>
          </a:xfrm>
          <a:prstGeom prst="rect">
            <a:avLst/>
          </a:prstGeom>
          <a:solidFill>
            <a:srgbClr val="F4F8FD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32688"/>
            <a:ext cx="429768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32688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vendor-007.json   (outbound profile)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1243584"/>
            <a:ext cx="4041648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"vendorId": "VEND-007",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"active": true,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"channel": "http",          // http | file | email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"outbound": {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"endpoint": "https://acme.com/wo",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"method": "POST",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"authType": "apiKeyHeader",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"secretRef": "kv://secrets/vend-007-key",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"format": "json"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"fieldMap": {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"workOrderId": "wo_ref",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"jobType":     "trade",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"scheduledDate": "appt_date"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"rules": { "maxRetries": 5, "backupChannel": "email" }</a:t>
            </a:r>
            <a:endParaRPr lang="en-US" sz="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932688"/>
            <a:ext cx="4114800" cy="585216"/>
          </a:xfrm>
          <a:prstGeom prst="rect">
            <a:avLst/>
          </a:prstGeom>
          <a:solidFill>
            <a:srgbClr val="EFF6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82896" y="1088136"/>
            <a:ext cx="274320" cy="27432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088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66944" y="100584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Save the vendor profile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66944" y="1225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The JSON on the left — stored as a config record.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12280" y="1517904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54880" y="1682496"/>
            <a:ext cx="4114800" cy="585216"/>
          </a:xfrm>
          <a:prstGeom prst="rect">
            <a:avLst/>
          </a:prstGeom>
          <a:solidFill>
            <a:srgbClr val="EFF6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82896" y="1837944"/>
            <a:ext cx="274320" cy="27432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66944" y="17556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Resolver reads 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66944" y="19751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Picks channel, endpoint, format, and secret at run time.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12280" y="2267712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2432304"/>
            <a:ext cx="4114800" cy="585216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82896" y="2587752"/>
            <a:ext cx="274320" cy="27432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66944" y="25054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Existing adapter runs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66944" y="27249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The HTTP / file / email adapter is already built.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3017520"/>
            <a:ext cx="0" cy="164592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754880" y="3182112"/>
            <a:ext cx="4114800" cy="585216"/>
          </a:xfrm>
          <a:prstGeom prst="rect">
            <a:avLst/>
          </a:prstGeom>
          <a:solidFill>
            <a:srgbClr val="EFF6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82896" y="3337560"/>
            <a:ext cx="274320" cy="27432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66944" y="325526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Delivered to the vendor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66944" y="3474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No new code, no redeploy — the platform just routes.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3950208"/>
            <a:ext cx="4114800" cy="329184"/>
          </a:xfrm>
          <a:prstGeom prst="rect">
            <a:avLst/>
          </a:prstGeom>
          <a:solidFill>
            <a:srgbClr val="D6E6F7"/>
          </a:solidFill>
          <a:ln w="762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950208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2D52"/>
                </a:solidFill>
              </a:rPr>
              <a:t>Switch a vendor to files?  </a:t>
            </a:r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change "channel" to "file". No redeploy.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443984"/>
            <a:ext cx="8595360" cy="56692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443984"/>
            <a:ext cx="73152" cy="56692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4398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</a:rPr>
              <a:t>Plug-and-play:  </a:t>
            </a:r>
            <a:pPr indent="0" marL="0">
              <a:buNone/>
            </a:pPr>
            <a:r>
              <a:rPr lang="en-US" sz="900" dirty="0">
                <a:solidFill>
                  <a:srgbClr val="DCE8F5"/>
                </a:solidFill>
              </a:rPr>
              <a:t>the adapter for each channel is built once. Adding an outbound vendor = saving a profile and a secret — no code change.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only time you write code is a brand-new channel — one small adapter, once, then config forever after.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Outbound — plug-and-play vendor config</dc:title>
  <dc:subject>PptxGenJS Presentation</dc:subject>
  <dc:creator>PptxGenJS</dc:creator>
  <cp:lastModifiedBy>PptxGenJS</cp:lastModifiedBy>
  <cp:revision>1</cp:revision>
  <dcterms:created xsi:type="dcterms:W3CDTF">2026-06-03T22:29:37Z</dcterms:created>
  <dcterms:modified xsi:type="dcterms:W3CDTF">2026-06-03T22:29:37Z</dcterms:modified>
</cp:coreProperties>
</file>
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54864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378ADD"/>
                </a:solidFill>
              </a:rPr>
              <a:t>HOME REPAIR INTEGRATION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10896" y="89611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Option 1 — API-First Hub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10896" y="17556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D4F4"/>
                </a:solidFill>
              </a:rPr>
              <a:t>Inbound and outbound flows through one governed API front door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" y="237744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0896" y="237744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API-first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D4F4"/>
                </a:solidFill>
              </a:rPr>
              <a:t>one published contract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08376" y="237744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08376" y="237744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Service Bus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3639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D4F4"/>
                </a:solidFill>
              </a:rPr>
              <a:t>durable write path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05856" y="2377440"/>
            <a:ext cx="2514600" cy="786384"/>
          </a:xfrm>
          <a:prstGeom prst="rect">
            <a:avLst/>
          </a:prstGeom>
          <a:solidFill>
            <a:srgbClr val="0F3A66"/>
          </a:solidFill>
          <a:ln w="9525">
            <a:solidFill>
              <a:srgbClr val="378ADD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05856" y="2377440"/>
            <a:ext cx="25146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Adapters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3387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5D4F4"/>
                </a:solidFill>
              </a:rPr>
              <a:t>per-channel delivery out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0896" y="4828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Recommended starting point — fast, low risk, scales to 50+ vendors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Option 1 — layered 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1920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layer tagged per step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8595360" cy="530352"/>
          </a:xfrm>
          <a:prstGeom prst="rect">
            <a:avLst/>
          </a:prstGeom>
          <a:solidFill>
            <a:srgbClr val="EFF6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566928"/>
            <a:ext cx="8595360" cy="17373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566928"/>
            <a:ext cx="51572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Consumer layer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0" y="566928"/>
            <a:ext cx="4187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5D4F4"/>
                </a:solidFill>
              </a:rPr>
              <a:t>external parties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02336" y="758952"/>
            <a:ext cx="8339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Vendors and contractors — HTTP, file, email, Service Bus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0" cy="128016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4320" y="1225296"/>
            <a:ext cx="8595360" cy="530352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225296"/>
            <a:ext cx="8595360" cy="17373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225296"/>
            <a:ext cx="515721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APIM layer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1225296"/>
            <a:ext cx="4187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5D4F4"/>
                </a:solidFill>
              </a:rPr>
              <a:t>L1 API experience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02336" y="1417320"/>
            <a:ext cx="8339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API experience — Repair API and Work Order API (auth, schema, keys)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31720" y="1773936"/>
            <a:ext cx="0" cy="18288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12280" y="1773936"/>
            <a:ext cx="0" cy="18288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17136" y="1956816"/>
            <a:ext cx="109728" cy="2505456"/>
          </a:xfrm>
          <a:prstGeom prst="roundRect">
            <a:avLst>
              <a:gd name="adj" fmla="val 50000"/>
            </a:avLst>
          </a:prstGeom>
          <a:solidFill>
            <a:srgbClr val="D6E6F7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48256"/>
            <a:ext cx="0" cy="2322576"/>
          </a:xfrm>
          <a:prstGeom prst="line">
            <a:avLst/>
          </a:prstGeom>
          <a:noFill/>
          <a:ln w="9525">
            <a:solidFill>
              <a:srgbClr val="85B7E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453128" y="3044952"/>
            <a:ext cx="237744" cy="329184"/>
          </a:xfrm>
          <a:prstGeom prst="roundRect">
            <a:avLst>
              <a:gd name="adj" fmla="val 19231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956816"/>
            <a:ext cx="4114800" cy="256032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19568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Inbound flow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67128" y="1956816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vendor → platform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4360" y="2267712"/>
            <a:ext cx="3474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93746" y="2322576"/>
            <a:ext cx="1002182" cy="146304"/>
          </a:xfrm>
          <a:prstGeom prst="roundRect">
            <a:avLst>
              <a:gd name="adj" fmla="val 15625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3746" y="2322576"/>
            <a:ext cx="10021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L2 Orchestration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85800" y="2313432"/>
            <a:ext cx="221650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Receiver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" y="24871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validate, enqueue, return 202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331720" y="2706624"/>
            <a:ext cx="0" cy="14630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4360" y="2852928"/>
            <a:ext cx="3474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993746" y="2907792"/>
            <a:ext cx="1002182" cy="146304"/>
          </a:xfrm>
          <a:prstGeom prst="roundRect">
            <a:avLst>
              <a:gd name="adj" fmla="val 15625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93746" y="2907792"/>
            <a:ext cx="10021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L2 Orchestration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85800" y="2898648"/>
            <a:ext cx="221650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Service Bus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" y="30723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durable command queue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331720" y="3291840"/>
            <a:ext cx="0" cy="14630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94360" y="3438144"/>
            <a:ext cx="3474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993746" y="3493008"/>
            <a:ext cx="1002182" cy="146304"/>
          </a:xfrm>
          <a:prstGeom prst="roundRect">
            <a:avLst>
              <a:gd name="adj" fmla="val 15625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93746" y="3493008"/>
            <a:ext cx="10021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L2 Orchestration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85800" y="3483864"/>
            <a:ext cx="221650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Shared handler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" y="36576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write to Dataverse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331720" y="3877056"/>
            <a:ext cx="0" cy="14630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94360" y="4023360"/>
            <a:ext cx="3474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096158" y="4078224"/>
            <a:ext cx="899770" cy="146304"/>
          </a:xfrm>
          <a:prstGeom prst="roundRect">
            <a:avLst>
              <a:gd name="adj" fmla="val 15625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96158" y="4078224"/>
            <a:ext cx="8997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L3 Persistence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85800" y="4069080"/>
            <a:ext cx="231891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Dataverse + Cloud Flow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85800" y="424281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record written, CRM reacts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54880" y="1956816"/>
            <a:ext cx="4114800" cy="256032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82896" y="19568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Outbound flow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47688" y="1956816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platform → vendor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074920" y="2267712"/>
            <a:ext cx="3474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576718" y="2322576"/>
            <a:ext cx="899770" cy="146304"/>
          </a:xfrm>
          <a:prstGeom prst="roundRect">
            <a:avLst>
              <a:gd name="adj" fmla="val 15625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76718" y="2322576"/>
            <a:ext cx="89977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L3 Persistence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5166360" y="2313432"/>
            <a:ext cx="231891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Dataverse change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166360" y="24871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entity updated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812280" y="2706624"/>
            <a:ext cx="0" cy="14630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5074920" y="2852928"/>
            <a:ext cx="3474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474306" y="2907792"/>
            <a:ext cx="1002182" cy="146304"/>
          </a:xfrm>
          <a:prstGeom prst="roundRect">
            <a:avLst>
              <a:gd name="adj" fmla="val 15625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74306" y="2907792"/>
            <a:ext cx="10021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L2 Orchestration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166360" y="2898648"/>
            <a:ext cx="221650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WO Issuer FA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166360" y="30723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build work order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812280" y="3291840"/>
            <a:ext cx="0" cy="14630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5074920" y="3438144"/>
            <a:ext cx="3474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7474306" y="3493008"/>
            <a:ext cx="1002182" cy="146304"/>
          </a:xfrm>
          <a:prstGeom prst="roundRect">
            <a:avLst>
              <a:gd name="adj" fmla="val 15625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74306" y="3493008"/>
            <a:ext cx="10021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L2 Orchestration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166360" y="3483864"/>
            <a:ext cx="221650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Vendor resolver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166360" y="36576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channel and format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812280" y="3877056"/>
            <a:ext cx="0" cy="146304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5074920" y="4023360"/>
            <a:ext cx="3474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7730338" y="4078224"/>
            <a:ext cx="746150" cy="146304"/>
          </a:xfrm>
          <a:prstGeom prst="roundRect">
            <a:avLst>
              <a:gd name="adj" fmla="val 15625"/>
            </a:avLst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30338" y="4078224"/>
            <a:ext cx="7461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L4 Delivery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5166360" y="4069080"/>
            <a:ext cx="24725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D52"/>
                </a:solidFill>
              </a:rPr>
              <a:t>Adapter → vendor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166360" y="424281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25A75"/>
                </a:solidFill>
              </a:rPr>
              <a:t>deliver (HTTP / file / email)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274320" y="455371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25A75"/>
                </a:solidFill>
              </a:rPr>
              <a:t>Each step is tagged with its architecture layer — L1 API experience, L2 Orchestration, L3 Persistence, L4 Vendor delivery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6766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How Option 1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A75"/>
                </a:solidFill>
              </a:rPr>
              <a:t>One API front door for every vendor. Writes are buffered and durable; reads bypass the queue.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2918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144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Inbound flow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243584"/>
            <a:ext cx="4206240" cy="1810512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0624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Vendor calls the Repair or Work Order API through APIM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0624" y="1783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Receiver enqueues the command and returns 202 at once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2194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Shared handler consumes the queue and writes Dataverse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2606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Reads (Get, List) skip the queue and return 200 directly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06240" cy="329184"/>
          </a:xfrm>
          <a:prstGeom prst="rect">
            <a:avLst/>
          </a:prstGeom>
          <a:solidFill>
            <a:srgbClr val="425A75"/>
          </a:solidFill>
          <a:ln w="12700">
            <a:solidFill>
              <a:srgbClr val="425A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9144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Outbound flow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243584"/>
            <a:ext cx="4206240" cy="1810512"/>
          </a:xfrm>
          <a:prstGeom prst="rect">
            <a:avLst/>
          </a:prstGeom>
          <a:solidFill>
            <a:srgbClr val="F2F6FB"/>
          </a:solidFill>
          <a:ln w="9525">
            <a:solidFill>
              <a:srgbClr val="85B7EB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9744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A Dataverse change triggers the work order issuer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9744" y="1783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Resolver looks up the vendor's channel and format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9744" y="2194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A thin adapter delivers over that vendor's channel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9744" y="2606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5A75"/>
                </a:solidFill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0F2540"/>
                </a:solidFill>
              </a:rPr>
              <a:t>Status returns via the same Work Order 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18688"/>
            <a:ext cx="8595360" cy="1463040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  <a:effectLst>
            <a:outerShdw sx="100000" sy="100000" kx="0" ky="0" algn="bl" rotWithShape="0" blurRad="63500" dist="25400" dir="72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18688"/>
            <a:ext cx="73152" cy="14630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this scales to 50+ vendors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6393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Every vendor integrates against one published API contract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Bespoke per-vendor Logic Apps collapse to shared handlers plus a resolver row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1330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Onboarding a vendor is a config entry and credentials, not a new pipeline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37997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8ADD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DCE8F5"/>
                </a:solidFill>
              </a:rPr>
              <a:t>Fastest path to value, lowest migration risk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 1 — API-First Hub</dc:title>
  <dc:subject>PptxGenJS Presentation</dc:subject>
  <dc:creator>PptxGenJS</dc:creator>
  <cp:lastModifiedBy>PptxGenJS</cp:lastModifiedBy>
  <cp:revision>1</cp:revision>
  <dcterms:created xsi:type="dcterms:W3CDTF">2026-06-03T21:59:31Z</dcterms:created>
  <dcterms:modified xsi:type="dcterms:W3CDTF">2026-06-03T21:59:31Z</dcterms:modified>
</cp:coreProperties>
</file>
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8522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10896" y="54864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378ADD"/>
                </a:solidFill>
              </a:rPr>
              <a:t>HOME REPAIR INTEGRATION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10896" y="89611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True Compliance — API Bypass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10896" y="17556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D4F4"/>
                </a:solidFill>
              </a:rPr>
              <a:t>Inbound and outbound mapped through APIM as a transparent proxy — existing integration untouched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" y="237744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blurRad="63500" dist="25400" dir="7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10896" y="237744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38912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Consumer + APIM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5D4F4"/>
                </a:solidFill>
              </a:rPr>
              <a:t>shared for both flows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08376" y="237744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blurRad="63500" dist="25400" dir="7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008376" y="237744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136392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Proxy bypass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3639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5D4F4"/>
                </a:solidFill>
              </a:rPr>
              <a:t>passthrough, no transform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05856" y="237744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blurRad="63500" dist="25400" dir="7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705856" y="237744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833872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Inbound / outbound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3387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5D4F4"/>
                </a:solidFill>
              </a:rPr>
              <a:t>split below the proxy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0896" y="4828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Minimal disturbance — re-point existing TC calls at APIM, nothing rebuilt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API bypass — layered 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5D4F4"/>
                </a:solidFill>
              </a:rPr>
              <a:t>Inbound / outbound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85216"/>
            <a:ext cx="8595360" cy="548640"/>
          </a:xfrm>
          <a:prstGeom prst="rect">
            <a:avLst/>
          </a:prstGeom>
          <a:solidFill>
            <a:srgbClr val="EFF6FF"/>
          </a:solidFill>
          <a:ln w="9525">
            <a:solidFill>
              <a:srgbClr val="185FA5"/>
            </a:solidFill>
            <a:prstDash val="solid"/>
          </a:ln>
          <a:effectLst>
            <a:outerShdw blurRad="63500" dist="25400" dir="7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585216"/>
            <a:ext cx="8595360" cy="1828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585216"/>
            <a:ext cx="8375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Consumer layer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2336" y="786384"/>
            <a:ext cx="8339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540"/>
                </a:solidFill>
              </a:rPr>
              <a:t>Existing TC stack — 42 PA flows, hourly Logic App, cert pull   (unchanged)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1133856"/>
            <a:ext cx="0" cy="14630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8595360" cy="54864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blurRad="63500" dist="25400" dir="7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1280160"/>
            <a:ext cx="8595360" cy="1828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8375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APIM layer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1481328"/>
            <a:ext cx="8339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540"/>
                </a:solidFill>
              </a:rPr>
              <a:t>API gateway — authentication, throttling, logging, observability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828800"/>
            <a:ext cx="0" cy="14630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74320" y="1975104"/>
            <a:ext cx="8595360" cy="548640"/>
          </a:xfrm>
          <a:prstGeom prst="rect">
            <a:avLst/>
          </a:prstGeom>
          <a:solidFill>
            <a:srgbClr val="D6E6F7"/>
          </a:solidFill>
          <a:ln w="9525">
            <a:solidFill>
              <a:srgbClr val="185FA5"/>
            </a:solidFill>
            <a:prstDash val="solid"/>
          </a:ln>
          <a:effectLst>
            <a:outerShdw blurRad="63500" dist="25400" dir="7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74320" y="1975104"/>
            <a:ext cx="8595360" cy="1828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84048" y="1975104"/>
            <a:ext cx="8375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APIM proxy (bypass)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2176272"/>
            <a:ext cx="8339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540"/>
                </a:solidFill>
              </a:rPr>
              <a:t>Transparent passthrough to True Compliance — no transformation, no rebuild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2523744"/>
            <a:ext cx="0" cy="201168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812280" y="2523744"/>
            <a:ext cx="0" cy="201168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517136" y="2724912"/>
            <a:ext cx="109728" cy="2194560"/>
          </a:xfrm>
          <a:prstGeom prst="roundRect">
            <a:avLst>
              <a:gd name="adj" fmla="val 50000"/>
            </a:avLst>
          </a:prstGeom>
          <a:solidFill>
            <a:srgbClr val="D6E6F7"/>
          </a:solidFill>
          <a:ln w="635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572000" y="2816352"/>
            <a:ext cx="0" cy="2011680"/>
          </a:xfrm>
          <a:prstGeom prst="line">
            <a:avLst/>
          </a:prstGeom>
          <a:noFill/>
          <a:ln w="9525">
            <a:solidFill>
              <a:srgbClr val="85B7E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453128" y="3657600"/>
            <a:ext cx="237744" cy="329184"/>
          </a:xfrm>
          <a:prstGeom prst="roundRect">
            <a:avLst>
              <a:gd name="adj" fmla="val 19231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blurRad="63500" dist="25400" dir="7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274320" y="2724912"/>
            <a:ext cx="4114800" cy="31089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02336" y="2724912"/>
            <a:ext cx="2551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Inbound flow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31720" y="2724912"/>
            <a:ext cx="1929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5D4F4"/>
                </a:solidFill>
              </a:rPr>
              <a:t>TC → platform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" y="3163824"/>
            <a:ext cx="3474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blurRad="63500" dist="25400" dir="7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85800" y="32186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2D52"/>
                </a:solidFill>
              </a:rPr>
              <a:t>Cert request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" y="341985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5A75"/>
                </a:solidFill>
              </a:rPr>
              <a:t>proxy forwards GET /certificates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331720" y="3639312"/>
            <a:ext cx="0" cy="14630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94360" y="3785616"/>
            <a:ext cx="3474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blurRad="63500" dist="25400" dir="7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85800" y="38404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2D52"/>
                </a:solidFill>
              </a:rPr>
              <a:t>True Compliance SaaS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" y="40416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5A75"/>
                </a:solidFill>
              </a:rPr>
              <a:t>returns certificate data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331720" y="4261104"/>
            <a:ext cx="0" cy="14630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594360" y="4407408"/>
            <a:ext cx="3474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blurRad="63500" dist="25400" dir="7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85800" y="44622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2D52"/>
                </a:solidFill>
              </a:rPr>
              <a:t>SQL DataHub → Dataverse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" y="46634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5A75"/>
                </a:solidFill>
              </a:rPr>
              <a:t>lands and reports (unchanged)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2724912"/>
            <a:ext cx="4114800" cy="31089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882896" y="2724912"/>
            <a:ext cx="2551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Outbound flow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12280" y="2724912"/>
            <a:ext cx="1929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5D4F4"/>
                </a:solidFill>
              </a:rPr>
              <a:t>platform → TC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074920" y="3163824"/>
            <a:ext cx="3474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blurRad="63500" dist="25400" dir="7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5166360" y="32186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2D52"/>
                </a:solidFill>
              </a:rPr>
              <a:t>Compliance push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166360" y="341985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5A75"/>
                </a:solidFill>
              </a:rPr>
              <a:t>proxy forwards Create / Update / Delete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12280" y="3639312"/>
            <a:ext cx="0" cy="14630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5074920" y="3785616"/>
            <a:ext cx="3474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blurRad="63500" dist="25400" dir="7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5166360" y="38404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2D52"/>
                </a:solidFill>
              </a:rPr>
              <a:t>True Compliance SaaS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166360" y="40416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5A75"/>
                </a:solidFill>
              </a:rPr>
              <a:t>applies to TC database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812280" y="4261104"/>
            <a:ext cx="0" cy="14630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5074920" y="4407408"/>
            <a:ext cx="3474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blurRad="63500" dist="25400" dir="7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5166360" y="44622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2D52"/>
                </a:solidFill>
              </a:rPr>
              <a:t>Acknowledged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166360" y="46634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5A75"/>
                </a:solidFill>
              </a:rPr>
              <a:t>outbox cleared (unchanged)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changes, what stays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5A75"/>
                </a:solidFill>
              </a:rPr>
              <a:t>The bypass touches only the boundary. Everything behind it is left exactly as it is.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2918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02336" y="9144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Only change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243584"/>
            <a:ext cx="4206240" cy="1773936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blurRad="63500" dist="25400" dir="7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20624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r>
              <a:rPr lang="en-US" sz="950" dirty="0">
                <a:solidFill>
                  <a:srgbClr val="0F2540"/>
                </a:solidFill>
              </a:rPr>
              <a:t>Re-point the hourly Logic App's TC call at an APIM endpoint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" y="17739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r>
              <a:rPr lang="en-US" sz="950" dirty="0">
                <a:solidFill>
                  <a:srgbClr val="0F2540"/>
                </a:solidFill>
              </a:rPr>
              <a:t>Re-point the cert pull's TC call at an APIM endpoint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21762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r>
              <a:rPr lang="en-US" sz="950" dirty="0">
                <a:solidFill>
                  <a:srgbClr val="0F2540"/>
                </a:solidFill>
              </a:rPr>
              <a:t>Attach the APIM subscription key to both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25786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r>
              <a:rPr lang="en-US" sz="950" dirty="0">
                <a:solidFill>
                  <a:srgbClr val="0F2540"/>
                </a:solidFill>
              </a:rPr>
              <a:t>A configuration change, not a rebuild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06240" cy="329184"/>
          </a:xfrm>
          <a:prstGeom prst="rect">
            <a:avLst/>
          </a:prstGeom>
          <a:solidFill>
            <a:srgbClr val="425A75"/>
          </a:solidFill>
          <a:ln w="12700">
            <a:solidFill>
              <a:srgbClr val="425A7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791456" y="9144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Stays exactly as-is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243584"/>
            <a:ext cx="4206240" cy="1773936"/>
          </a:xfrm>
          <a:prstGeom prst="rect">
            <a:avLst/>
          </a:prstGeom>
          <a:solidFill>
            <a:srgbClr val="F2F6FB"/>
          </a:solidFill>
          <a:ln w="9525">
            <a:solidFill>
              <a:srgbClr val="85B7EB"/>
            </a:solidFill>
            <a:prstDash val="solid"/>
          </a:ln>
          <a:effectLst>
            <a:outerShdw blurRad="63500" dist="25400" dir="7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09744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r>
              <a:rPr lang="en-US" sz="950" dirty="0">
                <a:solidFill>
                  <a:srgbClr val="0F2540"/>
                </a:solidFill>
              </a:rPr>
              <a:t>The 42 Power Automate flows and outbox flag pattern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9744" y="17739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r>
              <a:rPr lang="en-US" sz="950" dirty="0">
                <a:solidFill>
                  <a:srgbClr val="0F2540"/>
                </a:solidFill>
              </a:rPr>
              <a:t>The hourly 08-18 schedule and per-level processing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9744" y="21762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r>
              <a:rPr lang="en-US" sz="950" dirty="0">
                <a:solidFill>
                  <a:srgbClr val="0F2540"/>
                </a:solidFill>
              </a:rPr>
              <a:t>The daily cert pull job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9744" y="25786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r>
              <a:rPr lang="en-US" sz="950" dirty="0">
                <a:solidFill>
                  <a:srgbClr val="0F2540"/>
                </a:solidFill>
              </a:rPr>
              <a:t>The SQL DataHub and reporting back to Dataverse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8595360" cy="1463040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63500" dist="25400" dir="7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73152" cy="14630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the bypass gains you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62102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r>
              <a:rPr lang="en-US" sz="950" dirty="0">
                <a:solidFill>
                  <a:srgbClr val="DCE8F5"/>
                </a:solidFill>
              </a:rPr>
              <a:t>TC crosses the boundary through the same governed front door as every vendor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8679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r>
              <a:rPr lang="en-US" sz="950" dirty="0">
                <a:solidFill>
                  <a:srgbClr val="DCE8F5"/>
                </a:solidFill>
              </a:rPr>
              <a:t>Central authentication and token policy, throttling, and rate limiting at the gateway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r>
              <a:rPr lang="en-US" sz="950" dirty="0">
                <a:solidFill>
                  <a:srgbClr val="DCE8F5"/>
                </a:solidFill>
              </a:rPr>
              <a:t>Unified observability and logging — TC traffic appears in the same dashboards as everything else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3616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r>
              <a:rPr lang="en-US" sz="950" dirty="0">
                <a:solidFill>
                  <a:srgbClr val="DCE8F5"/>
                </a:solidFill>
              </a:rPr>
              <a:t>Zero risk to the working integration — internals can be migrated later, only if and when it is worth it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</Words>
  <Application>Microsoft Office PowerPoint</Application>
  <PresentationFormat>On-screen Show (16:9)</PresentationFormat>
  <Paragraphs>54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 Compliance — API Bypass</dc:title>
  <dc:subject>PptxGenJS Presentation</dc:subject>
  <dc:creator>PptxGenJS</dc:creator>
  <cp:lastModifiedBy>Kumar, Puneet (Cognizant)</cp:lastModifiedBy>
  <cp:revision>1</cp:revision>
  <dcterms:created xsi:type="dcterms:W3CDTF">2026-06-03T21:47:15Z</dcterms:created>
  <dcterms:modified xsi:type="dcterms:W3CDTF">2026-06-03T21:51:14Z</dcterms:modified>
</cp:coreProperties>
</file>
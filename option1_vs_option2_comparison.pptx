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4572000" cy="3246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4818888"/>
            <a:ext cx="4572000" cy="3246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5486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891B2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92608" y="896112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Architecture Options — Comparison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92608" y="182880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Option 1 (API-first hub) vs Option 2 (event-driven) — pros, cons, and when to choose each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" y="2468880"/>
            <a:ext cx="3931920" cy="1371600"/>
          </a:xfrm>
          <a:prstGeom prst="rect">
            <a:avLst/>
          </a:prstGeom>
          <a:solidFill>
            <a:srgbClr val="0D1F35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2468880"/>
            <a:ext cx="39319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Option 1 — API-first hub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2926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Handler writes straight to Dataverse. Simple, fast to build, low risk. The recommended starting point.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468880"/>
            <a:ext cx="3931920" cy="1371600"/>
          </a:xfrm>
          <a:prstGeom prst="rect">
            <a:avLst/>
          </a:prstGeom>
          <a:solidFill>
            <a:srgbClr val="0D1F35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468880"/>
            <a:ext cx="3931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Option 2 — event-driven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0016" y="2926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Commands in, events fan out. Scales to many vendors and consumers, with replay. The evolution target.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" y="4828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Architecture team   Discovery project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Pros and cons — side by side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420624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5669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Option 1 — API-first hub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566928"/>
            <a:ext cx="420624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91456" y="5669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Option 2 — event-driven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950976"/>
            <a:ext cx="4206240" cy="237744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509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7B"/>
                </a:solidFill>
              </a:rPr>
              <a:t>PROS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2252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Fastest to build — 3 to 5 months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6093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Lowest cost and operational overhead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993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Simple to reason about and debug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Low migration risk, incremental rollout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7614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Easy for a smaller team to maintain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273552"/>
            <a:ext cx="420624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735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1B1B"/>
                </a:solidFill>
              </a:rPr>
              <a:t>CONS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35478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Sequential delivery — one channel at a time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3931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No built-in event replay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4315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New consumer means editing the handler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47000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Heavy write spikes need careful tuning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950976"/>
            <a:ext cx="4206240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509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PROS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73168" y="12252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Parallel, isolated delivery per vendor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73168" y="16093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Built-in event replay from Event Grid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73168" y="1993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New consumer = subscribe, no code change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73168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Scales to high volume and many vendors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73168" y="27614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Best observability and decoupling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3273552"/>
            <a:ext cx="420624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2735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1B1B"/>
                </a:solidFill>
              </a:rPr>
              <a:t>CONS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3168" y="35478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Longer to build — 5 to 9 months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3931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Higher cost (Event Grid, Durable Functions)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3168" y="4315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More moving parts to monitor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73168" y="47000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Needs Functions / event-driven skills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Head to head — key dimensions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85216"/>
            <a:ext cx="2377440" cy="32918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852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Dimension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51760" y="585216"/>
            <a:ext cx="31089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61488" y="58521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Option 1 — API hub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760720" y="585216"/>
            <a:ext cx="310896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448" y="58521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Option 2 — event-driven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2377440" cy="50292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914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Time to deliver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914400"/>
            <a:ext cx="310896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914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7B"/>
                </a:solidFill>
              </a:rPr>
              <a:t>3 - 5 months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914400"/>
            <a:ext cx="310896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914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5 - 9 months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17320"/>
            <a:ext cx="2377440" cy="50292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Relative cost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1417320"/>
            <a:ext cx="31089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1488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7B"/>
                </a:solidFill>
              </a:rPr>
              <a:t>Lower (££)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0" y="1417320"/>
            <a:ext cx="31089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Higher (£££)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920240"/>
            <a:ext cx="2377440" cy="50292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1920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Migration risk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51760" y="1920240"/>
            <a:ext cx="310896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7B"/>
                </a:solidFill>
              </a:rPr>
              <a:t>Low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60720" y="1920240"/>
            <a:ext cx="310896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0448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Medium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423160"/>
            <a:ext cx="2377440" cy="50292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Delivery to vendor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51760" y="2423160"/>
            <a:ext cx="31089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61488" y="2423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7B"/>
                </a:solidFill>
              </a:rPr>
              <a:t>Sequential per channel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60720" y="2423160"/>
            <a:ext cx="31089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0448" y="2423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Parallel, per-branch retry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926080"/>
            <a:ext cx="2377440" cy="50292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926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Add a new consumer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51760" y="2926080"/>
            <a:ext cx="310896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61488" y="2926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7B"/>
                </a:solidFill>
              </a:rPr>
              <a:t>Edit the handler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2926080"/>
            <a:ext cx="310896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2926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Subscribe to an event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429000"/>
            <a:ext cx="2377440" cy="50292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4290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Event replay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51760" y="3429000"/>
            <a:ext cx="31089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61488" y="3429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7B"/>
                </a:solidFill>
              </a:rPr>
              <a:t>Manual from Dataverse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60720" y="3429000"/>
            <a:ext cx="31089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70448" y="3429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Built-in from Event Grid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931920"/>
            <a:ext cx="2377440" cy="50292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3931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Throughput ceiling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651760" y="3931920"/>
            <a:ext cx="310896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61488" y="3931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7B"/>
                </a:solidFill>
              </a:rPr>
              <a:t>Good for modest volume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60720" y="3931920"/>
            <a:ext cx="310896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70448" y="3931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Very high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434840"/>
            <a:ext cx="2377440" cy="50292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4434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Team skills needed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651760" y="4434840"/>
            <a:ext cx="31089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61488" y="4434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7B"/>
                </a:solidFill>
              </a:rPr>
              <a:t>Standard Azure / Logic Apps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60720" y="4434840"/>
            <a:ext cx="31089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0448" y="4434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Functions + event-driven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When to choose which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85216"/>
            <a:ext cx="420624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5852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Choose Option 1 when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206240" cy="18288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0624" y="10241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You want value quickly and at lower cost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624" y="13533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Volume is modest and growth is gradual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" y="168249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Most vendors use a single delivery channel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0624" y="20116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You rarely need to replay or re-run deliveries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23408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The team is smaller or new to event-driven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585216"/>
            <a:ext cx="420624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5852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Choose Option 2 when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896112"/>
            <a:ext cx="4206240" cy="18288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9744" y="10241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Volume is high or growing fast across 50+ vendors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9744" y="13533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You need event replay for offline or failed vendors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9744" y="168249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New consumers (analytics, BI) will be added often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9744" y="20116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Vendors need parallel multi-channel delivery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9744" y="23408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Resilience and decoupling are top priorities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8595360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9504"/>
            <a:ext cx="73152" cy="2011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9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Recommended path — start with Option 1, evolve to Option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3467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Both options share the same API-first front door, so Option 1 is not throwaway work — it is the foundation Option 2 is built 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03904"/>
            <a:ext cx="2651760" cy="914400"/>
          </a:xfrm>
          <a:prstGeom prst="rect">
            <a:avLst/>
          </a:prstGeom>
          <a:solidFill>
            <a:srgbClr val="0D1F35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03904"/>
            <a:ext cx="2651760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039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Now  ·  Option 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4078224"/>
            <a:ext cx="24323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API hub · 3-5 months · low risk · onboard 50+ vendors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08960" y="411480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46120" y="3803904"/>
            <a:ext cx="2651760" cy="914400"/>
          </a:xfrm>
          <a:prstGeom prst="rect">
            <a:avLst/>
          </a:prstGeom>
          <a:solidFill>
            <a:srgbClr val="0D1F35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803904"/>
            <a:ext cx="2651760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8039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12-18 mo  ·  Option 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55848" y="4078224"/>
            <a:ext cx="24323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Add Event Grid + Durable Functions when volume demands it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97880" y="411480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35040" y="3803904"/>
            <a:ext cx="2651760" cy="914400"/>
          </a:xfrm>
          <a:prstGeom prst="rect">
            <a:avLst/>
          </a:prstGeom>
          <a:solidFill>
            <a:srgbClr val="0D1F3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3803904"/>
            <a:ext cx="265176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38039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Beyond  ·  Extend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44768" y="4078224"/>
            <a:ext cx="24323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New consumers, replay, advanced routing — all additive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1 vs Option 2 — Comparison</dc:title>
  <dc:subject>PptxGenJS Presentation</dc:subject>
  <dc:creator>PptxGenJS</dc:creator>
  <cp:lastModifiedBy>PptxGenJS</cp:lastModifiedBy>
  <cp:revision>1</cp:revision>
  <dcterms:created xsi:type="dcterms:W3CDTF">2026-06-02T08:34:28Z</dcterms:created>
  <dcterms:modified xsi:type="dcterms:W3CDTF">2026-06-02T08:34:28Z</dcterms:modified>
</cp:coreProperties>
</file>
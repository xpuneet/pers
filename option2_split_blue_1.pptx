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54864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78ADD"/>
                </a:solidFill>
              </a:rPr>
              <a:t>HOME REPAIR INTEGRATION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10896" y="89611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Option 2 — Event-Driven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10896" y="17556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D4F4"/>
                </a:solidFill>
              </a:rPr>
              <a:t>Commands flow in on Service Bus, events fan out on Event Grid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" y="237744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0896" y="237744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Commands 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D4F4"/>
                </a:solidFill>
              </a:rPr>
              <a:t>ordered, exactly once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08376" y="237744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08376" y="237744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Events out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3639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D4F4"/>
                </a:solidFill>
              </a:rPr>
              <a:t>fan out to subscribers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05856" y="237744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05856" y="237744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Replay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3387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D4F4"/>
                </a:solidFill>
              </a:rPr>
              <a:t>built in via Event Grid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0896" y="4828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Evolution target — high volume, replay, and parallel delivery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Option 2 — layered 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layer tagged per step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859536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566928"/>
            <a:ext cx="8595360" cy="17373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566928"/>
            <a:ext cx="51572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Consumer layer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0" y="566928"/>
            <a:ext cx="4187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5D4F4"/>
                </a:solidFill>
              </a:rPr>
              <a:t>external parties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02336" y="758952"/>
            <a:ext cx="8339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Vendors and contractors — HTTP, file, email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024128"/>
            <a:ext cx="0" cy="128016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4320" y="1152144"/>
            <a:ext cx="8595360" cy="45720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152144"/>
            <a:ext cx="8595360" cy="17373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152144"/>
            <a:ext cx="51572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APIM layer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1152144"/>
            <a:ext cx="4187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5D4F4"/>
                </a:solidFill>
              </a:rPr>
              <a:t>L1 API experience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02336" y="1344168"/>
            <a:ext cx="8339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API experience — Repair API and Work Order API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1609344"/>
            <a:ext cx="0" cy="128016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74320" y="1737360"/>
            <a:ext cx="8595360" cy="457200"/>
          </a:xfrm>
          <a:prstGeom prst="rect">
            <a:avLst/>
          </a:prstGeom>
          <a:solidFill>
            <a:srgbClr val="D6E6F7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737360"/>
            <a:ext cx="8595360" cy="17373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1737360"/>
            <a:ext cx="51572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Event backbone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1737360"/>
            <a:ext cx="4187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5D4F4"/>
                </a:solidFill>
              </a:rPr>
              <a:t>L2 Orchestration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02336" y="1929384"/>
            <a:ext cx="8339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Service Bus (commands) and Event Grid (events) — shared by both flows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31720" y="2212848"/>
            <a:ext cx="0" cy="18288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12280" y="2212848"/>
            <a:ext cx="0" cy="18288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17136" y="2395728"/>
            <a:ext cx="109728" cy="2295144"/>
          </a:xfrm>
          <a:prstGeom prst="roundRect">
            <a:avLst>
              <a:gd name="adj" fmla="val 50000"/>
            </a:avLst>
          </a:prstGeom>
          <a:solidFill>
            <a:srgbClr val="D6E6F7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2487168"/>
            <a:ext cx="0" cy="2112264"/>
          </a:xfrm>
          <a:prstGeom prst="line">
            <a:avLst/>
          </a:prstGeom>
          <a:noFill/>
          <a:ln w="9525">
            <a:solidFill>
              <a:srgbClr val="85B7EB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453128" y="3378708"/>
            <a:ext cx="237744" cy="329184"/>
          </a:xfrm>
          <a:prstGeom prst="roundRect">
            <a:avLst>
              <a:gd name="adj" fmla="val 19231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395728"/>
            <a:ext cx="4114800" cy="256032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23957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Inbound flow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67128" y="2395728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command in, event out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4360" y="2706624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993746" y="2761488"/>
            <a:ext cx="1002182" cy="146304"/>
          </a:xfrm>
          <a:prstGeom prst="roundRect">
            <a:avLst>
              <a:gd name="adj" fmla="val 15625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93746" y="2761488"/>
            <a:ext cx="10021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L2 Orchestration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85800" y="2752344"/>
            <a:ext cx="221650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Receiver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" y="29260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enqueue command, return 202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331720" y="3127248"/>
            <a:ext cx="0" cy="10058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94360" y="3227832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993746" y="3282696"/>
            <a:ext cx="1002182" cy="146304"/>
          </a:xfrm>
          <a:prstGeom prst="roundRect">
            <a:avLst>
              <a:gd name="adj" fmla="val 15625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93746" y="3282696"/>
            <a:ext cx="10021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L2 Orchestration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85800" y="3273552"/>
            <a:ext cx="221650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Command handler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" y="344728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write to Dataverse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331720" y="3648456"/>
            <a:ext cx="0" cy="10058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94360" y="3749040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096158" y="3803904"/>
            <a:ext cx="899770" cy="146304"/>
          </a:xfrm>
          <a:prstGeom prst="roundRect">
            <a:avLst>
              <a:gd name="adj" fmla="val 15625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96158" y="3803904"/>
            <a:ext cx="8997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Event backbone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85800" y="3794760"/>
            <a:ext cx="231891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Event Grid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85800" y="39684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publish StatusChanged event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331720" y="4169664"/>
            <a:ext cx="0" cy="10058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94360" y="4270248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096158" y="4325112"/>
            <a:ext cx="899770" cy="146304"/>
          </a:xfrm>
          <a:prstGeom prst="roundRect">
            <a:avLst>
              <a:gd name="adj" fmla="val 15625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96158" y="4325112"/>
            <a:ext cx="8997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L3 + consumers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85800" y="4315968"/>
            <a:ext cx="231891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Subscribers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85800" y="448970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CRM, audit, analytics (fan-out)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754880" y="2395728"/>
            <a:ext cx="4114800" cy="256032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82896" y="23957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Outbound flow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647688" y="2395728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event-triggered delivery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074920" y="2706624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576718" y="2761488"/>
            <a:ext cx="899770" cy="146304"/>
          </a:xfrm>
          <a:prstGeom prst="roundRect">
            <a:avLst>
              <a:gd name="adj" fmla="val 15625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76718" y="2761488"/>
            <a:ext cx="8997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Event backbone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166360" y="2752344"/>
            <a:ext cx="231891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RepairAssigned event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166360" y="29260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raised on Event Grid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812280" y="3127248"/>
            <a:ext cx="0" cy="10058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5074920" y="3227832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7474306" y="3282696"/>
            <a:ext cx="1002182" cy="146304"/>
          </a:xfrm>
          <a:prstGeom prst="roundRect">
            <a:avLst>
              <a:gd name="adj" fmla="val 15625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74306" y="3282696"/>
            <a:ext cx="10021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L2 Orchestration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166360" y="3273552"/>
            <a:ext cx="221650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WO Issuer + resolver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166360" y="344728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build and route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812280" y="3648456"/>
            <a:ext cx="0" cy="10058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5074920" y="3749040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7474306" y="3803904"/>
            <a:ext cx="1002182" cy="146304"/>
          </a:xfrm>
          <a:prstGeom prst="roundRect">
            <a:avLst>
              <a:gd name="adj" fmla="val 15625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74306" y="3803904"/>
            <a:ext cx="10021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L2 Orchestration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5166360" y="3794760"/>
            <a:ext cx="221650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Durable Functions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166360" y="39684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parallel fan-out, per-branch retry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812280" y="4169664"/>
            <a:ext cx="0" cy="10058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5074920" y="4270248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7730338" y="4325112"/>
            <a:ext cx="746150" cy="146304"/>
          </a:xfrm>
          <a:prstGeom prst="roundRect">
            <a:avLst>
              <a:gd name="adj" fmla="val 15625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30338" y="4325112"/>
            <a:ext cx="7461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L4 Delivery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5166360" y="4315968"/>
            <a:ext cx="24725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Adapter → vendor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5166360" y="448970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deliver to one vendor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274320" y="478231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25A75"/>
                </a:solidFill>
              </a:rPr>
              <a:t>Each step is tagged with its architecture layer — L1 API experience, L2 Orchestration, L3 Persistence, L4 Vendor delivery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How Option 2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5"/>
                </a:solidFill>
              </a:rPr>
              <a:t>Commands carry data in; events broadcast what happened out. Both share one event backbone.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2918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9144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Inbound flow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243584"/>
            <a:ext cx="4206240" cy="1810512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0624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A vendor write becomes a command on Service Bus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" y="1783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The handler writes once, then publishes an event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2194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Event Grid fans the event out to many subscribers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2606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New consumers subscribe without touching the write path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206240" cy="329184"/>
          </a:xfrm>
          <a:prstGeom prst="rect">
            <a:avLst/>
          </a:prstGeom>
          <a:solidFill>
            <a:srgbClr val="425A75"/>
          </a:solidFill>
          <a:ln w="12700">
            <a:solidFill>
              <a:srgbClr val="425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9144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Outbound flow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243584"/>
            <a:ext cx="4206240" cy="1810512"/>
          </a:xfrm>
          <a:prstGeom prst="rect">
            <a:avLst/>
          </a:prstGeom>
          <a:solidFill>
            <a:srgbClr val="F2F6FB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9744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A RepairAssigned event triggers the work order issuer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9744" y="1783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Durable Functions delivers with per-branch retry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9744" y="2194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One vendor being down never blocks the others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9744" y="2606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Status returns as a command on the same 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218688"/>
            <a:ext cx="8595360" cy="1463040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18688"/>
            <a:ext cx="73152" cy="146304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event-driven scales to 50+ vendors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6393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Adding a vendor or consumer is a new subscription, not a code change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Event replay recovers an offline vendor from any point in time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133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Command path and delivery path scale independently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37997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Built on the same API-first front door as Option 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 2 — Event-Driven</dc:title>
  <dc:subject>PptxGenJS Presentation</dc:subject>
  <dc:creator>PptxGenJS</dc:creator>
  <cp:lastModifiedBy>PptxGenJS</cp:lastModifiedBy>
  <cp:revision>1</cp:revision>
  <dcterms:created xsi:type="dcterms:W3CDTF">2026-06-03T21:59:31Z</dcterms:created>
  <dcterms:modified xsi:type="dcterms:W3CDTF">2026-06-03T21:59:31Z</dcterms:modified>
</cp:coreProperties>
</file>
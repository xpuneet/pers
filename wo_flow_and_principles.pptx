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Work order issue flow — both options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Outbound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Same trigger and same destination. The difference is how the work order travels in between.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50976"/>
            <a:ext cx="859536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509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Option 1 — API hub: direct, sequential issue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435608"/>
            <a:ext cx="621792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356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L3 Persist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347472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Dataverse change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entity updated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47088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029968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03120" y="143560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143560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2103120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WO Issuer FA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build work order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02736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85616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58768" y="143560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143560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3858768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Vendor resolver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58768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channel + format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358384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41264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14416" y="1435608"/>
            <a:ext cx="621792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14416" y="14356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L4 Deliver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5614416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Adapter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14416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format + push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114032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296912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70064" y="1435608"/>
            <a:ext cx="526694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0064" y="1435608"/>
            <a:ext cx="52669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external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7370064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Vendor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70064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receives WO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02336" y="226771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25A75"/>
                </a:solidFill>
              </a:rPr>
              <a:t>One call after another — simple to follow. A slow vendor holds the chain; no built-in replay.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688336"/>
            <a:ext cx="8595360" cy="29260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2688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Option 2 — event-driven: event-triggered, parallel-capable issue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472" y="3172968"/>
            <a:ext cx="384048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1729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Event</a:t>
            </a:r>
            <a:endParaRPr lang="en-US" sz="550" dirty="0"/>
          </a:p>
        </p:txBody>
      </p:sp>
      <p:sp>
        <p:nvSpPr>
          <p:cNvPr id="44" name="Text 42"/>
          <p:cNvSpPr/>
          <p:nvPr/>
        </p:nvSpPr>
        <p:spPr>
          <a:xfrm>
            <a:off x="347472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RepairAssigned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7472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event raised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847088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029968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103120" y="317296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03120" y="317296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2103120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WO Issuer FA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03120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build work order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02736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785616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858768" y="317296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58768" y="317296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3858768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Vendor resolver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58768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channel + format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358384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541264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614416" y="317296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14416" y="317296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62" name="Text 60"/>
          <p:cNvSpPr/>
          <p:nvPr/>
        </p:nvSpPr>
        <p:spPr>
          <a:xfrm>
            <a:off x="5614416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Durable fan-out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614416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retry per branch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114032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296912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370064" y="3172968"/>
            <a:ext cx="621792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70064" y="317296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L4 Deliver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7370064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Adapter → vendor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370064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deliver to one vendor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02336" y="40050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25A75"/>
                </a:solidFill>
              </a:rPr>
              <a:t>Triggered by an event, delivered with per-branch retry, and replayable — one vendor down never blocks others.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43984"/>
            <a:ext cx="8595360" cy="45720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20624" y="444398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Shared by both:  </a:t>
            </a:r>
            <a:pPr indent="0" marL="0">
              <a:buNone/>
            </a:pPr>
            <a:r>
              <a:rPr lang="en-US" sz="900" dirty="0">
                <a:solidFill>
                  <a:srgbClr val="0F2540"/>
                </a:solidFill>
              </a:rPr>
              <a:t>one work order always goes to one vendor. The issuer and resolver are identical; only the delivery mechanism differs — a direct call (Option 1) versus an event-triggered, retry-per-branch fan-out (Option 2).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Architecture principles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The rules that hold across both options — they are what make the platform scale to 50+ vendors.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84124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73152" cy="84124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875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Operation-centric, not vendor-centric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" y="13167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The platform is built around what happens — create a repair, issue a work order, update status — not around who the vendor is. Vendors are configuration behind a shared operation, never bespoke pipelines.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8366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Contract first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2359152"/>
            <a:ext cx="2468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The published API contract is the canonical model. Vendors conform to it; the platform never bends per vendor.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72968" y="188366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88366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Shared core, thin edges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00984" y="2359152"/>
            <a:ext cx="2468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Business logic lives once in shared handlers. Per-vendor specifics shrink to a thin adapter and a resolver row.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71616" y="188366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88366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One operation, one path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99632" y="2359152"/>
            <a:ext cx="2468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Every vendor's create or update follows the same governed path through APIM, regardless of channel.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34670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4670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Config over code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02336" y="3822192"/>
            <a:ext cx="2468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Onboarding a vendor is a configuration entry and credentials — not a new build, deploy, or pipeline.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72968" y="334670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334670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00984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System of record stays sovereign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00984" y="3822192"/>
            <a:ext cx="2468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Dataverse is the single source of truth. Caches accelerate reads; nothing else becomes authoritative.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71616" y="334670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334670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Observable by default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99632" y="3822192"/>
            <a:ext cx="2468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Every operation crosses one governed front door, so logging, metrics, and tracing are uniform across all vendors.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Order Issue Flow + Architecture Principles</dc:title>
  <dc:subject>PptxGenJS Presentation</dc:subject>
  <dc:creator>PptxGenJS</dc:creator>
  <cp:lastModifiedBy>PptxGenJS</cp:lastModifiedBy>
  <cp:revision>1</cp:revision>
  <dcterms:created xsi:type="dcterms:W3CDTF">2026-06-03T22:03:23Z</dcterms:created>
  <dcterms:modified xsi:type="dcterms:W3CDTF">2026-06-03T22:03:23Z</dcterms:modified>
</cp:coreProperties>
</file>
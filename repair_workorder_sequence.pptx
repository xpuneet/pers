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6400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78ADD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10896" y="969264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Repair &amp; Work Order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End-to-End Sequence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10896" y="24323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Inbound, outbound, and every vendor operation routed through the centralized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301752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0896" y="301752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Inbound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customer raises repair in CRM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08376" y="301752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08376" y="301752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Outbound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work order issued to vendor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05856" y="301752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05856" y="301752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Vendor ops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all via the centralized API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Vendor authenticates once; the same token authorises every call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Sequence — inbound &amp; outbound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phase 1</a:t>
            </a:r>
            <a:endParaRPr lang="en-US" sz="800" dirty="0"/>
          </a:p>
        </p:txBody>
      </p:sp>
      <p:pic>
        <p:nvPicPr>
          <p:cNvPr id="6" name="Image 0" descr="/home/claude/seq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424" y="603504"/>
            <a:ext cx="6349152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25A75"/>
                </a:solidFill>
              </a:rPr>
              <a:t>Customer raises a repair in CRM; the assignment triggers the issuer, which authenticates and issues the work order to the vendor.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Sequence — vendor read operations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phase 2</a:t>
            </a:r>
            <a:endParaRPr lang="en-US" sz="800" dirty="0"/>
          </a:p>
        </p:txBody>
      </p:sp>
      <p:pic>
        <p:nvPicPr>
          <p:cNvPr id="6" name="Image 0" descr="/home/claude/seq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2111" y="603504"/>
            <a:ext cx="3159778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25A75"/>
                </a:solidFill>
              </a:rPr>
              <a:t>Vendor authenticates once, then lists assigned repairs and reads detail, media, and notes — every call through the centralized API.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Sequence — vendor write operations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phase 3</a:t>
            </a:r>
            <a:endParaRPr lang="en-US" sz="800" dirty="0"/>
          </a:p>
        </p:txBody>
      </p:sp>
      <p:pic>
        <p:nvPicPr>
          <p:cNvPr id="6" name="Image 0" descr="/home/claude/seq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665" y="603504"/>
            <a:ext cx="438067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25A75"/>
                </a:solidFill>
              </a:rPr>
              <a:t>Appointment, status, variation, cancellation, and completion — all via the API. Variation and cancel return pending (await approval).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 &amp; Work Order — Sequence</dc:title>
  <dc:subject>PptxGenJS Presentation</dc:subject>
  <dc:creator>PptxGenJS</dc:creator>
  <cp:lastModifiedBy>PptxGenJS</cp:lastModifiedBy>
  <cp:revision>1</cp:revision>
  <dcterms:created xsi:type="dcterms:W3CDTF">2026-06-04T16:55:33Z</dcterms:created>
  <dcterms:modified xsi:type="dcterms:W3CDTF">2026-06-04T16:55:33Z</dcterms:modified>
</cp:coreProperties>
</file>
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548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78ADD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10896" y="8961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Option 2 — Event-Driven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10896" y="17556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Commands flow in on Service Bus, events fan out on Event Grid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Commands 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ordered, exactly once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0837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0837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Events 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fan out to subscribers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0585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0585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Replay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built in via Event Grid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Evolution target — high volume, replay, and parallel delivery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2 — layered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Inbound / outbound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85216"/>
            <a:ext cx="859536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85216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85216"/>
            <a:ext cx="837590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Consumer layer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777240"/>
            <a:ext cx="8339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Vendors and contractors — HTTP, file, email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042416"/>
            <a:ext cx="0" cy="128016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" y="1170432"/>
            <a:ext cx="8595360" cy="45720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170432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170432"/>
            <a:ext cx="837590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APIM layer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1362456"/>
            <a:ext cx="8339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API experience — Repair API and Work Order API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627632"/>
            <a:ext cx="0" cy="128016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" y="1755648"/>
            <a:ext cx="8595360" cy="457200"/>
          </a:xfrm>
          <a:prstGeom prst="rect">
            <a:avLst/>
          </a:prstGeom>
          <a:solidFill>
            <a:srgbClr val="D6E6F7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755648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755648"/>
            <a:ext cx="837590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Event backbone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1947672"/>
            <a:ext cx="8339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Service Bus (commands) and Event Grid (events) — shared by both flows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2231136"/>
            <a:ext cx="0" cy="18288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12280" y="2231136"/>
            <a:ext cx="0" cy="18288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17136" y="2414016"/>
            <a:ext cx="109728" cy="2249424"/>
          </a:xfrm>
          <a:prstGeom prst="roundRect">
            <a:avLst>
              <a:gd name="adj" fmla="val 50000"/>
            </a:avLst>
          </a:prstGeom>
          <a:solidFill>
            <a:srgbClr val="D6E6F7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505456"/>
            <a:ext cx="0" cy="2066544"/>
          </a:xfrm>
          <a:prstGeom prst="line">
            <a:avLst/>
          </a:prstGeom>
          <a:noFill/>
          <a:ln w="9525">
            <a:solidFill>
              <a:srgbClr val="85B7E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453128" y="3374136"/>
            <a:ext cx="237744" cy="329184"/>
          </a:xfrm>
          <a:prstGeom prst="roundRect">
            <a:avLst>
              <a:gd name="adj" fmla="val 1923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414016"/>
            <a:ext cx="411480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4140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Inbound 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9424" y="24140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command in, event out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" y="2724912"/>
            <a:ext cx="3474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27614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Receiver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2935224"/>
            <a:ext cx="3291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enqueue command, return 202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31720" y="3127248"/>
            <a:ext cx="0" cy="10972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4360" y="3236976"/>
            <a:ext cx="3474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" y="32735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Command handler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3447288"/>
            <a:ext cx="3291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write to Dataverse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31720" y="3639312"/>
            <a:ext cx="0" cy="10972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4360" y="3749040"/>
            <a:ext cx="3474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" y="378561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Event Grid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3959352"/>
            <a:ext cx="3291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publish StatusChanged event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31720" y="4151376"/>
            <a:ext cx="0" cy="10972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4360" y="4261104"/>
            <a:ext cx="3474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5800" y="4297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Subscribers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" y="4471416"/>
            <a:ext cx="3291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CRM, audit, analytics (fan-out)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2414016"/>
            <a:ext cx="411480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24140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Outbound flow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9984" y="24140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event-triggered delivery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74920" y="2724912"/>
            <a:ext cx="3474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166360" y="276148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RepairAssigned event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166360" y="2935224"/>
            <a:ext cx="3291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raised on Event Grid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12280" y="3127248"/>
            <a:ext cx="0" cy="10972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074920" y="3236976"/>
            <a:ext cx="3474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166360" y="32735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WO Issuer + resolver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66360" y="3447288"/>
            <a:ext cx="3291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build and route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12280" y="3639312"/>
            <a:ext cx="0" cy="10972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074920" y="3749040"/>
            <a:ext cx="3474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166360" y="378561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Durable Functions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166360" y="3959352"/>
            <a:ext cx="3291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parallel fan-out, per-branch retry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12280" y="4151376"/>
            <a:ext cx="0" cy="10972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074920" y="4261104"/>
            <a:ext cx="34747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166360" y="4297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Adapter → vendor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166360" y="4471416"/>
            <a:ext cx="3291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deliver to one vendor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Option 2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Commands carry data in; events broadcast what happened out. Both share one event backbone.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Inbound flow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43584"/>
            <a:ext cx="4206240" cy="1810512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 vendor write becomes a command on Service Bus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The handler writes once, then publishes an event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Event Grid fans the event out to many subscribers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2606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New consumers subscribe without touching the write path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29184"/>
          </a:xfrm>
          <a:prstGeom prst="rect">
            <a:avLst/>
          </a:prstGeom>
          <a:solidFill>
            <a:srgbClr val="425A75"/>
          </a:solidFill>
          <a:ln w="12700">
            <a:solidFill>
              <a:srgbClr val="425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Outbound flow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243584"/>
            <a:ext cx="4206240" cy="1810512"/>
          </a:xfrm>
          <a:prstGeom prst="rect">
            <a:avLst/>
          </a:prstGeom>
          <a:solidFill>
            <a:srgbClr val="F2F6FB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 RepairAssigned event triggers the work order issuer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Durable Functions delivers with per-branch retry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One vendor being down never blocks the others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9744" y="2606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Status returns as a command on the same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8595360" cy="146304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18688"/>
            <a:ext cx="73152" cy="1463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event-driven scales to 50+ vendors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Adding a vendor or consumer is a new subscription, not a code change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Event replay recovers an offline vendor from any point in time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Command path and delivery path scale independently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3799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Built on the same API-first front door as Option 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2 — Event-Driven</dc:title>
  <dc:subject>PptxGenJS Presentation</dc:subject>
  <dc:creator>PptxGenJS</dc:creator>
  <cp:lastModifiedBy>PptxGenJS</cp:lastModifiedBy>
  <cp:revision>1</cp:revision>
  <dcterms:created xsi:type="dcterms:W3CDTF">2026-06-03T21:54:20Z</dcterms:created>
  <dcterms:modified xsi:type="dcterms:W3CDTF">2026-06-03T21:54:20Z</dcterms:modified>
</cp:coreProperties>
</file>
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4572000" cy="3246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4818888"/>
            <a:ext cx="4572000" cy="3246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548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891B2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92608" y="896112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HTTP and File Vendors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 the New Architecture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" y="233172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Vendor 1 (HTTP / Service Bus) and Vendor 2 (file / SFTP) both converge on one shared platform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2608" y="2926080"/>
            <a:ext cx="2468880" cy="822960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2926080"/>
            <a:ext cx="24688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03580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Vendor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3291840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HTTP + Service Bus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44368" y="2926080"/>
            <a:ext cx="2468880" cy="822960"/>
          </a:xfrm>
          <a:prstGeom prst="rect">
            <a:avLst/>
          </a:prstGeom>
          <a:solidFill>
            <a:srgbClr val="0D1F35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44368" y="2926080"/>
            <a:ext cx="24688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303580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Vendor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54096" y="3291840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File + SFTP, batch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96128" y="2926080"/>
            <a:ext cx="2468880" cy="822960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96128" y="2926080"/>
            <a:ext cx="24688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303580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New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05856" y="3291840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one platform, two thin adapters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" y="4828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Based on your uploaded VENDOR1 and Vendor2 process flows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Today — two vendors, two completely separate pipelines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From your diagrams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8521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7B"/>
                </a:solidFill>
              </a:rPr>
              <a:t>Vendor 1 — HTTP / Service Bus (real-time)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0896" y="886968"/>
            <a:ext cx="93268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10896" y="1024128"/>
            <a:ext cx="93268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HTTP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280160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26464" y="841248"/>
            <a:ext cx="118872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886968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Service Bus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63040" y="1024128"/>
            <a:ext cx="111556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msg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615184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52344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841248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07208" y="877824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877824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2798064" y="100584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Consumer LA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98064" y="114300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133088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0248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841248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25112" y="877824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877824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4315968" y="100584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Child LA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15968" y="114300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per msg type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650992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88152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97296" y="841248"/>
            <a:ext cx="1188720" cy="51206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33872" y="886968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86016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23176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841248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78040" y="877824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877824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7168896" y="100584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68896" y="114300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74320" y="151790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Vendor 2 — File / SFTP (batch, polling)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1773936"/>
            <a:ext cx="100584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10896" y="1819656"/>
            <a:ext cx="93268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10896" y="1956816"/>
            <a:ext cx="93268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XML file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1280160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17320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1773936"/>
            <a:ext cx="118872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463040" y="1819656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SFTP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463040" y="1956816"/>
            <a:ext cx="111556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60 min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615184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52344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61488" y="1773936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807208" y="1810512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07208" y="1810512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2798064" y="193852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Poll + pick file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798064" y="207568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4133088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70248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79392" y="1773936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325112" y="1810512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25112" y="1810512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4315968" y="193852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Parse XML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315968" y="207568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5650992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88152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97296" y="1773936"/>
            <a:ext cx="1188720" cy="51206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833872" y="181965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986016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23176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32320" y="1773936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178040" y="1810512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78040" y="1810512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7168896" y="193852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Drop back file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168896" y="207568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74320" y="2505456"/>
            <a:ext cx="8595360" cy="23408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74320" y="2505456"/>
            <a:ext cx="73152" cy="2340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259689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Why this does not scale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57200" y="2926080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Every vendor brings its own full pipeline — Vendor 1 has Logic Apps, Vendor 2 has file pollers and parsers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3227832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Nothing is shared between them: the HTTP path and the file path are built and maintained completely separately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7200" y="3529584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Each new vendor = a new bespoke chain in whatever style that vendor uses (HTTP, file, email, ...)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" y="3831336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At 50+ vendors this is dozens of independent pipelines, each a place for failures to hide with no common monitoring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57200" y="4133088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Vendor 2's file polling adds a 60-minute lag, and the batch parser is brittle to any change in the vendor's XML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57200" y="4434840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There is no single contract — each integration is a one-off, so knowledge and effort do not carry from one vendor to the next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New model — both vendors converge on one shared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The channel differs only at the edge. Behind a thin adapter, both vendors use the identical path.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097280" cy="56692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" y="1051560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10896" y="1188720"/>
            <a:ext cx="10241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HTTP / Service Bus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371600" y="1289304"/>
            <a:ext cx="164592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7048" y="125730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6192" y="1005840"/>
            <a:ext cx="1371600" cy="56692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81912" y="1042416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1912" y="1042416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ADAPTER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1572768" y="117043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adapter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72768" y="130759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thin edge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1097280" cy="56692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" y="1874520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0896" y="2011680"/>
            <a:ext cx="10241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File / SFTP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371600" y="2112264"/>
            <a:ext cx="164592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27048" y="2080260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36192" y="1828800"/>
            <a:ext cx="1371600" cy="56692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81912" y="1865376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81912" y="1865376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ADAPTER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1572768" y="199339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572768" y="213055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parse / drop XML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907792" y="1289304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1289304"/>
            <a:ext cx="0" cy="5029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7792" y="2112264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4992" y="2112264"/>
            <a:ext cx="0" cy="-5029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1700784"/>
            <a:ext cx="29260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48456" y="1668780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1417320"/>
            <a:ext cx="137160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03320" y="1453896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1453896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SHARED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694176" y="158191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Work Order API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94176" y="171907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one contract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5029200" y="1700784"/>
            <a:ext cx="164592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84648" y="166878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93792" y="1417320"/>
            <a:ext cx="1371600" cy="56692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39512" y="1453896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9512" y="1453896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SHARED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5230368" y="158191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Receiver + SB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30368" y="171907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+ shared handler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565392" y="1700784"/>
            <a:ext cx="164592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20840" y="1668780"/>
            <a:ext cx="91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29984" y="1417320"/>
            <a:ext cx="1280160" cy="566928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766560" y="1463040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766560" y="1600200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+ Cloud Flow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274320" y="267004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Outbound — same WO Issuer and resolver, channel chosen per vendor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2926080"/>
            <a:ext cx="1280160" cy="51206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10896" y="2971800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10896" y="3108960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entity change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554480" y="3182112"/>
            <a:ext cx="146304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1640" y="3150108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00784" y="2926080"/>
            <a:ext cx="1188720" cy="512064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746504" y="2962656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46504" y="2962656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SHARED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1737360" y="3090672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Issuer FA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737360" y="3227832"/>
            <a:ext cx="111556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build WO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2889504" y="3182112"/>
            <a:ext cx="146304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26664" y="3150108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35808" y="2926080"/>
            <a:ext cx="1371600" cy="512064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081528" y="2962656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81528" y="2962656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CONFIG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3072384" y="309067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resolver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072384" y="322783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channel + format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4407408" y="3182112"/>
            <a:ext cx="146304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44568" y="3150108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0" y="2706624"/>
            <a:ext cx="146304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08576" y="275234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adapter → Vendor 1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3200400"/>
            <a:ext cx="146304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608576" y="324612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 → Vendor 2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53712" y="3182112"/>
            <a:ext cx="18288" cy="-246888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53712" y="2935224"/>
            <a:ext cx="36576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53712" y="3182112"/>
            <a:ext cx="18288" cy="246888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53712" y="3429000"/>
            <a:ext cx="36576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2706624"/>
            <a:ext cx="12801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345936" y="2752344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345936" y="2889504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HTTP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6309360" y="3200400"/>
            <a:ext cx="12801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345936" y="3246120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345936" y="3383280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file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6035040" y="2935224"/>
            <a:ext cx="274320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0216" y="290322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35040" y="3429000"/>
            <a:ext cx="2743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00216" y="3396996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" y="3621024"/>
            <a:ext cx="8595360" cy="1225296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274320" y="3621024"/>
            <a:ext cx="73152" cy="1225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36941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</a:rPr>
              <a:t>The convergence is the whole point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57200" y="3968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Vendor 1's HTTP and Vendor 2's files meet at the Work Order API — from there inward, one identical shared path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57200" y="41833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The only per-vendor code is the thin edge adapter (translate the channel); everything else is shared and reused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57200" y="43982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Vendor 2 keeps dropping XML files exactly as today — nothing changes on the vendor's side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457200" y="46131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Adding vendor 3, 4, ... 50 reuses the same platform; only a small adapter (if a new channel) and a resolver row are added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65F7B"/>
          </a:solidFill>
          <a:ln w="12700">
            <a:solidFill>
              <a:srgbClr val="06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1 — how each vendor 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7B"/>
                </a:solidFill>
              </a:rPr>
              <a:t>Vendor 1 (HTTP) inbound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786384"/>
            <a:ext cx="10972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" y="832104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71600" y="1014984"/>
            <a:ext cx="128016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982980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9616" y="786384"/>
            <a:ext cx="13716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36192" y="832104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 API / Update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71216" y="1014984"/>
            <a:ext cx="128016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98298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9232" y="786384"/>
            <a:ext cx="155448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35808" y="832104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Receiver + SB + handler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53712" y="1014984"/>
            <a:ext cx="128016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982980"/>
            <a:ext cx="91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786384"/>
            <a:ext cx="118872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18304" y="83210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35040" y="7863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5F7B"/>
                </a:solidFill>
              </a:rPr>
              <a:t>No Service Bus consumer LA, no child LA — gone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1371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Vendor 2 (file) inbound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591056"/>
            <a:ext cx="10972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0896" y="1636776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SFTP file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71600" y="1819656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90472" y="1787652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9616" y="1591056"/>
            <a:ext cx="137160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45336" y="1627632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45336" y="1627632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ADAPTER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1536192" y="175564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536192" y="189280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parse XML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871216" y="1819656"/>
            <a:ext cx="128016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0088" y="1787652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99232" y="1591056"/>
            <a:ext cx="155448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035808" y="1636776"/>
            <a:ext cx="14813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 API / Update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035808" y="1773936"/>
            <a:ext cx="14813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same API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553712" y="1819656"/>
            <a:ext cx="128016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72584" y="1787652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1591056"/>
            <a:ext cx="118872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18304" y="1636776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handler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870448" y="1819656"/>
            <a:ext cx="128016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787652"/>
            <a:ext cx="91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98464" y="1591056"/>
            <a:ext cx="109728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35040" y="1636776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223760" y="159105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2400E"/>
                </a:solidFill>
              </a:rPr>
              <a:t>Parser shrinks to one adapter step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21945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Outbound — shared for both, channel chosen by resolver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414016"/>
            <a:ext cx="118872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10896" y="2459736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10896" y="2596896"/>
            <a:ext cx="111556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change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463040" y="2642616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81912" y="2610612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91056" y="2414016"/>
            <a:ext cx="118872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627632" y="2459736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Issuer FA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79776" y="2642616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98648" y="2610612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07792" y="2414016"/>
            <a:ext cx="137160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953512" y="2450592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53512" y="2450592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CONFIG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2944368" y="257860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resolver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944368" y="271576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channel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279392" y="2642616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98264" y="2610612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07408" y="2240280"/>
            <a:ext cx="1554480" cy="38404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443984" y="228600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adapter → V1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407408" y="2670048"/>
            <a:ext cx="1554480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443984" y="2715768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 → V2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89120" y="2642616"/>
            <a:ext cx="18288" cy="-210312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89120" y="2642616"/>
            <a:ext cx="18288" cy="219456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26480" y="2240280"/>
            <a:ext cx="11887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163056" y="228600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26480" y="2670048"/>
            <a:ext cx="11887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163056" y="271576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961888" y="2432304"/>
            <a:ext cx="164592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17336" y="240030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61888" y="2862072"/>
            <a:ext cx="164592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17336" y="2830068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3291840"/>
            <a:ext cx="8595360" cy="15544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57200" y="336499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7B"/>
                </a:solidFill>
              </a:rPr>
              <a:t>Option 1 summary for both vendors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HTTP vendor: calls the Work Order API directly — the bespoke Service Bus consumer and child Logic Apps disappear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38724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File vendor: a thin file adapter parses the XML and calls the same Work Order API — the bespoke poller and parser collapse to one adapter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57200" y="41056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Both share the receiver, Service Bus buffer, handler, Dataverse, and Cloud Flow — built once, reused for every vendor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57200" y="433882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Outbound is one shared WO Issuer + resolver; the resolver picks HTTP for Vendor 1 and file for Vendor 2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57200" y="45720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Onboarding a new vendor: reuse an existing adapter if the channel exists, or add one thin adapter if it is new — plus a resolver row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2 — how each vendor flows (event-driven)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Same edge adapters as Option 1. Behind them, the write publishes events and outbound is event-triggered.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Inbound — both channels become commands, then fan out as events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09728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0896" y="1161288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10896" y="1298448"/>
            <a:ext cx="10241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HTTP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109728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" y="1673352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10896" y="1810512"/>
            <a:ext cx="10241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file adapter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371600" y="1344168"/>
            <a:ext cx="2743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344168"/>
            <a:ext cx="0" cy="51206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1856232"/>
            <a:ext cx="2743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1600200"/>
            <a:ext cx="27432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1568196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1371600"/>
            <a:ext cx="128016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56816" y="1417320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 API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56816" y="1554480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one contract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200400" y="1600200"/>
            <a:ext cx="128016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9272" y="1568196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28416" y="1371600"/>
            <a:ext cx="137160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64992" y="141732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Command + handler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64992" y="155448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write status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700016" y="1600200"/>
            <a:ext cx="128016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1568196"/>
            <a:ext cx="91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1371600"/>
            <a:ext cx="109728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14173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25312" y="1600200"/>
            <a:ext cx="128016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1568196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53328" y="1371600"/>
            <a:ext cx="128016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99048" y="1408176"/>
            <a:ext cx="420624" cy="118872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1408176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EVENT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6089904" y="1536192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Event Grid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89904" y="1673352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StatusChanged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7333488" y="1600200"/>
            <a:ext cx="128016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2360" y="1568196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61504" y="1371600"/>
            <a:ext cx="13716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98080" y="141732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CRM, audit, BI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498080" y="155448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subscribers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74320" y="2212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Outbound — event-triggered, Durable Functions delivers via each vendor's adapter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432304"/>
            <a:ext cx="128016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2468880"/>
            <a:ext cx="420624" cy="118872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2468880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EVENT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310896" y="2596896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RepairAssigned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10896" y="2734056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event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1554480" y="2660904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73352" y="2628900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82496" y="2432304"/>
            <a:ext cx="146304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719072" y="247802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Issuer + resolver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145536" y="2660904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64408" y="2628900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73552" y="2432304"/>
            <a:ext cx="13716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319272" y="2468880"/>
            <a:ext cx="245059" cy="118872"/>
          </a:xfrm>
          <a:prstGeom prst="roundRect">
            <a:avLst>
              <a:gd name="adj" fmla="val 2307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9272" y="2468880"/>
            <a:ext cx="245059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DF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3310128" y="2596896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Durable fan-out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310128" y="2734056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per-branch retry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4645152" y="2660904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64024" y="2628900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73168" y="2249424"/>
            <a:ext cx="1554480" cy="38404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809744" y="2295144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adapter → V1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73168" y="2688336"/>
            <a:ext cx="1554480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809744" y="2734056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 → V2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754880" y="2660904"/>
            <a:ext cx="18288" cy="-219456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2660904"/>
            <a:ext cx="18288" cy="22860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92240" y="2249424"/>
            <a:ext cx="11887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528816" y="2295144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492240" y="2688336"/>
            <a:ext cx="11887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528816" y="2734056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327648" y="2441448"/>
            <a:ext cx="164592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83096" y="2409444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27648" y="2880360"/>
            <a:ext cx="164592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83096" y="2848356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3310128"/>
            <a:ext cx="8595360" cy="1536192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57200" y="33832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Option 2 summary for both vendors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57200" y="36576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Same edge adapters as Option 1 — HTTP for Vendor 1, file parse/drop for Vendor 2, nothing changes for the vendors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57200" y="38907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Each status update becomes a command, handled once, then a StatusChanged event fans out to CRM, audit, and analytics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412394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Outbound is triggered by events and delivered by Durable Functions with per-branch retry — a slow file vendor never blocks an HTTP one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57200" y="435711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Event replay covers both: if Vendor 2's file batch or Vendor 1's webhook failed, replay from Event Grid — no manual rebuild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57200" y="45902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consumers (SLA dashboard, BI) subscribe to the same events with no change to either vendor's path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Summary — both vendors, both options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03504"/>
            <a:ext cx="2011680" cy="3657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035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Aspect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603504"/>
            <a:ext cx="2148840" cy="365760"/>
          </a:xfrm>
          <a:prstGeom prst="rect">
            <a:avLst/>
          </a:prstGeom>
          <a:solidFill>
            <a:srgbClr val="065F7B"/>
          </a:solidFill>
          <a:ln w="12700">
            <a:solidFill>
              <a:srgbClr val="065F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60350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Vendor 1 (HTTP)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603504"/>
            <a:ext cx="2148840" cy="36576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60350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Vendor 2 (file)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603504"/>
            <a:ext cx="22860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6035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 the new model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969264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96926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Channel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0" y="969264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96926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D3EE"/>
                </a:solidFill>
              </a:rPr>
              <a:t>HTTP to Service Bus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34840" y="969264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96926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XML file on SFTP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83680" y="969264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96926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Unchanged — vendor keeps its channel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1481328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4813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Today's custom code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1481328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95728" y="148132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D3EE"/>
                </a:solidFill>
              </a:rPr>
              <a:t>Consumer LA + child LA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4840" y="1481328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148132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File poller + XML parser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583680" y="1481328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148132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Replaced by one thin edge adapter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1993392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199339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Entry point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0" y="1993392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95728" y="1993392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D3EE"/>
                </a:solidFill>
              </a:rPr>
              <a:t>Raw Service Bus message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4840" y="1993392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1993392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Polled file pickup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83680" y="1993392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199339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Same Work Order API for both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505456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50545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Inbound latency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286000" y="2505456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95728" y="2505456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D3EE"/>
                </a:solidFill>
              </a:rPr>
              <a:t>Real-time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34840" y="2505456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44568" y="2505456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60-min polling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583680" y="2505456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3408" y="25054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File-arrived trigger, near real-time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017520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01752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Write to Dataverse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286000" y="3017520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95728" y="301752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D3EE"/>
                </a:solidFill>
              </a:rPr>
              <a:t>Per-vendor handler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434840" y="3017520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44568" y="301752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Per-vendor parser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83680" y="3017520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93408" y="30175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One shared handler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3529584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52958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Outbound delivery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286000" y="3529584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95728" y="352958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D3EE"/>
                </a:solidFill>
              </a:rPr>
              <a:t>Per-vendor issue logic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434840" y="3529584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44568" y="352958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Per-vendor file drop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583680" y="3529584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93408" y="352958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Shared issuer + resolver row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4041648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404164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Option 2 adds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286000" y="4041648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95728" y="404164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D3EE"/>
                </a:solidFill>
              </a:rPr>
              <a:t>—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434840" y="4041648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44568" y="404164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—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583680" y="4041648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93408" y="40416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Events, replay, per-branch retry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4320" y="4626864"/>
            <a:ext cx="8595360" cy="310896"/>
          </a:xfrm>
          <a:prstGeom prst="rect">
            <a:avLst/>
          </a:prstGeom>
          <a:solidFill>
            <a:srgbClr val="0D2818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" y="4626864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Bottom line: HTTP and file vendors differ only at the edge adapter. Behind it, one shared platform serves every vendor.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and File Vendors in the New Architecture</dc:title>
  <dc:subject>PptxGenJS Presentation</dc:subject>
  <dc:creator>PptxGenJS</dc:creator>
  <cp:lastModifiedBy>PptxGenJS</cp:lastModifiedBy>
  <cp:revision>1</cp:revision>
  <dcterms:created xsi:type="dcterms:W3CDTF">2026-06-02T18:06:21Z</dcterms:created>
  <dcterms:modified xsi:type="dcterms:W3CDTF">2026-06-02T18:06:21Z</dcterms:modified>
</cp:coreProperties>
</file>
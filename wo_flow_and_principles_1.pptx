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 order issue flow — both options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Outbound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Same trigger and same destination. The difference is how the work order travels in between.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50976"/>
            <a:ext cx="859536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509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1 — API hub: direct, sequential issue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L3 Persist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Dataverse change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entity updated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47088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29968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03120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2103120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02736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85616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143560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143560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3858768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8768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58384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41264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14416" y="143560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14356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5614416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format + 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114032" y="179222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96912" y="137160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0064" y="1435608"/>
            <a:ext cx="526694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435608"/>
            <a:ext cx="5266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external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7370064" y="160934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70064" y="181051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receives WO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2336" y="22677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One call after another — simple to follow. A slow vendor holds the chain; no built-in replay.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688336"/>
            <a:ext cx="8595360" cy="29260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688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Option 2 — event-driven: event-triggered, parallel-capable issue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3172968"/>
            <a:ext cx="384048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172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Event</a:t>
            </a:r>
            <a:endParaRPr lang="en-US" sz="550" dirty="0"/>
          </a:p>
        </p:txBody>
      </p:sp>
      <p:sp>
        <p:nvSpPr>
          <p:cNvPr id="44" name="Text 42"/>
          <p:cNvSpPr/>
          <p:nvPr/>
        </p:nvSpPr>
        <p:spPr>
          <a:xfrm>
            <a:off x="347472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RepairAssigned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event raised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47088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29968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103120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2103120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WO Issuer FA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build work order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02736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785616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58768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58768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3858768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Vendor resolver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58768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channel + format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358384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541264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614416" y="3172968"/>
            <a:ext cx="479146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3172968"/>
            <a:ext cx="4791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L2 Orch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5614416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Durable fan-out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14416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retry per branch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114032" y="3529584"/>
            <a:ext cx="1828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296912" y="3108960"/>
            <a:ext cx="1572768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70064" y="3172968"/>
            <a:ext cx="621792" cy="137160"/>
          </a:xfrm>
          <a:prstGeom prst="roundRect">
            <a:avLst>
              <a:gd name="adj" fmla="val 16667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70064" y="317296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L4 Deliver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7370064" y="3346704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Adapter → vendor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70064" y="354787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25A75"/>
                </a:solidFill>
              </a:rPr>
              <a:t>deliver to one vendor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02336" y="40050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5A75"/>
                </a:solidFill>
              </a:rPr>
              <a:t>Triggered by an event, delivered with per-branch retry, and replayable — one vendor down never blocks others.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43984"/>
            <a:ext cx="8595360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20624" y="444398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D52"/>
                </a:solidFill>
              </a:rPr>
              <a:t>Shared by both:  </a:t>
            </a:r>
            <a:pPr indent="0" marL="0">
              <a:buNone/>
            </a:pPr>
            <a:r>
              <a:rPr lang="en-US" sz="900" dirty="0">
                <a:solidFill>
                  <a:srgbClr val="0F2540"/>
                </a:solidFill>
              </a:rPr>
              <a:t>one work order always goes to one vendor. The issuer and resolver are identical; only the delivery mechanism differs — a direct call (Option 1) versus an event-triggered, retry-per-branch fan-out (Option 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The rules that hold across both options — they are what make the platform scale to 50+ vendors.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8412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Operation-centric, not vendor-centric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The platform is built around what happens — create a repair, issue a work order, update status — not around who the vendor is. Vendors are configuration behind a shared operation, never bespoke pipelines.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Contract first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Here is our form — fill it in our way.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We publish one fixed request format. Every vendor matches it, so we stop writing a custom translator for each one.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Shared core, thin edges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00984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One engine in the middle, a small plug per vendor.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00984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The real work is built once and reused. Only a tiny vendor-specific piece (their format and address) sits at the edge.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71616" y="188366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88366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993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operation, one path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9632" y="2212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All roads merge once you are through the door.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9632" y="2523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However a vendor arrives — web, file, email — the request follows the same internal route. One path to secure and watch.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Config over code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Adding a vendor is a form, not a project.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Onboarding is filling in settings and credentials, not building and deploying new software. The 51st vendor is easy.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72968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One source of truth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00984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Shortcuts never pretend to be the real answer.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00984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Dataverse holds the official record. Fast cached copies speed reads but are never treated as authoritative.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71616" y="3346704"/>
            <a:ext cx="2715768" cy="1335024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71616" y="3346704"/>
            <a:ext cx="2715768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2D52"/>
                </a:solidFill>
              </a:rPr>
              <a:t>See everything in one place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99632" y="36758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85FA5"/>
                </a:solidFill>
              </a:rPr>
              <a:t>One window, not fifty places to check.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9632" y="398678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2540"/>
                </a:solidFill>
              </a:rPr>
              <a:t>Because every operation crosses one front door, logs, metrics, and failures show up in a single dashboard for all vendors.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Observability and resilience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How we see what is happening, and how the platform keeps working when something fails.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1089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Observability stack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APIM analytics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Who called what, how often, success vs error — seen right at the front door.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39696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12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Application Insights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3230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Traces one request end to end across the receiver, handler, and adapters.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80944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54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Log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27355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One place to search every log with queries, across all vendors at once.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822192"/>
            <a:ext cx="4206240" cy="749808"/>
          </a:xfrm>
          <a:prstGeom prst="rect">
            <a:avLst/>
          </a:prstGeom>
          <a:solidFill>
            <a:srgbClr val="EFF6FF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22192"/>
            <a:ext cx="64008" cy="7498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953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D52"/>
                </a:solidFill>
              </a:rPr>
              <a:t>Azure Monitor + alerts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411480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F2540"/>
                </a:solidFill>
              </a:rPr>
              <a:t>Dashboards and automatic alerts — queue backing up, error spike, dead-letters.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206240" cy="31089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914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Resilience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98448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91456" y="1298448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Buffer + 202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accept, queue, reply at once — a downstream slow-down never blocks the vendor.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663440" y="1860804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1860804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Retry with backoff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 failed write retries automatically, waiting longer each time before giving up.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91456" y="2423160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Dead-letter queue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anything that keeps failing is parked safely for review, never silently lost.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663440" y="2985516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91456" y="2985516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Idempotency keys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the same message arriving twice is processed once — no duplicate work orders.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663440" y="3547872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91456" y="3547872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Per-branch isolation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each vendor delivery retries on its own; one vendor down never stalls others.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4663440" y="4110228"/>
            <a:ext cx="4206240" cy="502920"/>
          </a:xfrm>
          <a:prstGeom prst="rect">
            <a:avLst/>
          </a:prstGeom>
          <a:solidFill>
            <a:srgbClr val="F2F6FB"/>
          </a:solidFill>
          <a:ln w="7620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91456" y="4110228"/>
            <a:ext cx="3968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C2D52"/>
                </a:solidFill>
              </a:rPr>
              <a:t>Event replay (Option 2)  </a:t>
            </a:r>
            <a:pPr indent="0" marL="0">
              <a:buNone/>
            </a:pPr>
            <a:r>
              <a:rPr lang="en-US" sz="830" dirty="0">
                <a:solidFill>
                  <a:srgbClr val="0F2540"/>
                </a:solidFill>
              </a:rPr>
              <a:t>— re-run missed work orders for an offline vendor from any point in time.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Order Issue Flow + Architecture Principles</dc:title>
  <dc:subject>PptxGenJS Presentation</dc:subject>
  <dc:creator>PptxGenJS</dc:creator>
  <cp:lastModifiedBy>PptxGenJS</cp:lastModifiedBy>
  <cp:revision>1</cp:revision>
  <dcterms:created xsi:type="dcterms:W3CDTF">2026-06-03T22:07:44Z</dcterms:created>
  <dcterms:modified xsi:type="dcterms:W3CDTF">2026-06-03T22:07:44Z</dcterms:modified>
</cp:coreProperties>
</file>
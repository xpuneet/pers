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notesViewPr>
    <p:cSldViewPr snapToGrid="0">
      <p:cViewPr varScale="1">
        <p:scale>
          <a:sx n="124" d="100"/>
          <a:sy n="124" d="100"/>
        </p:scale>
        <p:origin x="4960" y="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88CEF0-410B-4A09-9DAA-C69989A8E7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6D6FD410-6541-4CC7-B207-96C42C54C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0BF823-44D8-476E-ABE7-FD236F6515DC}" type="datetimeFigureOut">
              <a:rPr lang="en-GB" smtClean="0"/>
              <a:t>21/09/2026</a:t>
            </a:fld>
            <a:endParaRPr lang="en-GB"/>
          </a:p>
        </p:txBody>
      </p:sp>
      <p:sp>
        <p:nvSpPr>
          <p:cNvPr id="4" name="Footer Placeholder 3">
            <a:extLst>
              <a:ext uri="{FF2B5EF4-FFF2-40B4-BE49-F238E27FC236}">
                <a16:creationId xmlns:a16="http://schemas.microsoft.com/office/drawing/2014/main" id="{F60095C3-B54B-4AA4-AA0B-681FA89650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F42D9D9-0D49-4B97-A682-C18B3F9E85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5F6481-3CCF-431D-AFF7-557D9F3FF8F9}" type="slidenum">
              <a:rPr lang="en-GB" smtClean="0"/>
              <a:t>‹#›</a:t>
            </a:fld>
            <a:endParaRPr lang="en-GB"/>
          </a:p>
        </p:txBody>
      </p:sp>
    </p:spTree>
    <p:extLst>
      <p:ext uri="{BB962C8B-B14F-4D97-AF65-F5344CB8AC3E}">
        <p14:creationId xmlns:p14="http://schemas.microsoft.com/office/powerpoint/2010/main" val="2888973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1D62A-EAA6-477D-8A72-F11480030A36}" type="datetimeFigureOut">
              <a:rPr lang="en-GB" smtClean="0"/>
              <a:t>21/09/2026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D5B4B-8B08-423F-8974-503274684D34}" type="slidenum">
              <a:rPr lang="en-GB" smtClean="0"/>
              <a:t>‹#›</a:t>
            </a:fld>
            <a:endParaRPr lang="en-GB"/>
          </a:p>
        </p:txBody>
      </p:sp>
    </p:spTree>
    <p:extLst>
      <p:ext uri="{BB962C8B-B14F-4D97-AF65-F5344CB8AC3E}">
        <p14:creationId xmlns:p14="http://schemas.microsoft.com/office/powerpoint/2010/main" val="1468326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64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19502C-567E-E748-8DF4-E5FBC27E3B5E}"/>
              </a:ext>
            </a:extLst>
          </p:cNvPr>
          <p:cNvSpPr/>
          <p:nvPr userDrawn="1"/>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B5D587-6A6C-4975-AF4F-7459FB848162}"/>
              </a:ext>
            </a:extLst>
          </p:cNvPr>
          <p:cNvSpPr>
            <a:spLocks noGrp="1"/>
          </p:cNvSpPr>
          <p:nvPr>
            <p:ph type="ctrTitle" hasCustomPrompt="1"/>
          </p:nvPr>
        </p:nvSpPr>
        <p:spPr>
          <a:xfrm>
            <a:off x="4284000" y="2232000"/>
            <a:ext cx="7668000" cy="576000"/>
          </a:xfrm>
        </p:spPr>
        <p:txBody>
          <a:bodyPr anchor="t" anchorCtr="0">
            <a:noAutofit/>
          </a:bodyPr>
          <a:lstStyle>
            <a:lvl1pPr algn="l">
              <a:defRPr sz="4500">
                <a:solidFill>
                  <a:schemeClr val="bg1"/>
                </a:solidFill>
                <a:latin typeface="+mj-lt"/>
              </a:defRPr>
            </a:lvl1pPr>
          </a:lstStyle>
          <a:p>
            <a:r>
              <a:rPr lang="en-US" dirty="0"/>
              <a:t>Presentation title</a:t>
            </a:r>
            <a:endParaRPr lang="en-GB" dirty="0"/>
          </a:p>
        </p:txBody>
      </p:sp>
      <p:sp>
        <p:nvSpPr>
          <p:cNvPr id="3" name="Subtitle 2">
            <a:extLst>
              <a:ext uri="{FF2B5EF4-FFF2-40B4-BE49-F238E27FC236}">
                <a16:creationId xmlns:a16="http://schemas.microsoft.com/office/drawing/2014/main" id="{F1F24ED0-E62B-4C25-B719-7CF88B56AD67}"/>
              </a:ext>
            </a:extLst>
          </p:cNvPr>
          <p:cNvSpPr>
            <a:spLocks noGrp="1"/>
          </p:cNvSpPr>
          <p:nvPr>
            <p:ph type="subTitle" idx="1" hasCustomPrompt="1"/>
          </p:nvPr>
        </p:nvSpPr>
        <p:spPr>
          <a:xfrm>
            <a:off x="4284000" y="2816041"/>
            <a:ext cx="7668000" cy="576000"/>
          </a:xfrm>
        </p:spPr>
        <p:txBody>
          <a:bodyPr>
            <a:noAutofit/>
          </a:bodyPr>
          <a:lstStyle>
            <a:lvl1pPr marL="0" indent="0" algn="l">
              <a:buNone/>
              <a:defRPr sz="45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6" name="Slide Number Placeholder 5">
            <a:extLst>
              <a:ext uri="{FF2B5EF4-FFF2-40B4-BE49-F238E27FC236}">
                <a16:creationId xmlns:a16="http://schemas.microsoft.com/office/drawing/2014/main" id="{977F50A6-DF49-40FB-AD77-B8B22500749A}"/>
              </a:ext>
            </a:extLst>
          </p:cNvPr>
          <p:cNvSpPr>
            <a:spLocks noGrp="1"/>
          </p:cNvSpPr>
          <p:nvPr>
            <p:ph type="sldNum" sz="quarter" idx="12"/>
          </p:nvPr>
        </p:nvSpPr>
        <p:spPr/>
        <p:txBody>
          <a:bodyPr/>
          <a:lstStyle>
            <a:lvl1pPr>
              <a:defRPr>
                <a:solidFill>
                  <a:schemeClr val="bg1"/>
                </a:solidFill>
              </a:defRPr>
            </a:lvl1pPr>
          </a:lstStyle>
          <a:p>
            <a:fld id="{A58FD96F-21B2-46E2-AE53-1EAD3D1198D4}" type="slidenum">
              <a:rPr lang="en-GB" smtClean="0"/>
              <a:pPr/>
              <a:t>‹#›</a:t>
            </a:fld>
            <a:endParaRPr lang="en-GB"/>
          </a:p>
        </p:txBody>
      </p:sp>
      <p:sp>
        <p:nvSpPr>
          <p:cNvPr id="9" name="Text Placeholder 8">
            <a:extLst>
              <a:ext uri="{FF2B5EF4-FFF2-40B4-BE49-F238E27FC236}">
                <a16:creationId xmlns:a16="http://schemas.microsoft.com/office/drawing/2014/main" id="{52391E2A-4CDA-8844-93BC-12BACE14FBC9}"/>
              </a:ext>
            </a:extLst>
          </p:cNvPr>
          <p:cNvSpPr>
            <a:spLocks noGrp="1"/>
          </p:cNvSpPr>
          <p:nvPr>
            <p:ph type="body" sz="quarter" idx="13" hasCustomPrompt="1"/>
          </p:nvPr>
        </p:nvSpPr>
        <p:spPr>
          <a:xfrm>
            <a:off x="4284000" y="432000"/>
            <a:ext cx="3240000" cy="288000"/>
          </a:xfrm>
        </p:spPr>
        <p:txBody>
          <a:bodyPr>
            <a:normAutofit/>
          </a:bodyPr>
          <a:lstStyle>
            <a:lvl1pPr marL="0" indent="0">
              <a:buNone/>
              <a:defRPr sz="2250">
                <a:solidFill>
                  <a:schemeClr val="bg1"/>
                </a:solidFill>
                <a:latin typeface="+mj-lt"/>
              </a:defRPr>
            </a:lvl1pPr>
            <a:lvl2pPr marL="457200" indent="0">
              <a:buNone/>
              <a:defRPr/>
            </a:lvl2pPr>
          </a:lstStyle>
          <a:p>
            <a:pPr lvl="0"/>
            <a:r>
              <a:rPr lang="en-GB" dirty="0"/>
              <a:t>01 Month 2020</a:t>
            </a:r>
          </a:p>
        </p:txBody>
      </p:sp>
    </p:spTree>
    <p:extLst>
      <p:ext uri="{BB962C8B-B14F-4D97-AF65-F5344CB8AC3E}">
        <p14:creationId xmlns:p14="http://schemas.microsoft.com/office/powerpoint/2010/main" val="310039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D587-6A6C-4975-AF4F-7459FB848162}"/>
              </a:ext>
            </a:extLst>
          </p:cNvPr>
          <p:cNvSpPr>
            <a:spLocks noGrp="1"/>
          </p:cNvSpPr>
          <p:nvPr>
            <p:ph type="ctrTitle" hasCustomPrompt="1"/>
          </p:nvPr>
        </p:nvSpPr>
        <p:spPr>
          <a:xfrm>
            <a:off x="4284000" y="2232000"/>
            <a:ext cx="7668000" cy="576000"/>
          </a:xfrm>
        </p:spPr>
        <p:txBody>
          <a:bodyPr anchor="t" anchorCtr="0">
            <a:noAutofit/>
          </a:bodyPr>
          <a:lstStyle>
            <a:lvl1pPr algn="l">
              <a:defRPr sz="4500">
                <a:solidFill>
                  <a:schemeClr val="bg1"/>
                </a:solidFill>
                <a:latin typeface="+mj-lt"/>
              </a:defRPr>
            </a:lvl1pPr>
          </a:lstStyle>
          <a:p>
            <a:r>
              <a:rPr lang="en-US" dirty="0"/>
              <a:t>Divider page title</a:t>
            </a:r>
            <a:endParaRPr lang="en-GB" dirty="0"/>
          </a:p>
        </p:txBody>
      </p:sp>
      <p:sp>
        <p:nvSpPr>
          <p:cNvPr id="3" name="Subtitle 2">
            <a:extLst>
              <a:ext uri="{FF2B5EF4-FFF2-40B4-BE49-F238E27FC236}">
                <a16:creationId xmlns:a16="http://schemas.microsoft.com/office/drawing/2014/main" id="{F1F24ED0-E62B-4C25-B719-7CF88B56AD67}"/>
              </a:ext>
            </a:extLst>
          </p:cNvPr>
          <p:cNvSpPr>
            <a:spLocks noGrp="1"/>
          </p:cNvSpPr>
          <p:nvPr>
            <p:ph type="subTitle" idx="1" hasCustomPrompt="1"/>
          </p:nvPr>
        </p:nvSpPr>
        <p:spPr>
          <a:xfrm>
            <a:off x="4284000" y="2816041"/>
            <a:ext cx="7668000" cy="576000"/>
          </a:xfrm>
        </p:spPr>
        <p:txBody>
          <a:bodyPr>
            <a:noAutofit/>
          </a:bodyPr>
          <a:lstStyle>
            <a:lvl1pPr marL="0" indent="0" algn="l">
              <a:buNone/>
              <a:defRPr sz="45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endParaRPr lang="en-GB"/>
          </a:p>
        </p:txBody>
      </p:sp>
      <p:sp>
        <p:nvSpPr>
          <p:cNvPr id="6" name="Slide Number Placeholder 5">
            <a:extLst>
              <a:ext uri="{FF2B5EF4-FFF2-40B4-BE49-F238E27FC236}">
                <a16:creationId xmlns:a16="http://schemas.microsoft.com/office/drawing/2014/main" id="{977F50A6-DF49-40FB-AD77-B8B22500749A}"/>
              </a:ext>
            </a:extLst>
          </p:cNvPr>
          <p:cNvSpPr>
            <a:spLocks noGrp="1"/>
          </p:cNvSpPr>
          <p:nvPr>
            <p:ph type="sldNum" sz="quarter" idx="12"/>
          </p:nvPr>
        </p:nvSpPr>
        <p:spPr/>
        <p:txBody>
          <a:bodyPr/>
          <a:lstStyle>
            <a:lvl1pPr>
              <a:defRPr>
                <a:solidFill>
                  <a:schemeClr val="bg1"/>
                </a:solidFill>
              </a:defRPr>
            </a:lvl1pPr>
          </a:lstStyle>
          <a:p>
            <a:fld id="{A58FD96F-21B2-46E2-AE53-1EAD3D1198D4}" type="slidenum">
              <a:rPr lang="en-GB" smtClean="0"/>
              <a:pPr/>
              <a:t>‹#›</a:t>
            </a:fld>
            <a:endParaRPr lang="en-GB"/>
          </a:p>
        </p:txBody>
      </p:sp>
      <p:pic>
        <p:nvPicPr>
          <p:cNvPr id="8" name="Picture 7">
            <a:extLst>
              <a:ext uri="{FF2B5EF4-FFF2-40B4-BE49-F238E27FC236}">
                <a16:creationId xmlns:a16="http://schemas.microsoft.com/office/drawing/2014/main" id="{4ED0C494-4023-7F4E-A0BC-142346DC337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88299" y="6323484"/>
            <a:ext cx="857758" cy="318516"/>
          </a:xfrm>
          <a:prstGeom prst="rect">
            <a:avLst/>
          </a:prstGeom>
        </p:spPr>
      </p:pic>
    </p:spTree>
    <p:extLst>
      <p:ext uri="{BB962C8B-B14F-4D97-AF65-F5344CB8AC3E}">
        <p14:creationId xmlns:p14="http://schemas.microsoft.com/office/powerpoint/2010/main" val="832086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ext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71477FD-E8A8-ED47-8E80-E5021B465AED}"/>
              </a:ext>
            </a:extLst>
          </p:cNvPr>
          <p:cNvSpPr/>
          <p:nvPr userDrawn="1"/>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5352D4-4DE5-4E9D-A342-AA7CF37CD037}"/>
              </a:ext>
            </a:extLst>
          </p:cNvPr>
          <p:cNvSpPr>
            <a:spLocks noGrp="1"/>
          </p:cNvSpPr>
          <p:nvPr>
            <p:ph type="title"/>
          </p:nvPr>
        </p:nvSpPr>
        <p:spPr>
          <a:xfrm>
            <a:off x="287999" y="396000"/>
            <a:ext cx="11664000" cy="324000"/>
          </a:xfrm>
        </p:spPr>
        <p:txBody>
          <a:bodyPr>
            <a:noAutofit/>
          </a:bodyPr>
          <a:lstStyle/>
          <a:p>
            <a:r>
              <a:rPr lang="en-GB"/>
              <a:t>Click to edit Master title style</a:t>
            </a:r>
          </a:p>
        </p:txBody>
      </p:sp>
      <p:sp>
        <p:nvSpPr>
          <p:cNvPr id="6" name="Slide Number Placeholder 5">
            <a:extLst>
              <a:ext uri="{FF2B5EF4-FFF2-40B4-BE49-F238E27FC236}">
                <a16:creationId xmlns:a16="http://schemas.microsoft.com/office/drawing/2014/main" id="{22455495-2822-4D2C-8BD8-20BB02CB5FB1}"/>
              </a:ext>
            </a:extLst>
          </p:cNvPr>
          <p:cNvSpPr>
            <a:spLocks noGrp="1"/>
          </p:cNvSpPr>
          <p:nvPr>
            <p:ph type="sldNum" sz="quarter" idx="12"/>
          </p:nvPr>
        </p:nvSpPr>
        <p:spPr/>
        <p:txBody>
          <a:bodyPr/>
          <a:lstStyle/>
          <a:p>
            <a:fld id="{A58FD96F-21B2-46E2-AE53-1EAD3D1198D4}" type="slidenum">
              <a:rPr lang="en-GB" smtClean="0"/>
              <a:t>‹#›</a:t>
            </a:fld>
            <a:endParaRPr lang="en-GB"/>
          </a:p>
        </p:txBody>
      </p:sp>
      <p:sp>
        <p:nvSpPr>
          <p:cNvPr id="9" name="Text Placeholder 8">
            <a:extLst>
              <a:ext uri="{FF2B5EF4-FFF2-40B4-BE49-F238E27FC236}">
                <a16:creationId xmlns:a16="http://schemas.microsoft.com/office/drawing/2014/main" id="{54515FF2-736A-034B-9FA6-AD18C7530C75}"/>
              </a:ext>
            </a:extLst>
          </p:cNvPr>
          <p:cNvSpPr>
            <a:spLocks noGrp="1"/>
          </p:cNvSpPr>
          <p:nvPr>
            <p:ph type="body" sz="quarter" idx="13"/>
          </p:nvPr>
        </p:nvSpPr>
        <p:spPr>
          <a:xfrm>
            <a:off x="287998" y="1260000"/>
            <a:ext cx="11664001" cy="5040000"/>
          </a:xfrm>
        </p:spPr>
        <p:txBody>
          <a:bodyPr numCol="2" spcCol="54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17F905A3-DF64-8B43-A11B-C17B15AC6134}"/>
              </a:ext>
            </a:extLst>
          </p:cNvPr>
          <p:cNvSpPr>
            <a:spLocks noGrp="1"/>
          </p:cNvSpPr>
          <p:nvPr>
            <p:ph type="body" sz="quarter" idx="14" hasCustomPrompt="1"/>
          </p:nvPr>
        </p:nvSpPr>
        <p:spPr>
          <a:xfrm>
            <a:off x="287998" y="702000"/>
            <a:ext cx="11664001" cy="324000"/>
          </a:xfrm>
        </p:spPr>
        <p:txBody>
          <a:bodyPr>
            <a:noAutofit/>
          </a:bodyPr>
          <a:lstStyle>
            <a:lvl1pPr marL="0" indent="0">
              <a:buNone/>
              <a:defRPr sz="2250">
                <a:latin typeface="+mj-lt"/>
              </a:defRPr>
            </a:lvl1pPr>
            <a:lvl2pPr marL="216000" indent="0">
              <a:buNone/>
              <a:defRPr/>
            </a:lvl2pPr>
          </a:lstStyle>
          <a:p>
            <a:pPr lvl="0"/>
            <a:r>
              <a:rPr lang="en-GB"/>
              <a:t>Subtitle</a:t>
            </a:r>
          </a:p>
        </p:txBody>
      </p:sp>
    </p:spTree>
    <p:extLst>
      <p:ext uri="{BB962C8B-B14F-4D97-AF65-F5344CB8AC3E}">
        <p14:creationId xmlns:p14="http://schemas.microsoft.com/office/powerpoint/2010/main" val="21482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Text Columns with Images and Box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52D4-4DE5-4E9D-A342-AA7CF37CD037}"/>
              </a:ext>
            </a:extLst>
          </p:cNvPr>
          <p:cNvSpPr>
            <a:spLocks noGrp="1"/>
          </p:cNvSpPr>
          <p:nvPr>
            <p:ph type="title"/>
          </p:nvPr>
        </p:nvSpPr>
        <p:spPr>
          <a:xfrm>
            <a:off x="287999" y="396000"/>
            <a:ext cx="11602799" cy="324000"/>
          </a:xfrm>
        </p:spPr>
        <p:txBody>
          <a:bodyPr/>
          <a:lstStyle/>
          <a:p>
            <a:r>
              <a:rPr lang="en-GB"/>
              <a:t>Click to edit Master title style</a:t>
            </a:r>
          </a:p>
        </p:txBody>
      </p:sp>
      <p:sp>
        <p:nvSpPr>
          <p:cNvPr id="6" name="Slide Number Placeholder 5">
            <a:extLst>
              <a:ext uri="{FF2B5EF4-FFF2-40B4-BE49-F238E27FC236}">
                <a16:creationId xmlns:a16="http://schemas.microsoft.com/office/drawing/2014/main" id="{22455495-2822-4D2C-8BD8-20BB02CB5FB1}"/>
              </a:ext>
            </a:extLst>
          </p:cNvPr>
          <p:cNvSpPr>
            <a:spLocks noGrp="1"/>
          </p:cNvSpPr>
          <p:nvPr>
            <p:ph type="sldNum" sz="quarter" idx="12"/>
          </p:nvPr>
        </p:nvSpPr>
        <p:spPr/>
        <p:txBody>
          <a:bodyPr/>
          <a:lstStyle/>
          <a:p>
            <a:fld id="{A58FD96F-21B2-46E2-AE53-1EAD3D1198D4}" type="slidenum">
              <a:rPr lang="en-GB" smtClean="0"/>
              <a:t>‹#›</a:t>
            </a:fld>
            <a:endParaRPr lang="en-GB"/>
          </a:p>
        </p:txBody>
      </p:sp>
      <p:sp>
        <p:nvSpPr>
          <p:cNvPr id="9" name="Text Placeholder 8">
            <a:extLst>
              <a:ext uri="{FF2B5EF4-FFF2-40B4-BE49-F238E27FC236}">
                <a16:creationId xmlns:a16="http://schemas.microsoft.com/office/drawing/2014/main" id="{54515FF2-736A-034B-9FA6-AD18C7530C75}"/>
              </a:ext>
            </a:extLst>
          </p:cNvPr>
          <p:cNvSpPr>
            <a:spLocks noGrp="1"/>
          </p:cNvSpPr>
          <p:nvPr>
            <p:ph type="body" sz="quarter" idx="13"/>
          </p:nvPr>
        </p:nvSpPr>
        <p:spPr>
          <a:xfrm>
            <a:off x="287999" y="1260000"/>
            <a:ext cx="7668000" cy="5040000"/>
          </a:xfrm>
        </p:spPr>
        <p:txBody>
          <a:bodyPr numCol="2" spcCol="360000"/>
          <a:lstStyle>
            <a:lvl5pPr marL="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Text Placeholder 9">
            <a:extLst>
              <a:ext uri="{FF2B5EF4-FFF2-40B4-BE49-F238E27FC236}">
                <a16:creationId xmlns:a16="http://schemas.microsoft.com/office/drawing/2014/main" id="{C0E5512A-C41C-CB48-81D4-441A70C24646}"/>
              </a:ext>
            </a:extLst>
          </p:cNvPr>
          <p:cNvSpPr>
            <a:spLocks noGrp="1"/>
          </p:cNvSpPr>
          <p:nvPr>
            <p:ph type="body" sz="quarter" idx="15"/>
          </p:nvPr>
        </p:nvSpPr>
        <p:spPr>
          <a:xfrm>
            <a:off x="4326339" y="4776788"/>
            <a:ext cx="7560000" cy="1558925"/>
          </a:xfrm>
          <a:solidFill>
            <a:schemeClr val="tx2"/>
          </a:solidFill>
        </p:spPr>
        <p:txBody>
          <a:bodyPr lIns="108000" tIns="108000" rIns="108000" bIns="108000">
            <a:noAutofit/>
          </a:bodyPr>
          <a:lstStyle>
            <a:lvl1pPr marL="0" indent="0">
              <a:buNone/>
              <a:defRPr sz="1100">
                <a:solidFill>
                  <a:schemeClr val="bg1"/>
                </a:solidFill>
                <a:latin typeface="+mj-lt"/>
              </a:defRPr>
            </a:lvl1pPr>
          </a:lstStyle>
          <a:p>
            <a:pPr lvl="0"/>
            <a:r>
              <a:rPr lang="en-GB"/>
              <a:t>Click to edit Master text styles</a:t>
            </a:r>
          </a:p>
        </p:txBody>
      </p:sp>
      <p:sp>
        <p:nvSpPr>
          <p:cNvPr id="12" name="Content Placeholder 11">
            <a:extLst>
              <a:ext uri="{FF2B5EF4-FFF2-40B4-BE49-F238E27FC236}">
                <a16:creationId xmlns:a16="http://schemas.microsoft.com/office/drawing/2014/main" id="{E0649BBA-E598-704B-9283-3C46EC20AA3F}"/>
              </a:ext>
            </a:extLst>
          </p:cNvPr>
          <p:cNvSpPr>
            <a:spLocks noGrp="1"/>
          </p:cNvSpPr>
          <p:nvPr>
            <p:ph sz="quarter" idx="16"/>
          </p:nvPr>
        </p:nvSpPr>
        <p:spPr>
          <a:xfrm>
            <a:off x="8229600" y="1260000"/>
            <a:ext cx="3660775" cy="3327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3">
            <a:extLst>
              <a:ext uri="{FF2B5EF4-FFF2-40B4-BE49-F238E27FC236}">
                <a16:creationId xmlns:a16="http://schemas.microsoft.com/office/drawing/2014/main" id="{86213CA7-2297-9549-B513-E6387429BD00}"/>
              </a:ext>
            </a:extLst>
          </p:cNvPr>
          <p:cNvSpPr>
            <a:spLocks noGrp="1"/>
          </p:cNvSpPr>
          <p:nvPr>
            <p:ph type="body" sz="quarter" idx="14" hasCustomPrompt="1"/>
          </p:nvPr>
        </p:nvSpPr>
        <p:spPr>
          <a:xfrm>
            <a:off x="287998" y="702000"/>
            <a:ext cx="11664001" cy="324000"/>
          </a:xfrm>
        </p:spPr>
        <p:txBody>
          <a:bodyPr>
            <a:noAutofit/>
          </a:bodyPr>
          <a:lstStyle>
            <a:lvl1pPr marL="0" indent="0">
              <a:buNone/>
              <a:defRPr sz="2250">
                <a:latin typeface="+mj-lt"/>
              </a:defRPr>
            </a:lvl1pPr>
            <a:lvl2pPr marL="216000" indent="0">
              <a:buNone/>
              <a:defRPr/>
            </a:lvl2pPr>
          </a:lstStyle>
          <a:p>
            <a:pPr lvl="0"/>
            <a:r>
              <a:rPr lang="en-GB"/>
              <a:t>Subtitle</a:t>
            </a:r>
          </a:p>
        </p:txBody>
      </p:sp>
    </p:spTree>
    <p:extLst>
      <p:ext uri="{BB962C8B-B14F-4D97-AF65-F5344CB8AC3E}">
        <p14:creationId xmlns:p14="http://schemas.microsoft.com/office/powerpoint/2010/main" val="424335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3F68-8CA1-4A54-A511-10982D57EDB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03C81E5-9424-4ACC-85EB-F3567D8DA4AF}"/>
              </a:ext>
            </a:extLst>
          </p:cNvPr>
          <p:cNvSpPr>
            <a:spLocks noGrp="1"/>
          </p:cNvSpPr>
          <p:nvPr>
            <p:ph sz="half" idx="1"/>
          </p:nvPr>
        </p:nvSpPr>
        <p:spPr>
          <a:xfrm>
            <a:off x="288000" y="1260000"/>
            <a:ext cx="3708000" cy="504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25F23E64-5608-4C18-A391-541B243BBB09}"/>
              </a:ext>
            </a:extLst>
          </p:cNvPr>
          <p:cNvSpPr>
            <a:spLocks noGrp="1"/>
          </p:cNvSpPr>
          <p:nvPr>
            <p:ph sz="half" idx="2"/>
          </p:nvPr>
        </p:nvSpPr>
        <p:spPr>
          <a:xfrm>
            <a:off x="4266000" y="1260000"/>
            <a:ext cx="3708000" cy="504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6">
            <a:extLst>
              <a:ext uri="{FF2B5EF4-FFF2-40B4-BE49-F238E27FC236}">
                <a16:creationId xmlns:a16="http://schemas.microsoft.com/office/drawing/2014/main" id="{EE1DC898-D739-4A13-A308-AC206C68B750}"/>
              </a:ext>
            </a:extLst>
          </p:cNvPr>
          <p:cNvSpPr>
            <a:spLocks noGrp="1"/>
          </p:cNvSpPr>
          <p:nvPr>
            <p:ph type="sldNum" sz="quarter" idx="12"/>
          </p:nvPr>
        </p:nvSpPr>
        <p:spPr/>
        <p:txBody>
          <a:bodyPr/>
          <a:lstStyle/>
          <a:p>
            <a:fld id="{A58FD96F-21B2-46E2-AE53-1EAD3D1198D4}" type="slidenum">
              <a:rPr lang="en-GB" smtClean="0"/>
              <a:t>‹#›</a:t>
            </a:fld>
            <a:endParaRPr lang="en-GB"/>
          </a:p>
        </p:txBody>
      </p:sp>
      <p:sp>
        <p:nvSpPr>
          <p:cNvPr id="8" name="Content Placeholder 3">
            <a:extLst>
              <a:ext uri="{FF2B5EF4-FFF2-40B4-BE49-F238E27FC236}">
                <a16:creationId xmlns:a16="http://schemas.microsoft.com/office/drawing/2014/main" id="{405D00CB-07BC-FC48-8C35-CB96E14682B4}"/>
              </a:ext>
            </a:extLst>
          </p:cNvPr>
          <p:cNvSpPr>
            <a:spLocks noGrp="1"/>
          </p:cNvSpPr>
          <p:nvPr>
            <p:ph sz="half" idx="13"/>
          </p:nvPr>
        </p:nvSpPr>
        <p:spPr>
          <a:xfrm>
            <a:off x="8244000" y="1277092"/>
            <a:ext cx="3708000" cy="504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3">
            <a:extLst>
              <a:ext uri="{FF2B5EF4-FFF2-40B4-BE49-F238E27FC236}">
                <a16:creationId xmlns:a16="http://schemas.microsoft.com/office/drawing/2014/main" id="{85E2D39B-1087-7C4E-838C-54723E7308CC}"/>
              </a:ext>
            </a:extLst>
          </p:cNvPr>
          <p:cNvSpPr>
            <a:spLocks noGrp="1"/>
          </p:cNvSpPr>
          <p:nvPr>
            <p:ph type="body" sz="quarter" idx="14" hasCustomPrompt="1"/>
          </p:nvPr>
        </p:nvSpPr>
        <p:spPr>
          <a:xfrm>
            <a:off x="287998" y="702000"/>
            <a:ext cx="11664001" cy="324000"/>
          </a:xfrm>
        </p:spPr>
        <p:txBody>
          <a:bodyPr>
            <a:noAutofit/>
          </a:bodyPr>
          <a:lstStyle>
            <a:lvl1pPr marL="0" indent="0">
              <a:buNone/>
              <a:defRPr sz="2250">
                <a:latin typeface="+mj-lt"/>
              </a:defRPr>
            </a:lvl1pPr>
            <a:lvl2pPr marL="216000" indent="0">
              <a:buNone/>
              <a:defRPr/>
            </a:lvl2pPr>
          </a:lstStyle>
          <a:p>
            <a:pPr lvl="0"/>
            <a:r>
              <a:rPr lang="en-GB"/>
              <a:t>Subtitle</a:t>
            </a:r>
          </a:p>
        </p:txBody>
      </p:sp>
    </p:spTree>
    <p:extLst>
      <p:ext uri="{BB962C8B-B14F-4D97-AF65-F5344CB8AC3E}">
        <p14:creationId xmlns:p14="http://schemas.microsoft.com/office/powerpoint/2010/main" val="290205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3F68-8CA1-4A54-A511-10982D57EDB0}"/>
              </a:ext>
            </a:extLst>
          </p:cNvPr>
          <p:cNvSpPr>
            <a:spLocks noGrp="1"/>
          </p:cNvSpPr>
          <p:nvPr>
            <p:ph type="title"/>
          </p:nvPr>
        </p:nvSpPr>
        <p:spPr/>
        <p:txBody>
          <a:bodyPr/>
          <a:lstStyle/>
          <a:p>
            <a:r>
              <a:rPr lang="en-GB"/>
              <a:t>Click to edit Master title style</a:t>
            </a:r>
          </a:p>
        </p:txBody>
      </p:sp>
      <p:sp>
        <p:nvSpPr>
          <p:cNvPr id="4" name="Content Placeholder 3">
            <a:extLst>
              <a:ext uri="{FF2B5EF4-FFF2-40B4-BE49-F238E27FC236}">
                <a16:creationId xmlns:a16="http://schemas.microsoft.com/office/drawing/2014/main" id="{25F23E64-5608-4C18-A391-541B243BBB09}"/>
              </a:ext>
            </a:extLst>
          </p:cNvPr>
          <p:cNvSpPr>
            <a:spLocks noGrp="1"/>
          </p:cNvSpPr>
          <p:nvPr>
            <p:ph sz="half" idx="2"/>
          </p:nvPr>
        </p:nvSpPr>
        <p:spPr>
          <a:xfrm>
            <a:off x="4266000" y="1260000"/>
            <a:ext cx="7686000" cy="504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6">
            <a:extLst>
              <a:ext uri="{FF2B5EF4-FFF2-40B4-BE49-F238E27FC236}">
                <a16:creationId xmlns:a16="http://schemas.microsoft.com/office/drawing/2014/main" id="{EE1DC898-D739-4A13-A308-AC206C68B750}"/>
              </a:ext>
            </a:extLst>
          </p:cNvPr>
          <p:cNvSpPr>
            <a:spLocks noGrp="1"/>
          </p:cNvSpPr>
          <p:nvPr>
            <p:ph type="sldNum" sz="quarter" idx="12"/>
          </p:nvPr>
        </p:nvSpPr>
        <p:spPr/>
        <p:txBody>
          <a:bodyPr/>
          <a:lstStyle/>
          <a:p>
            <a:fld id="{A58FD96F-21B2-46E2-AE53-1EAD3D1198D4}" type="slidenum">
              <a:rPr lang="en-GB" smtClean="0"/>
              <a:t>‹#›</a:t>
            </a:fld>
            <a:endParaRPr lang="en-GB"/>
          </a:p>
        </p:txBody>
      </p:sp>
      <p:sp>
        <p:nvSpPr>
          <p:cNvPr id="6" name="Text Placeholder 5">
            <a:extLst>
              <a:ext uri="{FF2B5EF4-FFF2-40B4-BE49-F238E27FC236}">
                <a16:creationId xmlns:a16="http://schemas.microsoft.com/office/drawing/2014/main" id="{0365F3D9-FCF9-E848-A922-B85CCE4B86C3}"/>
              </a:ext>
            </a:extLst>
          </p:cNvPr>
          <p:cNvSpPr>
            <a:spLocks noGrp="1"/>
          </p:cNvSpPr>
          <p:nvPr>
            <p:ph type="body" sz="quarter" idx="13"/>
          </p:nvPr>
        </p:nvSpPr>
        <p:spPr>
          <a:xfrm>
            <a:off x="287738" y="1260475"/>
            <a:ext cx="3708000" cy="5040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3">
            <a:extLst>
              <a:ext uri="{FF2B5EF4-FFF2-40B4-BE49-F238E27FC236}">
                <a16:creationId xmlns:a16="http://schemas.microsoft.com/office/drawing/2014/main" id="{D4385DCC-53E0-E144-AA6A-AB42C7BD8A47}"/>
              </a:ext>
            </a:extLst>
          </p:cNvPr>
          <p:cNvSpPr>
            <a:spLocks noGrp="1"/>
          </p:cNvSpPr>
          <p:nvPr>
            <p:ph type="body" sz="quarter" idx="14" hasCustomPrompt="1"/>
          </p:nvPr>
        </p:nvSpPr>
        <p:spPr>
          <a:xfrm>
            <a:off x="287998" y="702000"/>
            <a:ext cx="11664001" cy="324000"/>
          </a:xfrm>
        </p:spPr>
        <p:txBody>
          <a:bodyPr>
            <a:noAutofit/>
          </a:bodyPr>
          <a:lstStyle>
            <a:lvl1pPr marL="0" indent="0">
              <a:buNone/>
              <a:defRPr sz="2250">
                <a:latin typeface="+mj-lt"/>
              </a:defRPr>
            </a:lvl1pPr>
            <a:lvl2pPr marL="216000" indent="0">
              <a:buNone/>
              <a:defRPr/>
            </a:lvl2pPr>
          </a:lstStyle>
          <a:p>
            <a:pPr lvl="0"/>
            <a:r>
              <a:rPr lang="en-GB"/>
              <a:t>Subtitle</a:t>
            </a:r>
          </a:p>
        </p:txBody>
      </p:sp>
    </p:spTree>
    <p:extLst>
      <p:ext uri="{BB962C8B-B14F-4D97-AF65-F5344CB8AC3E}">
        <p14:creationId xmlns:p14="http://schemas.microsoft.com/office/powerpoint/2010/main" val="3996806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BEC08-0C20-46DD-BF50-3CB388C014FA}"/>
              </a:ext>
            </a:extLst>
          </p:cNvPr>
          <p:cNvSpPr>
            <a:spLocks noGrp="1"/>
          </p:cNvSpPr>
          <p:nvPr>
            <p:ph type="title"/>
          </p:nvPr>
        </p:nvSpPr>
        <p:spPr/>
        <p:txBody>
          <a:bodyPr/>
          <a:lstStyle/>
          <a:p>
            <a:r>
              <a:rPr lang="en-GB"/>
              <a:t>Click to edit Master title style</a:t>
            </a:r>
          </a:p>
        </p:txBody>
      </p:sp>
      <p:sp>
        <p:nvSpPr>
          <p:cNvPr id="5" name="Slide Number Placeholder 4">
            <a:extLst>
              <a:ext uri="{FF2B5EF4-FFF2-40B4-BE49-F238E27FC236}">
                <a16:creationId xmlns:a16="http://schemas.microsoft.com/office/drawing/2014/main" id="{6CD8B5AD-7CA8-4CA6-8DD4-E3FA596251CD}"/>
              </a:ext>
            </a:extLst>
          </p:cNvPr>
          <p:cNvSpPr>
            <a:spLocks noGrp="1"/>
          </p:cNvSpPr>
          <p:nvPr>
            <p:ph type="sldNum" sz="quarter" idx="12"/>
          </p:nvPr>
        </p:nvSpPr>
        <p:spPr/>
        <p:txBody>
          <a:bodyPr/>
          <a:lstStyle/>
          <a:p>
            <a:fld id="{A58FD96F-21B2-46E2-AE53-1EAD3D1198D4}" type="slidenum">
              <a:rPr lang="en-GB" smtClean="0"/>
              <a:t>‹#›</a:t>
            </a:fld>
            <a:endParaRPr lang="en-GB"/>
          </a:p>
        </p:txBody>
      </p:sp>
    </p:spTree>
    <p:extLst>
      <p:ext uri="{BB962C8B-B14F-4D97-AF65-F5344CB8AC3E}">
        <p14:creationId xmlns:p14="http://schemas.microsoft.com/office/powerpoint/2010/main" val="2528133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999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8486DD-DC80-4105-B5C1-F24DF1E13228}"/>
              </a:ext>
            </a:extLst>
          </p:cNvPr>
          <p:cNvSpPr>
            <a:spLocks noGrp="1"/>
          </p:cNvSpPr>
          <p:nvPr>
            <p:ph type="title"/>
          </p:nvPr>
        </p:nvSpPr>
        <p:spPr>
          <a:xfrm>
            <a:off x="288000" y="396000"/>
            <a:ext cx="11664000" cy="324000"/>
          </a:xfrm>
          <a:prstGeom prst="rect">
            <a:avLst/>
          </a:prstGeom>
        </p:spPr>
        <p:txBody>
          <a:bodyPr vert="horz" lIns="0" tIns="0" rIns="0" bIns="0" rtlCol="0" anchor="t" anchorCtr="0">
            <a:noAutofit/>
          </a:bodyPr>
          <a:lstStyle/>
          <a:p>
            <a:r>
              <a:rPr lang="en-GB"/>
              <a:t>Click to edit Master title style</a:t>
            </a:r>
          </a:p>
        </p:txBody>
      </p:sp>
      <p:sp>
        <p:nvSpPr>
          <p:cNvPr id="3" name="Text Placeholder 2">
            <a:extLst>
              <a:ext uri="{FF2B5EF4-FFF2-40B4-BE49-F238E27FC236}">
                <a16:creationId xmlns:a16="http://schemas.microsoft.com/office/drawing/2014/main" id="{09211E34-3616-4A64-8CC2-B6148A83C08B}"/>
              </a:ext>
            </a:extLst>
          </p:cNvPr>
          <p:cNvSpPr>
            <a:spLocks noGrp="1"/>
          </p:cNvSpPr>
          <p:nvPr>
            <p:ph type="body" idx="1"/>
          </p:nvPr>
        </p:nvSpPr>
        <p:spPr>
          <a:xfrm>
            <a:off x="288000" y="1260000"/>
            <a:ext cx="11664000" cy="4351338"/>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1975616D-0293-4E67-9011-BACFE61DECB6}"/>
              </a:ext>
            </a:extLst>
          </p:cNvPr>
          <p:cNvSpPr>
            <a:spLocks noGrp="1"/>
          </p:cNvSpPr>
          <p:nvPr>
            <p:ph type="dt" sz="half" idx="2"/>
          </p:nvPr>
        </p:nvSpPr>
        <p:spPr>
          <a:xfrm>
            <a:off x="288000" y="6426000"/>
            <a:ext cx="2743200" cy="216000"/>
          </a:xfrm>
          <a:prstGeom prst="rect">
            <a:avLst/>
          </a:prstGeom>
        </p:spPr>
        <p:txBody>
          <a:bodyPr vert="horz" lIns="0" tIns="0" rIns="0" bIns="0" rtlCol="0" anchor="t" anchorCtr="0"/>
          <a:lstStyle>
            <a:lvl1pPr algn="l">
              <a:defRPr sz="1100">
                <a:solidFill>
                  <a:schemeClr val="tx1"/>
                </a:solidFill>
              </a:defRPr>
            </a:lvl1pPr>
          </a:lstStyle>
          <a:p>
            <a:endParaRPr lang="en-GB"/>
          </a:p>
        </p:txBody>
      </p:sp>
      <p:sp>
        <p:nvSpPr>
          <p:cNvPr id="5" name="Footer Placeholder 4">
            <a:extLst>
              <a:ext uri="{FF2B5EF4-FFF2-40B4-BE49-F238E27FC236}">
                <a16:creationId xmlns:a16="http://schemas.microsoft.com/office/drawing/2014/main" id="{DEB93153-1063-4BCC-93D0-269BCCE6EA64}"/>
              </a:ext>
            </a:extLst>
          </p:cNvPr>
          <p:cNvSpPr>
            <a:spLocks noGrp="1"/>
          </p:cNvSpPr>
          <p:nvPr>
            <p:ph type="ftr" sz="quarter" idx="3"/>
          </p:nvPr>
        </p:nvSpPr>
        <p:spPr>
          <a:xfrm>
            <a:off x="4038600" y="6426000"/>
            <a:ext cx="4114800" cy="216000"/>
          </a:xfrm>
          <a:prstGeom prst="rect">
            <a:avLst/>
          </a:prstGeom>
        </p:spPr>
        <p:txBody>
          <a:bodyPr vert="horz" lIns="0" tIns="0" rIns="0" bIns="0" rtlCol="0" anchor="t" anchorCtr="0"/>
          <a:lstStyle>
            <a:lvl1pPr algn="ctr">
              <a:defRPr sz="11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12D43AD7-2F25-4C5B-BAD2-57612C564304}"/>
              </a:ext>
            </a:extLst>
          </p:cNvPr>
          <p:cNvSpPr>
            <a:spLocks noGrp="1"/>
          </p:cNvSpPr>
          <p:nvPr>
            <p:ph type="sldNum" sz="quarter" idx="4"/>
          </p:nvPr>
        </p:nvSpPr>
        <p:spPr>
          <a:xfrm>
            <a:off x="11232000" y="6426000"/>
            <a:ext cx="720000" cy="216000"/>
          </a:xfrm>
          <a:prstGeom prst="rect">
            <a:avLst/>
          </a:prstGeom>
        </p:spPr>
        <p:txBody>
          <a:bodyPr vert="horz" lIns="0" tIns="0" rIns="0" bIns="0" rtlCol="0" anchor="t" anchorCtr="0"/>
          <a:lstStyle>
            <a:lvl1pPr algn="r">
              <a:defRPr sz="1100" b="1">
                <a:solidFill>
                  <a:schemeClr val="tx1"/>
                </a:solidFill>
                <a:latin typeface="+mj-lt"/>
              </a:defRPr>
            </a:lvl1pPr>
          </a:lstStyle>
          <a:p>
            <a:fld id="{A58FD96F-21B2-46E2-AE53-1EAD3D1198D4}" type="slidenum">
              <a:rPr lang="en-GB" smtClean="0"/>
              <a:pPr/>
              <a:t>‹#›</a:t>
            </a:fld>
            <a:endParaRPr lang="en-GB"/>
          </a:p>
        </p:txBody>
      </p:sp>
    </p:spTree>
    <p:extLst>
      <p:ext uri="{BB962C8B-B14F-4D97-AF65-F5344CB8AC3E}">
        <p14:creationId xmlns:p14="http://schemas.microsoft.com/office/powerpoint/2010/main" val="225177581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62" r:id="rId5"/>
    <p:sldLayoutId id="2147483652" r:id="rId6"/>
    <p:sldLayoutId id="2147483663" r:id="rId7"/>
    <p:sldLayoutId id="2147483654" r:id="rId8"/>
    <p:sldLayoutId id="2147483664" r:id="rId9"/>
  </p:sldLayoutIdLst>
  <p:hf hdr="0" ftr="0" dt="0"/>
  <p:txStyles>
    <p:titleStyle>
      <a:lvl1pPr algn="l" defTabSz="914400" rtl="0" eaLnBrk="1" latinLnBrk="0" hangingPunct="1">
        <a:lnSpc>
          <a:spcPct val="90000"/>
        </a:lnSpc>
        <a:spcBef>
          <a:spcPct val="0"/>
        </a:spcBef>
        <a:buNone/>
        <a:defRPr sz="2250" b="1" kern="1200">
          <a:solidFill>
            <a:schemeClr val="tx1"/>
          </a:solidFill>
          <a:latin typeface="+mj-lt"/>
          <a:ea typeface="+mj-ea"/>
          <a:cs typeface="+mj-cs"/>
        </a:defRPr>
      </a:lvl1pPr>
    </p:titleStyle>
    <p:bodyStyle>
      <a:lvl1pPr marL="21600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1pPr>
      <a:lvl2pPr marL="432000" indent="-216000" algn="l" defTabSz="914400" rtl="0" eaLnBrk="1" latinLnBrk="0" hangingPunct="1">
        <a:lnSpc>
          <a:spcPct val="105000"/>
        </a:lnSpc>
        <a:spcBef>
          <a:spcPts val="0"/>
        </a:spcBef>
        <a:spcAft>
          <a:spcPts val="750"/>
        </a:spcAft>
        <a:buFont typeface="Arial" panose="020B0604020202020204" pitchFamily="34" charset="0"/>
        <a:buChar char="•"/>
        <a:defRPr sz="1350" kern="1200">
          <a:solidFill>
            <a:schemeClr val="tx1"/>
          </a:solidFill>
          <a:latin typeface="+mn-lt"/>
          <a:ea typeface="+mn-ea"/>
          <a:cs typeface="+mn-cs"/>
        </a:defRPr>
      </a:lvl2pPr>
      <a:lvl3pPr marL="64800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3pPr>
      <a:lvl4pPr marL="216000" indent="-216000" algn="l" defTabSz="914400" rtl="0" eaLnBrk="1" latinLnBrk="0" hangingPunct="1">
        <a:lnSpc>
          <a:spcPct val="105000"/>
        </a:lnSpc>
        <a:spcBef>
          <a:spcPts val="0"/>
        </a:spcBef>
        <a:spcAft>
          <a:spcPts val="750"/>
        </a:spcAft>
        <a:buFont typeface="+mj-lt"/>
        <a:buAutoNum type="arabicPeriod"/>
        <a:defRPr sz="1350" kern="1200">
          <a:solidFill>
            <a:schemeClr val="tx1"/>
          </a:solidFill>
          <a:latin typeface="+mn-lt"/>
          <a:ea typeface="+mn-ea"/>
          <a:cs typeface="+mn-cs"/>
        </a:defRPr>
      </a:lvl4pPr>
      <a:lvl5pPr marL="0" indent="0" algn="l" defTabSz="914400" rtl="0" eaLnBrk="1" latinLnBrk="0" hangingPunct="1">
        <a:lnSpc>
          <a:spcPct val="105000"/>
        </a:lnSpc>
        <a:spcBef>
          <a:spcPts val="0"/>
        </a:spcBef>
        <a:spcAft>
          <a:spcPts val="2000"/>
        </a:spcAft>
        <a:buFont typeface="Arial" panose="020B0604020202020204" pitchFamily="34" charset="0"/>
        <a:buNone/>
        <a:defRPr sz="2700" b="1" kern="1200">
          <a:solidFill>
            <a:schemeClr val="tx1"/>
          </a:solidFill>
          <a:latin typeface="+mj-lt"/>
          <a:ea typeface="+mn-ea"/>
          <a:cs typeface="+mn-cs"/>
        </a:defRPr>
      </a:lvl5pPr>
      <a:lvl6pPr marL="216000" indent="-216000" algn="l" defTabSz="914400" rtl="0" eaLnBrk="1" latinLnBrk="0" hangingPunct="1">
        <a:lnSpc>
          <a:spcPct val="105000"/>
        </a:lnSpc>
        <a:spcBef>
          <a:spcPts val="0"/>
        </a:spcBef>
        <a:spcAft>
          <a:spcPts val="750"/>
        </a:spcAft>
        <a:buFont typeface="System Font Regular"/>
        <a:buChar char="–"/>
        <a:defRPr sz="1550" kern="1200">
          <a:solidFill>
            <a:schemeClr val="tx1"/>
          </a:solidFill>
          <a:latin typeface="+mn-lt"/>
          <a:ea typeface="+mn-ea"/>
          <a:cs typeface="+mn-cs"/>
        </a:defRPr>
      </a:lvl6pPr>
      <a:lvl7pPr marL="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7pPr>
      <a:lvl8pPr marL="432000" indent="-216000" algn="l" defTabSz="914400" rtl="0" eaLnBrk="1" latinLnBrk="0" hangingPunct="1">
        <a:lnSpc>
          <a:spcPct val="105000"/>
        </a:lnSpc>
        <a:spcBef>
          <a:spcPts val="0"/>
        </a:spcBef>
        <a:spcAft>
          <a:spcPts val="750"/>
        </a:spcAft>
        <a:buFont typeface="Arial" panose="020B0604020202020204" pitchFamily="34" charset="0"/>
        <a:buChar char="•"/>
        <a:defRPr sz="1350" kern="1200">
          <a:solidFill>
            <a:schemeClr val="tx1"/>
          </a:solidFill>
          <a:latin typeface="+mn-lt"/>
          <a:ea typeface="+mn-ea"/>
          <a:cs typeface="+mn-cs"/>
        </a:defRPr>
      </a:lvl8pPr>
      <a:lvl9pPr marL="0" indent="0" algn="l" defTabSz="914400" rtl="0" eaLnBrk="1" latinLnBrk="0" hangingPunct="1">
        <a:lnSpc>
          <a:spcPct val="105000"/>
        </a:lnSpc>
        <a:spcBef>
          <a:spcPts val="0"/>
        </a:spcBef>
        <a:spcAft>
          <a:spcPts val="750"/>
        </a:spcAft>
        <a:buFont typeface="Arial" panose="020B0604020202020204" pitchFamily="34" charset="0"/>
        <a:buNone/>
        <a:defRPr sz="135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8155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3A4CB-C914-A84B-A5A4-866C40E0EAD5}"/>
              </a:ext>
            </a:extLst>
          </p:cNvPr>
          <p:cNvSpPr>
            <a:spLocks noGrp="1"/>
          </p:cNvSpPr>
          <p:nvPr>
            <p:ph type="ctrTitle"/>
          </p:nvPr>
        </p:nvSpPr>
        <p:spPr/>
        <p:txBody>
          <a:bodyPr/>
          <a:lstStyle/>
          <a:p>
            <a:r>
              <a:rPr lang="en-GB"/>
              <a:t>Presentation title</a:t>
            </a:r>
          </a:p>
        </p:txBody>
      </p:sp>
      <p:sp>
        <p:nvSpPr>
          <p:cNvPr id="3" name="Subtitle 2">
            <a:extLst>
              <a:ext uri="{FF2B5EF4-FFF2-40B4-BE49-F238E27FC236}">
                <a16:creationId xmlns:a16="http://schemas.microsoft.com/office/drawing/2014/main" id="{ABA87B9E-D36E-864B-83B2-C566C4AC6CB7}"/>
              </a:ext>
            </a:extLst>
          </p:cNvPr>
          <p:cNvSpPr>
            <a:spLocks noGrp="1"/>
          </p:cNvSpPr>
          <p:nvPr>
            <p:ph type="subTitle" idx="1"/>
          </p:nvPr>
        </p:nvSpPr>
        <p:spPr/>
        <p:txBody>
          <a:bodyPr/>
          <a:lstStyle/>
          <a:p>
            <a:r>
              <a:rPr lang="en-GB" dirty="0"/>
              <a:t>Subtitle</a:t>
            </a:r>
          </a:p>
        </p:txBody>
      </p:sp>
      <p:sp>
        <p:nvSpPr>
          <p:cNvPr id="4" name="Text Placeholder 3">
            <a:extLst>
              <a:ext uri="{FF2B5EF4-FFF2-40B4-BE49-F238E27FC236}">
                <a16:creationId xmlns:a16="http://schemas.microsoft.com/office/drawing/2014/main" id="{161F7D20-2188-8141-A947-53D93FAF9833}"/>
              </a:ext>
            </a:extLst>
          </p:cNvPr>
          <p:cNvSpPr>
            <a:spLocks noGrp="1"/>
          </p:cNvSpPr>
          <p:nvPr>
            <p:ph type="body" sz="quarter" idx="13"/>
          </p:nvPr>
        </p:nvSpPr>
        <p:spPr/>
        <p:txBody>
          <a:bodyPr>
            <a:normAutofit fontScale="92500" lnSpcReduction="20000"/>
          </a:bodyPr>
          <a:lstStyle/>
          <a:p>
            <a:r>
              <a:rPr lang="en-GB" dirty="0"/>
              <a:t>01  Month 2021</a:t>
            </a:r>
          </a:p>
        </p:txBody>
      </p:sp>
      <p:sp>
        <p:nvSpPr>
          <p:cNvPr id="5" name="Slide Number Placeholder 4">
            <a:extLst>
              <a:ext uri="{FF2B5EF4-FFF2-40B4-BE49-F238E27FC236}">
                <a16:creationId xmlns:a16="http://schemas.microsoft.com/office/drawing/2014/main" id="{D95D30B3-3A95-47F9-80E3-80E3795848F1}"/>
              </a:ext>
            </a:extLst>
          </p:cNvPr>
          <p:cNvSpPr>
            <a:spLocks noGrp="1"/>
          </p:cNvSpPr>
          <p:nvPr>
            <p:ph type="sldNum" sz="quarter" idx="12"/>
          </p:nvPr>
        </p:nvSpPr>
        <p:spPr/>
        <p:txBody>
          <a:bodyPr/>
          <a:lstStyle/>
          <a:p>
            <a:fld id="{A58FD96F-21B2-46E2-AE53-1EAD3D1198D4}" type="slidenum">
              <a:rPr lang="en-GB" smtClean="0"/>
              <a:pPr/>
              <a:t>2</a:t>
            </a:fld>
            <a:endParaRPr lang="en-GB"/>
          </a:p>
        </p:txBody>
      </p:sp>
      <p:sp>
        <p:nvSpPr>
          <p:cNvPr id="6" name="TextBox 5">
            <a:extLst>
              <a:ext uri="{FF2B5EF4-FFF2-40B4-BE49-F238E27FC236}">
                <a16:creationId xmlns:a16="http://schemas.microsoft.com/office/drawing/2014/main" id="{AF94DFB4-1F50-8B41-911F-993BC43E2791}"/>
              </a:ext>
            </a:extLst>
          </p:cNvPr>
          <p:cNvSpPr txBox="1"/>
          <p:nvPr/>
        </p:nvSpPr>
        <p:spPr>
          <a:xfrm>
            <a:off x="4491318" y="2084294"/>
            <a:ext cx="0" cy="0"/>
          </a:xfrm>
          <a:prstGeom prst="rect">
            <a:avLst/>
          </a:prstGeom>
          <a:noFill/>
        </p:spPr>
        <p:txBody>
          <a:bodyPr wrap="none" lIns="0" tIns="0" rIns="0" bIns="0" rtlCol="0">
            <a:noAutofit/>
          </a:bodyPr>
          <a:lstStyle/>
          <a:p>
            <a:pPr algn="l"/>
            <a:endParaRPr lang="en-US" sz="1100" dirty="0">
              <a:latin typeface="+mj-lt"/>
            </a:endParaRPr>
          </a:p>
        </p:txBody>
      </p:sp>
    </p:spTree>
    <p:extLst>
      <p:ext uri="{BB962C8B-B14F-4D97-AF65-F5344CB8AC3E}">
        <p14:creationId xmlns:p14="http://schemas.microsoft.com/office/powerpoint/2010/main" val="1961481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174FC2-71C5-1C48-ADB3-82472EBF4DEB}"/>
              </a:ext>
            </a:extLst>
          </p:cNvPr>
          <p:cNvSpPr>
            <a:spLocks noGrp="1"/>
          </p:cNvSpPr>
          <p:nvPr>
            <p:ph type="ctrTitle"/>
          </p:nvPr>
        </p:nvSpPr>
        <p:spPr/>
        <p:txBody>
          <a:bodyPr/>
          <a:lstStyle/>
          <a:p>
            <a:r>
              <a:rPr lang="en-GB"/>
              <a:t>Divider page title</a:t>
            </a:r>
          </a:p>
        </p:txBody>
      </p:sp>
      <p:sp>
        <p:nvSpPr>
          <p:cNvPr id="6" name="Subtitle 5">
            <a:extLst>
              <a:ext uri="{FF2B5EF4-FFF2-40B4-BE49-F238E27FC236}">
                <a16:creationId xmlns:a16="http://schemas.microsoft.com/office/drawing/2014/main" id="{84BDA51B-3218-4F46-8451-9B825090A490}"/>
              </a:ext>
            </a:extLst>
          </p:cNvPr>
          <p:cNvSpPr>
            <a:spLocks noGrp="1"/>
          </p:cNvSpPr>
          <p:nvPr>
            <p:ph type="subTitle" idx="1"/>
          </p:nvPr>
        </p:nvSpPr>
        <p:spPr/>
        <p:txBody>
          <a:bodyPr/>
          <a:lstStyle/>
          <a:p>
            <a:r>
              <a:rPr lang="en-GB" dirty="0"/>
              <a:t>Subtitle</a:t>
            </a:r>
          </a:p>
        </p:txBody>
      </p:sp>
      <p:sp>
        <p:nvSpPr>
          <p:cNvPr id="2" name="Slide Number Placeholder 1">
            <a:extLst>
              <a:ext uri="{FF2B5EF4-FFF2-40B4-BE49-F238E27FC236}">
                <a16:creationId xmlns:a16="http://schemas.microsoft.com/office/drawing/2014/main" id="{DE0DA69F-1B99-4124-88D8-6250A5CF574F}"/>
              </a:ext>
            </a:extLst>
          </p:cNvPr>
          <p:cNvSpPr>
            <a:spLocks noGrp="1"/>
          </p:cNvSpPr>
          <p:nvPr>
            <p:ph type="sldNum" sz="quarter" idx="12"/>
          </p:nvPr>
        </p:nvSpPr>
        <p:spPr/>
        <p:txBody>
          <a:bodyPr/>
          <a:lstStyle/>
          <a:p>
            <a:fld id="{A58FD96F-21B2-46E2-AE53-1EAD3D1198D4}" type="slidenum">
              <a:rPr lang="en-GB" smtClean="0"/>
              <a:pPr/>
              <a:t>3</a:t>
            </a:fld>
            <a:endParaRPr lang="en-GB"/>
          </a:p>
        </p:txBody>
      </p:sp>
    </p:spTree>
    <p:extLst>
      <p:ext uri="{BB962C8B-B14F-4D97-AF65-F5344CB8AC3E}">
        <p14:creationId xmlns:p14="http://schemas.microsoft.com/office/powerpoint/2010/main" val="2555645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147B-122F-9842-90D7-39BCA6EBD3CD}"/>
              </a:ext>
            </a:extLst>
          </p:cNvPr>
          <p:cNvSpPr>
            <a:spLocks noGrp="1"/>
          </p:cNvSpPr>
          <p:nvPr>
            <p:ph type="title"/>
          </p:nvPr>
        </p:nvSpPr>
        <p:spPr/>
        <p:txBody>
          <a:bodyPr/>
          <a:lstStyle/>
          <a:p>
            <a:r>
              <a:rPr lang="en-GB"/>
              <a:t>Title</a:t>
            </a:r>
          </a:p>
        </p:txBody>
      </p:sp>
      <p:sp>
        <p:nvSpPr>
          <p:cNvPr id="3" name="Text Placeholder 2">
            <a:extLst>
              <a:ext uri="{FF2B5EF4-FFF2-40B4-BE49-F238E27FC236}">
                <a16:creationId xmlns:a16="http://schemas.microsoft.com/office/drawing/2014/main" id="{BCA8A88C-6350-1B45-B6FD-ED5B98E44DF9}"/>
              </a:ext>
            </a:extLst>
          </p:cNvPr>
          <p:cNvSpPr>
            <a:spLocks noGrp="1"/>
          </p:cNvSpPr>
          <p:nvPr>
            <p:ph type="body" sz="quarter" idx="13"/>
          </p:nvPr>
        </p:nvSpPr>
        <p:spPr/>
        <p:txBody>
          <a:bodyPr/>
          <a:lstStyle/>
          <a:p>
            <a:pPr marL="0" indent="0">
              <a:buNone/>
            </a:pPr>
            <a:r>
              <a:rPr lang="en-GB" dirty="0"/>
              <a:t>Il </a:t>
            </a:r>
            <a:r>
              <a:rPr lang="en-GB" dirty="0" err="1"/>
              <a:t>ipsandebis</a:t>
            </a:r>
            <a:r>
              <a:rPr lang="en-GB" dirty="0"/>
              <a:t> </a:t>
            </a:r>
            <a:r>
              <a:rPr lang="en-GB" dirty="0" err="1"/>
              <a:t>quam</a:t>
            </a:r>
            <a:r>
              <a:rPr lang="en-GB" dirty="0"/>
              <a:t> et </a:t>
            </a:r>
            <a:r>
              <a:rPr lang="en-GB" dirty="0" err="1"/>
              <a:t>occate</a:t>
            </a:r>
            <a:r>
              <a:rPr lang="en-GB" dirty="0"/>
              <a:t> que sit et </a:t>
            </a:r>
            <a:r>
              <a:rPr lang="en-GB" dirty="0" err="1"/>
              <a:t>assendani</a:t>
            </a:r>
            <a:r>
              <a:rPr lang="en-GB" dirty="0"/>
              <a:t> </a:t>
            </a:r>
            <a:r>
              <a:rPr lang="en-GB" dirty="0" err="1"/>
              <a:t>tessequam</a:t>
            </a:r>
            <a:r>
              <a:rPr lang="en-GB" dirty="0"/>
              <a:t>, cum et </a:t>
            </a:r>
            <a:r>
              <a:rPr lang="en-GB" dirty="0" err="1"/>
              <a:t>arit</a:t>
            </a:r>
            <a:r>
              <a:rPr lang="en-GB" dirty="0"/>
              <a:t> lam </a:t>
            </a:r>
            <a:r>
              <a:rPr lang="en-GB" dirty="0" err="1"/>
              <a:t>nosa</a:t>
            </a:r>
            <a:r>
              <a:rPr lang="en-GB" dirty="0"/>
              <a:t> qui </a:t>
            </a:r>
            <a:r>
              <a:rPr lang="en-GB" dirty="0" err="1"/>
              <a:t>optaeped</a:t>
            </a:r>
            <a:r>
              <a:rPr lang="en-GB" dirty="0"/>
              <a:t> </a:t>
            </a:r>
            <a:r>
              <a:rPr lang="en-GB" dirty="0" err="1"/>
              <a:t>essuntiis</a:t>
            </a:r>
            <a:r>
              <a:rPr lang="en-GB" dirty="0"/>
              <a:t> </a:t>
            </a:r>
            <a:r>
              <a:rPr lang="en-GB" dirty="0" err="1"/>
              <a:t>audignam</a:t>
            </a:r>
            <a:r>
              <a:rPr lang="en-GB" dirty="0"/>
              <a:t> </a:t>
            </a:r>
            <a:r>
              <a:rPr lang="en-GB" dirty="0" err="1"/>
              <a:t>sequam</a:t>
            </a:r>
            <a:r>
              <a:rPr lang="en-GB" dirty="0"/>
              <a:t> </a:t>
            </a:r>
            <a:r>
              <a:rPr lang="en-GB" dirty="0" err="1"/>
              <a:t>ipid</a:t>
            </a:r>
            <a:r>
              <a:rPr lang="en-GB" dirty="0"/>
              <a:t> </a:t>
            </a:r>
            <a:r>
              <a:rPr lang="en-GB" dirty="0" err="1"/>
              <a:t>mos</a:t>
            </a:r>
            <a:r>
              <a:rPr lang="en-GB" dirty="0"/>
              <a:t> </a:t>
            </a:r>
            <a:r>
              <a:rPr lang="en-GB" dirty="0" err="1"/>
              <a:t>dicid</a:t>
            </a:r>
            <a:r>
              <a:rPr lang="en-GB" dirty="0"/>
              <a:t> </a:t>
            </a:r>
            <a:r>
              <a:rPr lang="en-GB" dirty="0" err="1"/>
              <a:t>ut</a:t>
            </a:r>
            <a:r>
              <a:rPr lang="en-GB" dirty="0"/>
              <a:t> et </a:t>
            </a:r>
            <a:r>
              <a:rPr lang="en-GB" dirty="0" err="1"/>
              <a:t>ipsae</a:t>
            </a:r>
            <a:r>
              <a:rPr lang="en-GB" dirty="0"/>
              <a:t> sunt </a:t>
            </a:r>
            <a:r>
              <a:rPr lang="en-GB" dirty="0" err="1"/>
              <a:t>quia</a:t>
            </a:r>
            <a:r>
              <a:rPr lang="en-GB" dirty="0"/>
              <a:t> </a:t>
            </a:r>
            <a:r>
              <a:rPr lang="en-GB" dirty="0" err="1"/>
              <a:t>pero</a:t>
            </a:r>
            <a:r>
              <a:rPr lang="en-GB" dirty="0"/>
              <a:t> </a:t>
            </a:r>
            <a:r>
              <a:rPr lang="en-GB" dirty="0" err="1"/>
              <a:t>minciant</a:t>
            </a:r>
            <a:r>
              <a:rPr lang="en-GB" dirty="0"/>
              <a:t>, core </a:t>
            </a:r>
            <a:r>
              <a:rPr lang="en-GB" dirty="0" err="1"/>
              <a:t>cusapiduciis</a:t>
            </a:r>
            <a:r>
              <a:rPr lang="en-GB" dirty="0"/>
              <a:t> </a:t>
            </a:r>
            <a:r>
              <a:rPr lang="en-GB" dirty="0" err="1"/>
              <a:t>dolut</a:t>
            </a:r>
            <a:r>
              <a:rPr lang="en-GB" dirty="0"/>
              <a:t> et et, </a:t>
            </a:r>
            <a:r>
              <a:rPr lang="en-GB" dirty="0" err="1"/>
              <a:t>adi</a:t>
            </a:r>
            <a:r>
              <a:rPr lang="en-GB" dirty="0"/>
              <a:t> </a:t>
            </a:r>
            <a:r>
              <a:rPr lang="en-GB" dirty="0" err="1"/>
              <a:t>volorep</a:t>
            </a:r>
            <a:r>
              <a:rPr lang="en-GB" dirty="0"/>
              <a:t> </a:t>
            </a:r>
            <a:r>
              <a:rPr lang="en-GB" dirty="0" err="1"/>
              <a:t>eliquis</a:t>
            </a:r>
            <a:r>
              <a:rPr lang="en-GB" dirty="0"/>
              <a:t> </a:t>
            </a:r>
            <a:r>
              <a:rPr lang="en-GB" dirty="0" err="1"/>
              <a:t>dolorib</a:t>
            </a:r>
            <a:r>
              <a:rPr lang="en-GB" dirty="0"/>
              <a:t> </a:t>
            </a:r>
            <a:r>
              <a:rPr lang="en-GB" dirty="0" err="1"/>
              <a:t>usanis</a:t>
            </a:r>
            <a:r>
              <a:rPr lang="en-GB" dirty="0"/>
              <a:t> </a:t>
            </a:r>
            <a:r>
              <a:rPr lang="en-GB" dirty="0" err="1"/>
              <a:t>ium</a:t>
            </a:r>
            <a:r>
              <a:rPr lang="en-GB" dirty="0"/>
              <a:t> </a:t>
            </a:r>
            <a:r>
              <a:rPr lang="en-GB" dirty="0" err="1"/>
              <a:t>quatur</a:t>
            </a:r>
            <a:r>
              <a:rPr lang="en-GB" dirty="0"/>
              <a:t>?</a:t>
            </a:r>
          </a:p>
          <a:p>
            <a:pPr marL="0" indent="0">
              <a:buNone/>
            </a:pPr>
            <a:br>
              <a:rPr lang="en-GB" dirty="0"/>
            </a:br>
            <a:endParaRPr lang="en-GB" dirty="0"/>
          </a:p>
          <a:p>
            <a:pPr marL="0" indent="0">
              <a:buNone/>
            </a:pPr>
            <a:br>
              <a:rPr lang="en-GB" dirty="0"/>
            </a:br>
            <a:endParaRPr lang="en-GB" dirty="0"/>
          </a:p>
          <a:p>
            <a:pPr marL="0" indent="0">
              <a:buNone/>
            </a:pPr>
            <a:br>
              <a:rPr lang="en-GB" dirty="0"/>
            </a:br>
            <a:endParaRPr lang="en-GB" dirty="0"/>
          </a:p>
          <a:p>
            <a:pPr marL="0" indent="0">
              <a:buNone/>
            </a:pPr>
            <a:br>
              <a:rPr lang="en-GB" dirty="0"/>
            </a:br>
            <a:endParaRPr lang="en-GB" dirty="0"/>
          </a:p>
          <a:p>
            <a:pPr marL="0" indent="0">
              <a:buNone/>
            </a:pPr>
            <a:br>
              <a:rPr lang="en-GB" dirty="0"/>
            </a:br>
            <a:r>
              <a:rPr lang="en-GB" dirty="0"/>
              <a:t>Edi </a:t>
            </a:r>
            <a:r>
              <a:rPr lang="en-GB" dirty="0" err="1"/>
              <a:t>recus</a:t>
            </a:r>
            <a:r>
              <a:rPr lang="en-GB" dirty="0"/>
              <a:t> es </a:t>
            </a:r>
            <a:r>
              <a:rPr lang="en-GB" dirty="0" err="1"/>
              <a:t>explit</a:t>
            </a:r>
            <a:r>
              <a:rPr lang="en-GB" dirty="0"/>
              <a:t>, </a:t>
            </a:r>
            <a:r>
              <a:rPr lang="en-GB" dirty="0" err="1"/>
              <a:t>ommolum</a:t>
            </a:r>
            <a:r>
              <a:rPr lang="en-GB" dirty="0"/>
              <a:t> </a:t>
            </a:r>
            <a:r>
              <a:rPr lang="en-GB" dirty="0" err="1"/>
              <a:t>elibusa</a:t>
            </a:r>
            <a:r>
              <a:rPr lang="en-GB" dirty="0"/>
              <a:t> </a:t>
            </a:r>
            <a:r>
              <a:rPr lang="en-GB" dirty="0" err="1"/>
              <a:t>periberiorum</a:t>
            </a:r>
            <a:r>
              <a:rPr lang="en-GB" dirty="0"/>
              <a:t> </a:t>
            </a:r>
            <a:r>
              <a:rPr lang="en-GB" dirty="0" err="1"/>
              <a:t>restemoditio</a:t>
            </a:r>
            <a:r>
              <a:rPr lang="en-GB" dirty="0"/>
              <a:t> </a:t>
            </a:r>
            <a:r>
              <a:rPr lang="en-GB" dirty="0" err="1"/>
              <a:t>vellores</a:t>
            </a:r>
            <a:r>
              <a:rPr lang="en-GB" dirty="0"/>
              <a:t> </a:t>
            </a:r>
            <a:r>
              <a:rPr lang="en-GB" dirty="0" err="1"/>
              <a:t>enda</a:t>
            </a:r>
            <a:r>
              <a:rPr lang="en-GB" dirty="0"/>
              <a:t> </a:t>
            </a:r>
            <a:r>
              <a:rPr lang="en-GB" dirty="0" err="1"/>
              <a:t>conserio</a:t>
            </a:r>
            <a:r>
              <a:rPr lang="en-GB" dirty="0"/>
              <a:t>. </a:t>
            </a:r>
            <a:r>
              <a:rPr lang="en-GB" dirty="0" err="1"/>
              <a:t>Andam</a:t>
            </a:r>
            <a:r>
              <a:rPr lang="en-GB" dirty="0"/>
              <a:t>, </a:t>
            </a:r>
            <a:r>
              <a:rPr lang="en-GB" dirty="0" err="1"/>
              <a:t>comnis</a:t>
            </a:r>
            <a:r>
              <a:rPr lang="en-GB" dirty="0"/>
              <a:t> </a:t>
            </a:r>
            <a:r>
              <a:rPr lang="en-GB" dirty="0" err="1"/>
              <a:t>alicatur</a:t>
            </a:r>
            <a:r>
              <a:rPr lang="en-GB" dirty="0"/>
              <a:t> </a:t>
            </a:r>
            <a:r>
              <a:rPr lang="en-GB" dirty="0" err="1"/>
              <a:t>apel</a:t>
            </a:r>
            <a:r>
              <a:rPr lang="en-GB" dirty="0"/>
              <a:t> </a:t>
            </a:r>
            <a:r>
              <a:rPr lang="en-GB" dirty="0" err="1"/>
              <a:t>ius</a:t>
            </a:r>
            <a:r>
              <a:rPr lang="en-GB" dirty="0"/>
              <a:t> a </a:t>
            </a:r>
            <a:r>
              <a:rPr lang="en-GB" dirty="0" err="1"/>
              <a:t>cus</a:t>
            </a:r>
            <a:r>
              <a:rPr lang="en-GB" dirty="0"/>
              <a:t> </a:t>
            </a:r>
            <a:r>
              <a:rPr lang="en-GB" dirty="0" err="1"/>
              <a:t>dolupturi</a:t>
            </a:r>
            <a:r>
              <a:rPr lang="en-GB" dirty="0"/>
              <a:t> </a:t>
            </a:r>
            <a:r>
              <a:rPr lang="en-GB" dirty="0" err="1"/>
              <a:t>nonecerae</a:t>
            </a:r>
            <a:r>
              <a:rPr lang="en-GB" dirty="0"/>
              <a:t> </a:t>
            </a:r>
            <a:r>
              <a:rPr lang="en-GB" dirty="0" err="1"/>
              <a:t>porerrum</a:t>
            </a:r>
            <a:r>
              <a:rPr lang="en-GB" dirty="0"/>
              <a:t> re </a:t>
            </a:r>
            <a:r>
              <a:rPr lang="en-GB" dirty="0" err="1"/>
              <a:t>eum</a:t>
            </a:r>
            <a:r>
              <a:rPr lang="en-GB" dirty="0"/>
              <a:t> </a:t>
            </a:r>
            <a:r>
              <a:rPr lang="en-GB" dirty="0" err="1"/>
              <a:t>utem</a:t>
            </a:r>
            <a:r>
              <a:rPr lang="en-GB" dirty="0"/>
              <a:t> </a:t>
            </a:r>
            <a:r>
              <a:rPr lang="en-GB" dirty="0" err="1"/>
              <a:t>doluptatibus</a:t>
            </a:r>
            <a:r>
              <a:rPr lang="en-GB" dirty="0"/>
              <a:t> qui </a:t>
            </a:r>
            <a:r>
              <a:rPr lang="en-GB" dirty="0" err="1"/>
              <a:t>tes</a:t>
            </a:r>
            <a:r>
              <a:rPr lang="en-GB" dirty="0"/>
              <a:t> </a:t>
            </a:r>
            <a:r>
              <a:rPr lang="en-GB" dirty="0" err="1"/>
              <a:t>denimus</a:t>
            </a:r>
            <a:r>
              <a:rPr lang="en-GB" dirty="0"/>
              <a:t> </a:t>
            </a:r>
            <a:r>
              <a:rPr lang="en-GB" dirty="0" err="1"/>
              <a:t>eum</a:t>
            </a:r>
            <a:r>
              <a:rPr lang="en-GB" dirty="0"/>
              <a:t> </a:t>
            </a:r>
            <a:r>
              <a:rPr lang="en-GB" dirty="0" err="1"/>
              <a:t>cus</a:t>
            </a:r>
            <a:r>
              <a:rPr lang="en-GB" dirty="0"/>
              <a:t> </a:t>
            </a:r>
            <a:r>
              <a:rPr lang="en-GB" dirty="0" err="1"/>
              <a:t>essinis</a:t>
            </a:r>
            <a:r>
              <a:rPr lang="en-GB" dirty="0"/>
              <a:t> </a:t>
            </a:r>
            <a:r>
              <a:rPr lang="en-GB" dirty="0" err="1"/>
              <a:t>cipicidendam</a:t>
            </a:r>
            <a:r>
              <a:rPr lang="en-GB" dirty="0"/>
              <a:t> es </a:t>
            </a:r>
            <a:r>
              <a:rPr lang="en-GB" dirty="0" err="1"/>
              <a:t>utaquis</a:t>
            </a:r>
            <a:r>
              <a:rPr lang="en-GB" dirty="0"/>
              <a:t> </a:t>
            </a:r>
            <a:r>
              <a:rPr lang="en-GB" dirty="0" err="1"/>
              <a:t>nonse</a:t>
            </a:r>
            <a:r>
              <a:rPr lang="en-GB" dirty="0"/>
              <a:t> </a:t>
            </a:r>
            <a:r>
              <a:rPr lang="en-GB" dirty="0" err="1"/>
              <a:t>culparum</a:t>
            </a:r>
            <a:r>
              <a:rPr lang="en-GB" dirty="0"/>
              <a:t> </a:t>
            </a:r>
            <a:r>
              <a:rPr lang="en-GB" dirty="0" err="1"/>
              <a:t>ut</a:t>
            </a:r>
            <a:r>
              <a:rPr lang="en-GB" dirty="0"/>
              <a:t> </a:t>
            </a:r>
            <a:r>
              <a:rPr lang="en-GB" dirty="0" err="1"/>
              <a:t>rercimpore</a:t>
            </a:r>
            <a:r>
              <a:rPr lang="en-GB" dirty="0"/>
              <a:t> </a:t>
            </a:r>
            <a:r>
              <a:rPr lang="en-GB" dirty="0" err="1"/>
              <a:t>restem</a:t>
            </a:r>
            <a:r>
              <a:rPr lang="en-GB" dirty="0"/>
              <a:t> </a:t>
            </a:r>
            <a:r>
              <a:rPr lang="en-GB" dirty="0" err="1"/>
              <a:t>vitatio</a:t>
            </a:r>
            <a:r>
              <a:rPr lang="en-GB" dirty="0"/>
              <a:t> </a:t>
            </a:r>
            <a:r>
              <a:rPr lang="en-GB" dirty="0" err="1"/>
              <a:t>estibus</a:t>
            </a:r>
            <a:r>
              <a:rPr lang="en-GB" dirty="0"/>
              <a:t> </a:t>
            </a:r>
            <a:r>
              <a:rPr lang="en-GB" dirty="0" err="1"/>
              <a:t>eaquo</a:t>
            </a:r>
            <a:r>
              <a:rPr lang="en-GB" dirty="0"/>
              <a:t> </a:t>
            </a:r>
            <a:r>
              <a:rPr lang="en-GB" dirty="0" err="1"/>
              <a:t>ium</a:t>
            </a:r>
            <a:r>
              <a:rPr lang="en-GB" dirty="0"/>
              <a:t> </a:t>
            </a:r>
            <a:r>
              <a:rPr lang="en-GB" dirty="0" err="1"/>
              <a:t>consectur</a:t>
            </a:r>
            <a:r>
              <a:rPr lang="en-GB" dirty="0"/>
              <a:t>, </a:t>
            </a:r>
            <a:r>
              <a:rPr lang="en-GB" dirty="0" err="1"/>
              <a:t>aceperi</a:t>
            </a:r>
            <a:r>
              <a:rPr lang="en-GB" dirty="0"/>
              <a:t> </a:t>
            </a:r>
            <a:r>
              <a:rPr lang="en-GB" dirty="0" err="1"/>
              <a:t>oreped</a:t>
            </a:r>
            <a:r>
              <a:rPr lang="en-GB" dirty="0"/>
              <a:t> </a:t>
            </a:r>
            <a:r>
              <a:rPr lang="en-GB" dirty="0" err="1"/>
              <a:t>molupta</a:t>
            </a:r>
            <a:r>
              <a:rPr lang="en-GB" dirty="0"/>
              <a:t> </a:t>
            </a:r>
            <a:r>
              <a:rPr lang="en-GB" dirty="0" err="1"/>
              <a:t>tibusdant</a:t>
            </a:r>
            <a:r>
              <a:rPr lang="en-GB" dirty="0"/>
              <a:t> </a:t>
            </a:r>
            <a:r>
              <a:rPr lang="en-GB" dirty="0" err="1"/>
              <a:t>offictiae</a:t>
            </a:r>
            <a:r>
              <a:rPr lang="en-GB" dirty="0"/>
              <a:t> in </a:t>
            </a:r>
            <a:r>
              <a:rPr lang="en-GB" dirty="0" err="1"/>
              <a:t>evelis</a:t>
            </a:r>
            <a:r>
              <a:rPr lang="en-GB" dirty="0"/>
              <a:t> </a:t>
            </a:r>
            <a:r>
              <a:rPr lang="en-GB" dirty="0" err="1"/>
              <a:t>eaque</a:t>
            </a:r>
            <a:r>
              <a:rPr lang="en-GB" dirty="0"/>
              <a:t> cum </a:t>
            </a:r>
            <a:r>
              <a:rPr lang="en-GB" dirty="0" err="1"/>
              <a:t>ium</a:t>
            </a:r>
            <a:r>
              <a:rPr lang="en-GB" dirty="0"/>
              <a:t> </a:t>
            </a:r>
            <a:r>
              <a:rPr lang="en-GB" dirty="0" err="1"/>
              <a:t>rehendesedis</a:t>
            </a:r>
            <a:r>
              <a:rPr lang="en-GB" dirty="0"/>
              <a:t> as </a:t>
            </a:r>
            <a:r>
              <a:rPr lang="en-GB" dirty="0" err="1"/>
              <a:t>illorporende</a:t>
            </a:r>
            <a:r>
              <a:rPr lang="en-GB" dirty="0"/>
              <a:t> </a:t>
            </a:r>
            <a:r>
              <a:rPr lang="en-GB" dirty="0" err="1"/>
              <a:t>vellate</a:t>
            </a:r>
            <a:r>
              <a:rPr lang="en-GB" dirty="0"/>
              <a:t> </a:t>
            </a:r>
            <a:r>
              <a:rPr lang="en-GB" dirty="0" err="1"/>
              <a:t>videligent</a:t>
            </a:r>
            <a:r>
              <a:rPr lang="en-GB" dirty="0"/>
              <a:t> </a:t>
            </a:r>
            <a:r>
              <a:rPr lang="en-GB" dirty="0" err="1"/>
              <a:t>utesequ</a:t>
            </a:r>
            <a:r>
              <a:rPr lang="en-GB" dirty="0"/>
              <a:t> </a:t>
            </a:r>
            <a:r>
              <a:rPr lang="en-GB" dirty="0" err="1"/>
              <a:t>aerciunt</a:t>
            </a:r>
            <a:r>
              <a:rPr lang="en-GB" dirty="0"/>
              <a:t>.</a:t>
            </a:r>
          </a:p>
          <a:p>
            <a:pPr marL="0" indent="0">
              <a:buNone/>
            </a:pPr>
            <a:r>
              <a:rPr lang="en-GB" dirty="0" err="1"/>
              <a:t>Ic</a:t>
            </a:r>
            <a:r>
              <a:rPr lang="en-GB" dirty="0"/>
              <a:t> to qui </a:t>
            </a:r>
            <a:r>
              <a:rPr lang="en-GB" dirty="0" err="1"/>
              <a:t>offictia</a:t>
            </a:r>
            <a:r>
              <a:rPr lang="en-GB" dirty="0"/>
              <a:t> </a:t>
            </a:r>
            <a:r>
              <a:rPr lang="en-GB" dirty="0" err="1"/>
              <a:t>si</a:t>
            </a:r>
            <a:r>
              <a:rPr lang="en-GB" dirty="0"/>
              <a:t> </a:t>
            </a:r>
            <a:r>
              <a:rPr lang="en-GB" dirty="0" err="1"/>
              <a:t>volorer</a:t>
            </a:r>
            <a:r>
              <a:rPr lang="en-GB" dirty="0"/>
              <a:t> </a:t>
            </a:r>
            <a:r>
              <a:rPr lang="en-GB" dirty="0" err="1"/>
              <a:t>iaeprae</a:t>
            </a:r>
            <a:r>
              <a:rPr lang="en-GB" dirty="0"/>
              <a:t> </a:t>
            </a:r>
            <a:r>
              <a:rPr lang="en-GB" dirty="0" err="1"/>
              <a:t>rcipis</a:t>
            </a:r>
            <a:r>
              <a:rPr lang="en-GB" dirty="0"/>
              <a:t> verum eat </a:t>
            </a:r>
            <a:r>
              <a:rPr lang="en-GB" dirty="0" err="1"/>
              <a:t>auda</a:t>
            </a:r>
            <a:r>
              <a:rPr lang="en-GB" dirty="0"/>
              <a:t> </a:t>
            </a:r>
            <a:r>
              <a:rPr lang="en-GB" dirty="0" err="1"/>
              <a:t>nectus</a:t>
            </a:r>
            <a:r>
              <a:rPr lang="en-GB" dirty="0"/>
              <a:t> </a:t>
            </a:r>
            <a:r>
              <a:rPr lang="en-GB" dirty="0" err="1"/>
              <a:t>eum</a:t>
            </a:r>
            <a:r>
              <a:rPr lang="en-GB" dirty="0"/>
              <a:t> </a:t>
            </a:r>
            <a:r>
              <a:rPr lang="en-GB" dirty="0" err="1"/>
              <a:t>inihitatat</a:t>
            </a:r>
            <a:r>
              <a:rPr lang="en-GB" dirty="0"/>
              <a:t>.</a:t>
            </a:r>
          </a:p>
          <a:p>
            <a:pPr marL="0" indent="0">
              <a:buNone/>
            </a:pPr>
            <a:r>
              <a:rPr lang="en-GB" dirty="0" err="1"/>
              <a:t>Sunti</a:t>
            </a:r>
            <a:r>
              <a:rPr lang="en-GB" dirty="0"/>
              <a:t> </a:t>
            </a:r>
            <a:r>
              <a:rPr lang="en-GB" dirty="0" err="1"/>
              <a:t>oditatendent</a:t>
            </a:r>
            <a:r>
              <a:rPr lang="en-GB" dirty="0"/>
              <a:t> faces </a:t>
            </a:r>
            <a:r>
              <a:rPr lang="en-GB" dirty="0" err="1"/>
              <a:t>soluptiam</a:t>
            </a:r>
            <a:r>
              <a:rPr lang="en-GB" dirty="0"/>
              <a:t> </a:t>
            </a:r>
            <a:r>
              <a:rPr lang="en-GB" dirty="0" err="1"/>
              <a:t>faccusda</a:t>
            </a:r>
            <a:r>
              <a:rPr lang="en-GB" dirty="0"/>
              <a:t> et </a:t>
            </a:r>
            <a:r>
              <a:rPr lang="en-GB" dirty="0" err="1"/>
              <a:t>eos</a:t>
            </a:r>
            <a:r>
              <a:rPr lang="en-GB" dirty="0"/>
              <a:t> </a:t>
            </a:r>
            <a:r>
              <a:rPr lang="en-GB" dirty="0" err="1"/>
              <a:t>acepere</a:t>
            </a:r>
            <a:r>
              <a:rPr lang="en-GB" dirty="0"/>
              <a:t> </a:t>
            </a:r>
            <a:r>
              <a:rPr lang="en-GB" dirty="0" err="1"/>
              <a:t>icturi</a:t>
            </a:r>
            <a:r>
              <a:rPr lang="en-GB" dirty="0"/>
              <a:t> </a:t>
            </a:r>
            <a:r>
              <a:rPr lang="en-GB" dirty="0" err="1"/>
              <a:t>conem</a:t>
            </a:r>
            <a:r>
              <a:rPr lang="en-GB" dirty="0"/>
              <a:t> </a:t>
            </a:r>
            <a:r>
              <a:rPr lang="en-GB" dirty="0" err="1"/>
              <a:t>laciisto</a:t>
            </a:r>
            <a:r>
              <a:rPr lang="en-GB" dirty="0"/>
              <a:t> </a:t>
            </a:r>
            <a:r>
              <a:rPr lang="en-GB" dirty="0" err="1"/>
              <a:t>tem</a:t>
            </a:r>
            <a:r>
              <a:rPr lang="en-GB" dirty="0"/>
              <a:t> que </a:t>
            </a:r>
            <a:r>
              <a:rPr lang="en-GB" dirty="0" err="1"/>
              <a:t>reroviditat</a:t>
            </a:r>
            <a:r>
              <a:rPr lang="en-GB" dirty="0"/>
              <a:t>.</a:t>
            </a:r>
          </a:p>
          <a:p>
            <a:pPr marL="0" indent="0">
              <a:buNone/>
            </a:pPr>
            <a:r>
              <a:rPr lang="en-GB" dirty="0"/>
              <a:t>Ur </a:t>
            </a:r>
            <a:r>
              <a:rPr lang="en-GB" dirty="0" err="1"/>
              <a:t>sinullenihil</a:t>
            </a:r>
            <a:r>
              <a:rPr lang="en-GB" dirty="0"/>
              <a:t> </a:t>
            </a:r>
            <a:r>
              <a:rPr lang="en-GB" dirty="0" err="1"/>
              <a:t>illiquae</a:t>
            </a:r>
            <a:r>
              <a:rPr lang="en-GB" dirty="0"/>
              <a:t> core sinus.</a:t>
            </a:r>
          </a:p>
          <a:p>
            <a:pPr marL="0" indent="0">
              <a:buNone/>
            </a:pPr>
            <a:r>
              <a:rPr lang="en-GB" dirty="0" err="1"/>
              <a:t>Harchit</a:t>
            </a:r>
            <a:r>
              <a:rPr lang="en-GB" dirty="0"/>
              <a:t> </a:t>
            </a:r>
            <a:r>
              <a:rPr lang="en-GB" dirty="0" err="1"/>
              <a:t>volore</a:t>
            </a:r>
            <a:r>
              <a:rPr lang="en-GB" dirty="0"/>
              <a:t> </a:t>
            </a:r>
            <a:r>
              <a:rPr lang="en-GB" dirty="0" err="1"/>
              <a:t>doluptae</a:t>
            </a:r>
            <a:r>
              <a:rPr lang="en-GB" dirty="0"/>
              <a:t> invent, </a:t>
            </a:r>
            <a:r>
              <a:rPr lang="en-GB" dirty="0" err="1"/>
              <a:t>optaque</a:t>
            </a:r>
            <a:r>
              <a:rPr lang="en-GB" dirty="0"/>
              <a:t> </a:t>
            </a:r>
            <a:r>
              <a:rPr lang="en-GB" dirty="0" err="1"/>
              <a:t>quodi</a:t>
            </a:r>
            <a:r>
              <a:rPr lang="en-GB" dirty="0"/>
              <a:t> in </a:t>
            </a:r>
            <a:r>
              <a:rPr lang="en-GB" dirty="0" err="1"/>
              <a:t>paruptatet</a:t>
            </a:r>
            <a:r>
              <a:rPr lang="en-GB" dirty="0"/>
              <a:t> </a:t>
            </a:r>
            <a:r>
              <a:rPr lang="en-GB" dirty="0" err="1"/>
              <a:t>moluptatis</a:t>
            </a:r>
            <a:r>
              <a:rPr lang="en-GB" dirty="0"/>
              <a:t> </a:t>
            </a:r>
            <a:r>
              <a:rPr lang="en-GB" dirty="0" err="1"/>
              <a:t>rerias</a:t>
            </a:r>
            <a:r>
              <a:rPr lang="en-GB" dirty="0"/>
              <a:t> ma que </a:t>
            </a:r>
            <a:r>
              <a:rPr lang="en-GB" dirty="0" err="1"/>
              <a:t>cusam</a:t>
            </a:r>
            <a:r>
              <a:rPr lang="en-GB" dirty="0"/>
              <a:t> </a:t>
            </a:r>
            <a:r>
              <a:rPr lang="en-GB" dirty="0" err="1"/>
              <a:t>inis</a:t>
            </a:r>
            <a:r>
              <a:rPr lang="en-GB" dirty="0"/>
              <a:t> </a:t>
            </a:r>
            <a:r>
              <a:rPr lang="en-GB" dirty="0" err="1"/>
              <a:t>si</a:t>
            </a:r>
            <a:r>
              <a:rPr lang="en-GB" dirty="0"/>
              <a:t> </a:t>
            </a:r>
            <a:r>
              <a:rPr lang="en-GB" dirty="0" err="1"/>
              <a:t>opti</a:t>
            </a:r>
            <a:r>
              <a:rPr lang="en-GB" dirty="0"/>
              <a:t> sit </a:t>
            </a:r>
            <a:r>
              <a:rPr lang="en-GB" dirty="0" err="1"/>
              <a:t>vellacipsus</a:t>
            </a:r>
            <a:r>
              <a:rPr lang="en-GB" dirty="0"/>
              <a:t> </a:t>
            </a:r>
            <a:r>
              <a:rPr lang="en-GB" dirty="0" err="1"/>
              <a:t>adit</a:t>
            </a:r>
            <a:r>
              <a:rPr lang="en-GB" dirty="0"/>
              <a:t> </a:t>
            </a:r>
            <a:r>
              <a:rPr lang="en-GB" dirty="0" err="1"/>
              <a:t>ut</a:t>
            </a:r>
            <a:r>
              <a:rPr lang="en-GB" dirty="0"/>
              <a:t> </a:t>
            </a:r>
            <a:r>
              <a:rPr lang="en-GB" dirty="0" err="1"/>
              <a:t>eatur</a:t>
            </a:r>
            <a:r>
              <a:rPr lang="en-GB" dirty="0"/>
              <a:t>, sit </a:t>
            </a:r>
            <a:r>
              <a:rPr lang="en-GB" dirty="0" err="1"/>
              <a:t>ea</a:t>
            </a:r>
            <a:r>
              <a:rPr lang="en-GB" dirty="0"/>
              <a:t> voles </a:t>
            </a:r>
            <a:r>
              <a:rPr lang="en-GB" dirty="0" err="1"/>
              <a:t>delition</a:t>
            </a:r>
            <a:r>
              <a:rPr lang="en-GB" dirty="0"/>
              <a:t> </a:t>
            </a:r>
            <a:r>
              <a:rPr lang="en-GB" dirty="0" err="1"/>
              <a:t>eate</a:t>
            </a:r>
            <a:r>
              <a:rPr lang="en-GB" dirty="0"/>
              <a:t> </a:t>
            </a:r>
            <a:r>
              <a:rPr lang="en-GB" dirty="0" err="1"/>
              <a:t>dolorep</a:t>
            </a:r>
            <a:r>
              <a:rPr lang="en-GB" dirty="0"/>
              <a:t> </a:t>
            </a:r>
            <a:r>
              <a:rPr lang="en-GB" dirty="0" err="1"/>
              <a:t>tatquatum</a:t>
            </a:r>
            <a:r>
              <a:rPr lang="en-GB" dirty="0"/>
              <a:t> </a:t>
            </a:r>
            <a:r>
              <a:rPr lang="en-GB" dirty="0" err="1"/>
              <a:t>solorio</a:t>
            </a:r>
            <a:r>
              <a:rPr lang="en-GB" dirty="0"/>
              <a:t> </a:t>
            </a:r>
            <a:r>
              <a:rPr lang="en-GB" dirty="0" err="1"/>
              <a:t>nsecab</a:t>
            </a:r>
            <a:r>
              <a:rPr lang="en-GB" dirty="0"/>
              <a:t> is </a:t>
            </a:r>
            <a:r>
              <a:rPr lang="en-GB" dirty="0" err="1"/>
              <a:t>eum</a:t>
            </a:r>
            <a:r>
              <a:rPr lang="en-GB" dirty="0"/>
              <a:t> </a:t>
            </a:r>
            <a:r>
              <a:rPr lang="en-GB" dirty="0" err="1"/>
              <a:t>reperem</a:t>
            </a:r>
            <a:r>
              <a:rPr lang="en-GB" dirty="0"/>
              <a:t> </a:t>
            </a:r>
            <a:r>
              <a:rPr lang="en-GB" dirty="0" err="1"/>
              <a:t>reptat</a:t>
            </a:r>
            <a:r>
              <a:rPr lang="en-GB" dirty="0"/>
              <a:t> </a:t>
            </a:r>
            <a:r>
              <a:rPr lang="en-GB" dirty="0" err="1"/>
              <a:t>dolendunt</a:t>
            </a:r>
            <a:r>
              <a:rPr lang="en-GB" dirty="0"/>
              <a:t> </a:t>
            </a:r>
            <a:r>
              <a:rPr lang="en-GB" dirty="0" err="1"/>
              <a:t>quis</a:t>
            </a:r>
            <a:r>
              <a:rPr lang="en-GB" dirty="0"/>
              <a:t> </a:t>
            </a:r>
            <a:r>
              <a:rPr lang="en-GB" dirty="0" err="1"/>
              <a:t>doloriat</a:t>
            </a:r>
            <a:r>
              <a:rPr lang="en-GB" dirty="0"/>
              <a:t>.</a:t>
            </a:r>
          </a:p>
          <a:p>
            <a:pPr marL="0" indent="0">
              <a:buNone/>
            </a:pPr>
            <a:endParaRPr lang="en-GB" dirty="0"/>
          </a:p>
        </p:txBody>
      </p:sp>
      <p:sp>
        <p:nvSpPr>
          <p:cNvPr id="4" name="Text Placeholder 3">
            <a:extLst>
              <a:ext uri="{FF2B5EF4-FFF2-40B4-BE49-F238E27FC236}">
                <a16:creationId xmlns:a16="http://schemas.microsoft.com/office/drawing/2014/main" id="{AAA2748C-0763-4349-B7FB-FAE76BA6296D}"/>
              </a:ext>
            </a:extLst>
          </p:cNvPr>
          <p:cNvSpPr>
            <a:spLocks noGrp="1"/>
          </p:cNvSpPr>
          <p:nvPr>
            <p:ph type="body" sz="quarter" idx="14"/>
          </p:nvPr>
        </p:nvSpPr>
        <p:spPr/>
        <p:txBody>
          <a:bodyPr/>
          <a:lstStyle/>
          <a:p>
            <a:r>
              <a:rPr lang="en-GB"/>
              <a:t>Subtitle</a:t>
            </a:r>
          </a:p>
        </p:txBody>
      </p:sp>
      <p:sp>
        <p:nvSpPr>
          <p:cNvPr id="5" name="Rectangle 4">
            <a:extLst>
              <a:ext uri="{FF2B5EF4-FFF2-40B4-BE49-F238E27FC236}">
                <a16:creationId xmlns:a16="http://schemas.microsoft.com/office/drawing/2014/main" id="{BF698476-BA94-F44A-84CD-7B76A959F3B8}"/>
              </a:ext>
            </a:extLst>
          </p:cNvPr>
          <p:cNvSpPr/>
          <p:nvPr/>
        </p:nvSpPr>
        <p:spPr>
          <a:xfrm>
            <a:off x="287998" y="2260314"/>
            <a:ext cx="5040000" cy="21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8C86184E-3F38-7E4D-B255-646BD934E0DF}"/>
              </a:ext>
            </a:extLst>
          </p:cNvPr>
          <p:cNvSpPr/>
          <p:nvPr/>
        </p:nvSpPr>
        <p:spPr>
          <a:xfrm>
            <a:off x="6390847" y="3780000"/>
            <a:ext cx="5040000" cy="2412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D9385EEE-EFB3-4F1C-9200-39AEA70C8633}"/>
              </a:ext>
            </a:extLst>
          </p:cNvPr>
          <p:cNvSpPr>
            <a:spLocks noGrp="1"/>
          </p:cNvSpPr>
          <p:nvPr>
            <p:ph type="sldNum" sz="quarter" idx="12"/>
          </p:nvPr>
        </p:nvSpPr>
        <p:spPr/>
        <p:txBody>
          <a:bodyPr/>
          <a:lstStyle/>
          <a:p>
            <a:fld id="{A58FD96F-21B2-46E2-AE53-1EAD3D1198D4}" type="slidenum">
              <a:rPr lang="en-GB" smtClean="0"/>
              <a:t>4</a:t>
            </a:fld>
            <a:endParaRPr lang="en-GB"/>
          </a:p>
        </p:txBody>
      </p:sp>
    </p:spTree>
    <p:extLst>
      <p:ext uri="{BB962C8B-B14F-4D97-AF65-F5344CB8AC3E}">
        <p14:creationId xmlns:p14="http://schemas.microsoft.com/office/powerpoint/2010/main" val="301858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147B-122F-9842-90D7-39BCA6EBD3CD}"/>
              </a:ext>
            </a:extLst>
          </p:cNvPr>
          <p:cNvSpPr>
            <a:spLocks noGrp="1"/>
          </p:cNvSpPr>
          <p:nvPr>
            <p:ph type="title"/>
          </p:nvPr>
        </p:nvSpPr>
        <p:spPr/>
        <p:txBody>
          <a:bodyPr/>
          <a:lstStyle/>
          <a:p>
            <a:r>
              <a:rPr lang="en-GB"/>
              <a:t>Title</a:t>
            </a:r>
          </a:p>
        </p:txBody>
      </p:sp>
      <p:sp>
        <p:nvSpPr>
          <p:cNvPr id="3" name="Text Placeholder 2">
            <a:extLst>
              <a:ext uri="{FF2B5EF4-FFF2-40B4-BE49-F238E27FC236}">
                <a16:creationId xmlns:a16="http://schemas.microsoft.com/office/drawing/2014/main" id="{BCA8A88C-6350-1B45-B6FD-ED5B98E44DF9}"/>
              </a:ext>
            </a:extLst>
          </p:cNvPr>
          <p:cNvSpPr>
            <a:spLocks noGrp="1"/>
          </p:cNvSpPr>
          <p:nvPr>
            <p:ph type="body" sz="quarter" idx="13"/>
          </p:nvPr>
        </p:nvSpPr>
        <p:spPr>
          <a:xfrm>
            <a:off x="287998" y="1260000"/>
            <a:ext cx="11664001" cy="3065420"/>
          </a:xfrm>
        </p:spPr>
        <p:txBody>
          <a:bodyPr/>
          <a:lstStyle/>
          <a:p>
            <a:pPr marL="0" indent="0">
              <a:buNone/>
            </a:pPr>
            <a:r>
              <a:rPr lang="en-GB" b="1">
                <a:latin typeface="+mj-lt"/>
              </a:rPr>
              <a:t>Am, same sollani minullest molo dolupicias quibustem eum nati optam</a:t>
            </a:r>
          </a:p>
          <a:p>
            <a:pPr marL="0" indent="0">
              <a:buNone/>
            </a:pPr>
            <a:r>
              <a:rPr lang="en-GB"/>
              <a:t>Soluptat aerume comnimo luptatur, sequis quas esto eati dolupti umquam atem remodit, offic tesecab incides voluptatur molupta dia dolo toraepu dandus as natum volenis et quia sant ventiae. </a:t>
            </a:r>
          </a:p>
          <a:p>
            <a:pPr marL="0" indent="0">
              <a:buNone/>
            </a:pPr>
            <a:r>
              <a:rPr lang="en-GB"/>
              <a:t>Apita dipidi occuptas exeribus duciis sita doloreiciet quidund erunto eliqui consectat abore doluptibusam ut esequo dolupta erumquo teceper uptatecti conesequo quiaero doluptate saepele stemqui quam accum ius moloresto quidign itatus asimil iur seniendis </a:t>
            </a:r>
          </a:p>
          <a:p>
            <a:pPr marL="0" indent="0">
              <a:buNone/>
            </a:pPr>
            <a:r>
              <a:rPr lang="en-GB"/>
              <a:t>moloreiciis remperfernam quas rernatetur samus ium que doloribus et, omnientemped eaquisit eaquis neculparcium destrum volori utem quo volorem imus et omnis eumquae minimporerum.</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en-GB" b="1">
                <a:latin typeface="+mj-lt"/>
              </a:rPr>
              <a:t>Emquae imporest et prepellor aliqui ulpa nita</a:t>
            </a:r>
          </a:p>
          <a:p>
            <a:pPr marL="0" indent="0">
              <a:buNone/>
            </a:pPr>
            <a:r>
              <a:rPr lang="en-GB"/>
              <a:t>Omnihiciae magnis nihiciae pa pellaborrum, sequuntibus ut ex everio doluptatecto occum ratis escipid uciendae isti autemperchic teserio rporitatum nat a pratquu ntiossectati dolest eumqui dolore, sed ut placcaepudi sam eum eture, sinullam nos dolo dus, odiatibus eostisque eatus, simet odi odit, cus ipsaeces et am esti into offictur?</a:t>
            </a:r>
          </a:p>
          <a:p>
            <a:pPr marL="0" indent="0">
              <a:buNone/>
            </a:pPr>
            <a:r>
              <a:rPr lang="en-GB"/>
              <a:t>Occumqui nonse laborepuda sum autatiis ex et a doluptat ea perunt quid qui aut officia velit quidi tem aut volorit volorep ernatum fuga. Pores expliam, consecea de veliquibus, culpa pore volorpo rrovide bitatur aspe sum et volorat ionseque preped molenimet, voloriori core ditiatur, con rehenihit re quiate doluptatis vent officia.</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en-GB"/>
              <a:t>Axime aut quis que nonsequ iantis aliqui si quam sitatemque consecum sinvelendit audanis mos nonsequi blabor sequati busciatius.</a:t>
            </a:r>
          </a:p>
        </p:txBody>
      </p:sp>
      <p:sp>
        <p:nvSpPr>
          <p:cNvPr id="4" name="Text Placeholder 3">
            <a:extLst>
              <a:ext uri="{FF2B5EF4-FFF2-40B4-BE49-F238E27FC236}">
                <a16:creationId xmlns:a16="http://schemas.microsoft.com/office/drawing/2014/main" id="{AAA2748C-0763-4349-B7FB-FAE76BA6296D}"/>
              </a:ext>
            </a:extLst>
          </p:cNvPr>
          <p:cNvSpPr>
            <a:spLocks noGrp="1"/>
          </p:cNvSpPr>
          <p:nvPr>
            <p:ph type="body" sz="quarter" idx="14"/>
          </p:nvPr>
        </p:nvSpPr>
        <p:spPr/>
        <p:txBody>
          <a:bodyPr/>
          <a:lstStyle/>
          <a:p>
            <a:r>
              <a:rPr lang="en-GB"/>
              <a:t>Subtitle</a:t>
            </a:r>
          </a:p>
        </p:txBody>
      </p:sp>
      <p:sp>
        <p:nvSpPr>
          <p:cNvPr id="5" name="Rectangle 4">
            <a:extLst>
              <a:ext uri="{FF2B5EF4-FFF2-40B4-BE49-F238E27FC236}">
                <a16:creationId xmlns:a16="http://schemas.microsoft.com/office/drawing/2014/main" id="{BF698476-BA94-F44A-84CD-7B76A959F3B8}"/>
              </a:ext>
            </a:extLst>
          </p:cNvPr>
          <p:cNvSpPr/>
          <p:nvPr/>
        </p:nvSpPr>
        <p:spPr>
          <a:xfrm>
            <a:off x="3349377" y="4109662"/>
            <a:ext cx="2503147" cy="2082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27BF4361-5A22-B945-B893-91E4AEB42E6A}"/>
              </a:ext>
            </a:extLst>
          </p:cNvPr>
          <p:cNvCxnSpPr>
            <a:cxnSpLocks/>
            <a:stCxn id="3" idx="0"/>
          </p:cNvCxnSpPr>
          <p:nvPr/>
        </p:nvCxnSpPr>
        <p:spPr>
          <a:xfrm>
            <a:off x="6119999" y="1260000"/>
            <a:ext cx="0" cy="4931999"/>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33FB13A1-812E-0C40-8C46-765E31F9962A}"/>
              </a:ext>
            </a:extLst>
          </p:cNvPr>
          <p:cNvSpPr/>
          <p:nvPr/>
        </p:nvSpPr>
        <p:spPr>
          <a:xfrm>
            <a:off x="6404177" y="4109662"/>
            <a:ext cx="5040000" cy="15732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5">
            <a:extLst>
              <a:ext uri="{FF2B5EF4-FFF2-40B4-BE49-F238E27FC236}">
                <a16:creationId xmlns:a16="http://schemas.microsoft.com/office/drawing/2014/main" id="{B007A6CC-3A61-4910-92E7-5B00FA1363F5}"/>
              </a:ext>
            </a:extLst>
          </p:cNvPr>
          <p:cNvSpPr>
            <a:spLocks noGrp="1"/>
          </p:cNvSpPr>
          <p:nvPr>
            <p:ph type="sldNum" sz="quarter" idx="12"/>
          </p:nvPr>
        </p:nvSpPr>
        <p:spPr/>
        <p:txBody>
          <a:bodyPr/>
          <a:lstStyle/>
          <a:p>
            <a:fld id="{A58FD96F-21B2-46E2-AE53-1EAD3D1198D4}" type="slidenum">
              <a:rPr lang="en-GB" smtClean="0"/>
              <a:t>5</a:t>
            </a:fld>
            <a:endParaRPr lang="en-GB"/>
          </a:p>
        </p:txBody>
      </p:sp>
      <p:sp>
        <p:nvSpPr>
          <p:cNvPr id="11" name="TextBox 10">
            <a:extLst>
              <a:ext uri="{FF2B5EF4-FFF2-40B4-BE49-F238E27FC236}">
                <a16:creationId xmlns:a16="http://schemas.microsoft.com/office/drawing/2014/main" id="{5ED90F11-D62C-3446-8E49-4D7E7D345F01}"/>
              </a:ext>
            </a:extLst>
          </p:cNvPr>
          <p:cNvSpPr txBox="1"/>
          <p:nvPr/>
        </p:nvSpPr>
        <p:spPr>
          <a:xfrm>
            <a:off x="281418" y="4109663"/>
            <a:ext cx="3061379" cy="2424338"/>
          </a:xfrm>
          <a:prstGeom prst="rect">
            <a:avLst/>
          </a:prstGeom>
          <a:noFill/>
        </p:spPr>
        <p:txBody>
          <a:bodyPr wrap="square" lIns="0" tIns="0" rIns="0" bIns="0" rtlCol="0">
            <a:noAutofit/>
          </a:bodyPr>
          <a:lstStyle/>
          <a:p>
            <a:r>
              <a:rPr lang="en-GB" sz="1350">
                <a:latin typeface="+mj-lt"/>
              </a:rPr>
              <a:t>Ga. Ut ommolorem fugia pro omnias </a:t>
            </a:r>
            <a:br>
              <a:rPr lang="en-GB" sz="1350">
                <a:latin typeface="+mj-lt"/>
              </a:rPr>
            </a:br>
            <a:r>
              <a:rPr lang="en-GB" sz="1350">
                <a:latin typeface="+mj-lt"/>
              </a:rPr>
              <a:t>qui volores adissim id molorrum lab </a:t>
            </a:r>
            <a:br>
              <a:rPr lang="en-GB" sz="1350">
                <a:latin typeface="+mj-lt"/>
              </a:rPr>
            </a:br>
            <a:r>
              <a:rPr lang="en-GB" sz="1350">
                <a:latin typeface="+mj-lt"/>
              </a:rPr>
              <a:t>ium ut doluptatecae vollabo. Um </a:t>
            </a:r>
            <a:br>
              <a:rPr lang="en-GB" sz="1350">
                <a:latin typeface="+mj-lt"/>
              </a:rPr>
            </a:br>
            <a:r>
              <a:rPr lang="en-GB" sz="1350">
                <a:latin typeface="+mj-lt"/>
              </a:rPr>
              <a:t>voluptibus, sitiistem. </a:t>
            </a:r>
          </a:p>
          <a:p>
            <a:endParaRPr lang="en-GB" sz="1350">
              <a:latin typeface="+mj-lt"/>
            </a:endParaRPr>
          </a:p>
          <a:p>
            <a:r>
              <a:rPr lang="en-GB" sz="1350" b="1">
                <a:latin typeface="+mj-lt"/>
              </a:rPr>
              <a:t>Lignis inimus, cone conesen delit, </a:t>
            </a:r>
            <a:br>
              <a:rPr lang="en-GB" sz="1350">
                <a:latin typeface="+mj-lt"/>
              </a:rPr>
            </a:br>
            <a:r>
              <a:rPr lang="en-GB" sz="1350">
                <a:latin typeface="+mj-lt"/>
              </a:rPr>
              <a:t>et ea aritatur mo consequia </a:t>
            </a:r>
            <a:br>
              <a:rPr lang="en-GB" sz="1350">
                <a:latin typeface="+mj-lt"/>
              </a:rPr>
            </a:br>
            <a:r>
              <a:rPr lang="en-GB" sz="1350">
                <a:latin typeface="+mj-lt"/>
              </a:rPr>
              <a:t>doluptaspiet anduciet ipsam fuga. </a:t>
            </a:r>
          </a:p>
        </p:txBody>
      </p:sp>
    </p:spTree>
    <p:extLst>
      <p:ext uri="{BB962C8B-B14F-4D97-AF65-F5344CB8AC3E}">
        <p14:creationId xmlns:p14="http://schemas.microsoft.com/office/powerpoint/2010/main" val="775900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ABD9-F9CD-E94A-9030-68C98072478C}"/>
              </a:ext>
            </a:extLst>
          </p:cNvPr>
          <p:cNvSpPr>
            <a:spLocks noGrp="1"/>
          </p:cNvSpPr>
          <p:nvPr>
            <p:ph type="title"/>
          </p:nvPr>
        </p:nvSpPr>
        <p:spPr/>
        <p:txBody>
          <a:bodyPr/>
          <a:lstStyle/>
          <a:p>
            <a:r>
              <a:rPr lang="en-GB"/>
              <a:t>Title</a:t>
            </a:r>
          </a:p>
        </p:txBody>
      </p:sp>
      <p:sp>
        <p:nvSpPr>
          <p:cNvPr id="3" name="Text Placeholder 2">
            <a:extLst>
              <a:ext uri="{FF2B5EF4-FFF2-40B4-BE49-F238E27FC236}">
                <a16:creationId xmlns:a16="http://schemas.microsoft.com/office/drawing/2014/main" id="{5E22C311-267B-9546-BDF7-8D444E9C3DCC}"/>
              </a:ext>
            </a:extLst>
          </p:cNvPr>
          <p:cNvSpPr>
            <a:spLocks noGrp="1"/>
          </p:cNvSpPr>
          <p:nvPr>
            <p:ph type="body" sz="quarter" idx="13"/>
          </p:nvPr>
        </p:nvSpPr>
        <p:spPr/>
        <p:txBody>
          <a:bodyPr/>
          <a:lstStyle/>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en-GB"/>
              <a:t>Soluptat aerume comnimo luptatur, sequis quas esto eati dolupti umquam atem remodit, offic tesecab incides voluptatur molupta dia dolo toraepu dandus as natum volenis et quia sant ventiae. </a:t>
            </a:r>
          </a:p>
          <a:p>
            <a:pPr marL="0" indent="0">
              <a:buNone/>
            </a:pPr>
            <a:r>
              <a:rPr lang="en-GB"/>
              <a:t>Apita dipidi occuptas exeribus duciis sita doloreiciet quidund erunto eliqui consectat abore doluptibusam ut esequo dolupta erumquo teceper uptatecti conesequo quiaero doluptate saepele stemqui quam accum ius moloresto quidign itatus asimil iur seniendis </a:t>
            </a:r>
          </a:p>
          <a:p>
            <a:pPr marL="0" indent="0">
              <a:buNone/>
            </a:pPr>
            <a:endParaRPr lang="en-GB"/>
          </a:p>
          <a:p>
            <a:pPr marL="0" indent="0">
              <a:buNone/>
            </a:pPr>
            <a:r>
              <a:rPr lang="en-GB"/>
              <a:t>Bitam id maiorem re nonsequ aectaectio. Ut rem ariorectecte mo modi ut illaciam sequam quo maximaio molo volent.</a:t>
            </a:r>
          </a:p>
          <a:p>
            <a:pPr lvl="3"/>
            <a:r>
              <a:rPr lang="en-GB"/>
              <a:t>Ibus pa verumque et quiduci psapid expernatur rest, tem is acerionsedia qui doluptiostia si dus, quate diaescit, sedigenditia et, test vellias esequia denda</a:t>
            </a:r>
          </a:p>
          <a:p>
            <a:pPr lvl="3"/>
            <a:r>
              <a:rPr lang="en-GB"/>
              <a:t>Nequamus debis evellab orecull icaborum nullorum quas con res conse es dit molorrum in rem iuntissunt everem accuptatibus derferi sam aligenest plitati.</a:t>
            </a:r>
          </a:p>
          <a:p>
            <a:pPr lvl="3"/>
            <a:r>
              <a:rPr lang="en-GB"/>
              <a:t>Ad unt. Dolum saeperupta es et vollatur? Andis versperibus quatiorro eveliberio omnis raecat abo. Ut quat eseque sitatiam.</a:t>
            </a:r>
          </a:p>
          <a:p>
            <a:endParaRPr lang="en-GB"/>
          </a:p>
        </p:txBody>
      </p:sp>
      <p:sp>
        <p:nvSpPr>
          <p:cNvPr id="4" name="Text Placeholder 3">
            <a:extLst>
              <a:ext uri="{FF2B5EF4-FFF2-40B4-BE49-F238E27FC236}">
                <a16:creationId xmlns:a16="http://schemas.microsoft.com/office/drawing/2014/main" id="{87708EAC-E9ED-554A-8E62-3B181F56B6B7}"/>
              </a:ext>
            </a:extLst>
          </p:cNvPr>
          <p:cNvSpPr>
            <a:spLocks noGrp="1"/>
          </p:cNvSpPr>
          <p:nvPr>
            <p:ph type="body" sz="quarter" idx="15"/>
          </p:nvPr>
        </p:nvSpPr>
        <p:spPr>
          <a:xfrm>
            <a:off x="4326339" y="4839129"/>
            <a:ext cx="7560000" cy="1373295"/>
          </a:xfrm>
        </p:spPr>
        <p:txBody>
          <a:bodyPr/>
          <a:lstStyle/>
          <a:p>
            <a:r>
              <a:rPr lang="en-GB"/>
              <a:t>Magniendus ilignih illuptis aut adio. Et que peribus as et porum que non non consequae corum repudanis volloreius dit doluptae sam quo consequ iandaes porem fugiasita veni diatem nestiusdae. Iquatusdae. </a:t>
            </a:r>
            <a:br>
              <a:rPr lang="en-GB"/>
            </a:br>
            <a:r>
              <a:rPr lang="en-GB"/>
              <a:t>Ectent rehendus.</a:t>
            </a:r>
          </a:p>
          <a:p>
            <a:r>
              <a:rPr lang="en-GB"/>
              <a:t>Bea nem asit quiate nullandam faceptate etusae. Ut ommolut faccus excerunti voluptas sape voluptat et endem quaest et aut apidell uptate latemollit doluptin cum natiame imossim ustinvendere volorep edionem quidebis rerumqu iducias il into officie ndelia perrum enihilit landandicia doluptio. Odis exceaqui doluptat que esed quan.</a:t>
            </a:r>
          </a:p>
        </p:txBody>
      </p:sp>
      <p:sp>
        <p:nvSpPr>
          <p:cNvPr id="6" name="Text Placeholder 5">
            <a:extLst>
              <a:ext uri="{FF2B5EF4-FFF2-40B4-BE49-F238E27FC236}">
                <a16:creationId xmlns:a16="http://schemas.microsoft.com/office/drawing/2014/main" id="{E91DAB16-03CD-6541-8545-BDBFC7F809F7}"/>
              </a:ext>
            </a:extLst>
          </p:cNvPr>
          <p:cNvSpPr>
            <a:spLocks noGrp="1"/>
          </p:cNvSpPr>
          <p:nvPr>
            <p:ph type="body" sz="quarter" idx="14"/>
          </p:nvPr>
        </p:nvSpPr>
        <p:spPr/>
        <p:txBody>
          <a:bodyPr/>
          <a:lstStyle/>
          <a:p>
            <a:r>
              <a:rPr lang="en-GB"/>
              <a:t>Subtitle</a:t>
            </a:r>
          </a:p>
        </p:txBody>
      </p:sp>
      <p:sp>
        <p:nvSpPr>
          <p:cNvPr id="7" name="Rectangle 6">
            <a:extLst>
              <a:ext uri="{FF2B5EF4-FFF2-40B4-BE49-F238E27FC236}">
                <a16:creationId xmlns:a16="http://schemas.microsoft.com/office/drawing/2014/main" id="{F725F74C-81BE-C243-961D-2A35EDCCD6F6}"/>
              </a:ext>
            </a:extLst>
          </p:cNvPr>
          <p:cNvSpPr/>
          <p:nvPr/>
        </p:nvSpPr>
        <p:spPr>
          <a:xfrm>
            <a:off x="301625" y="1247757"/>
            <a:ext cx="2503147" cy="21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F30D8C5-9FC1-2549-9BCE-6736CEAC319A}"/>
              </a:ext>
            </a:extLst>
          </p:cNvPr>
          <p:cNvSpPr/>
          <p:nvPr/>
        </p:nvSpPr>
        <p:spPr>
          <a:xfrm>
            <a:off x="8229600" y="1247757"/>
            <a:ext cx="3656739" cy="338296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C9551612-CFF5-4D87-887C-8E7D4F36F46F}"/>
              </a:ext>
            </a:extLst>
          </p:cNvPr>
          <p:cNvSpPr>
            <a:spLocks noGrp="1"/>
          </p:cNvSpPr>
          <p:nvPr>
            <p:ph type="sldNum" sz="quarter" idx="12"/>
          </p:nvPr>
        </p:nvSpPr>
        <p:spPr/>
        <p:txBody>
          <a:bodyPr/>
          <a:lstStyle/>
          <a:p>
            <a:fld id="{A58FD96F-21B2-46E2-AE53-1EAD3D1198D4}" type="slidenum">
              <a:rPr lang="en-GB" smtClean="0"/>
              <a:t>6</a:t>
            </a:fld>
            <a:endParaRPr lang="en-GB"/>
          </a:p>
        </p:txBody>
      </p:sp>
    </p:spTree>
    <p:extLst>
      <p:ext uri="{BB962C8B-B14F-4D97-AF65-F5344CB8AC3E}">
        <p14:creationId xmlns:p14="http://schemas.microsoft.com/office/powerpoint/2010/main" val="2316155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ABD9-F9CD-E94A-9030-68C98072478C}"/>
              </a:ext>
            </a:extLst>
          </p:cNvPr>
          <p:cNvSpPr>
            <a:spLocks noGrp="1"/>
          </p:cNvSpPr>
          <p:nvPr>
            <p:ph type="title"/>
          </p:nvPr>
        </p:nvSpPr>
        <p:spPr/>
        <p:txBody>
          <a:bodyPr/>
          <a:lstStyle/>
          <a:p>
            <a:r>
              <a:rPr lang="en-GB"/>
              <a:t>Title</a:t>
            </a:r>
          </a:p>
        </p:txBody>
      </p:sp>
      <p:sp>
        <p:nvSpPr>
          <p:cNvPr id="3" name="Text Placeholder 2">
            <a:extLst>
              <a:ext uri="{FF2B5EF4-FFF2-40B4-BE49-F238E27FC236}">
                <a16:creationId xmlns:a16="http://schemas.microsoft.com/office/drawing/2014/main" id="{5E22C311-267B-9546-BDF7-8D444E9C3DCC}"/>
              </a:ext>
            </a:extLst>
          </p:cNvPr>
          <p:cNvSpPr>
            <a:spLocks noGrp="1"/>
          </p:cNvSpPr>
          <p:nvPr>
            <p:ph type="body" sz="quarter" idx="13"/>
          </p:nvPr>
        </p:nvSpPr>
        <p:spPr/>
        <p:txBody>
          <a:bodyPr/>
          <a:lstStyle/>
          <a:p>
            <a:pPr marL="0" indent="0">
              <a:buNone/>
            </a:pPr>
            <a:r>
              <a:rPr lang="en-GB" b="1" dirty="0" err="1">
                <a:latin typeface="+mj-lt"/>
              </a:rPr>
              <a:t>Soluptat</a:t>
            </a:r>
            <a:r>
              <a:rPr lang="en-GB" b="1" dirty="0">
                <a:latin typeface="+mj-lt"/>
              </a:rPr>
              <a:t> </a:t>
            </a:r>
            <a:r>
              <a:rPr lang="en-GB" b="1" dirty="0" err="1">
                <a:latin typeface="+mj-lt"/>
              </a:rPr>
              <a:t>aerume</a:t>
            </a:r>
            <a:r>
              <a:rPr lang="en-GB" b="1" dirty="0">
                <a:latin typeface="+mj-lt"/>
              </a:rPr>
              <a:t> </a:t>
            </a:r>
            <a:r>
              <a:rPr lang="en-GB" b="1" dirty="0" err="1">
                <a:latin typeface="+mj-lt"/>
              </a:rPr>
              <a:t>comnimo</a:t>
            </a:r>
            <a:r>
              <a:rPr lang="en-GB" b="1" dirty="0">
                <a:latin typeface="+mj-lt"/>
              </a:rPr>
              <a:t> </a:t>
            </a:r>
            <a:r>
              <a:rPr lang="en-GB" b="1" dirty="0" err="1">
                <a:latin typeface="+mj-lt"/>
              </a:rPr>
              <a:t>luptatur</a:t>
            </a:r>
            <a:endParaRPr lang="en-GB" b="1" dirty="0">
              <a:latin typeface="+mj-lt"/>
            </a:endParaRPr>
          </a:p>
          <a:p>
            <a:pPr marL="0" indent="0">
              <a:buNone/>
            </a:pPr>
            <a:r>
              <a:rPr lang="en-GB" i="1" dirty="0"/>
              <a:t>“</a:t>
            </a:r>
            <a:r>
              <a:rPr lang="en-GB" i="1" dirty="0" err="1"/>
              <a:t>Apita</a:t>
            </a:r>
            <a:r>
              <a:rPr lang="en-GB" i="1" dirty="0"/>
              <a:t> </a:t>
            </a:r>
            <a:r>
              <a:rPr lang="en-GB" i="1" dirty="0" err="1"/>
              <a:t>dipidi</a:t>
            </a:r>
            <a:r>
              <a:rPr lang="en-GB" i="1" dirty="0"/>
              <a:t> </a:t>
            </a:r>
            <a:r>
              <a:rPr lang="en-GB" i="1" dirty="0" err="1"/>
              <a:t>occuptas</a:t>
            </a:r>
            <a:r>
              <a:rPr lang="en-GB" i="1" dirty="0"/>
              <a:t> </a:t>
            </a:r>
            <a:r>
              <a:rPr lang="en-GB" i="1" dirty="0" err="1"/>
              <a:t>exeribus</a:t>
            </a:r>
            <a:r>
              <a:rPr lang="en-GB" i="1" dirty="0"/>
              <a:t> </a:t>
            </a:r>
            <a:r>
              <a:rPr lang="en-GB" i="1" dirty="0" err="1"/>
              <a:t>duciis</a:t>
            </a:r>
            <a:r>
              <a:rPr lang="en-GB" i="1" dirty="0"/>
              <a:t> </a:t>
            </a:r>
            <a:r>
              <a:rPr lang="en-GB" i="1" dirty="0" err="1"/>
              <a:t>sita</a:t>
            </a:r>
            <a:r>
              <a:rPr lang="en-GB" i="1" dirty="0"/>
              <a:t> </a:t>
            </a:r>
            <a:r>
              <a:rPr lang="en-GB" i="1" dirty="0" err="1"/>
              <a:t>doloreiciet</a:t>
            </a:r>
            <a:r>
              <a:rPr lang="en-GB" i="1" dirty="0"/>
              <a:t> </a:t>
            </a:r>
            <a:r>
              <a:rPr lang="en-GB" i="1" dirty="0" err="1"/>
              <a:t>quidund</a:t>
            </a:r>
            <a:r>
              <a:rPr lang="en-GB" i="1" dirty="0"/>
              <a:t> </a:t>
            </a:r>
            <a:r>
              <a:rPr lang="en-GB" i="1" dirty="0" err="1"/>
              <a:t>erunto</a:t>
            </a:r>
            <a:r>
              <a:rPr lang="en-GB" i="1" dirty="0"/>
              <a:t> </a:t>
            </a:r>
            <a:r>
              <a:rPr lang="en-GB" i="1" dirty="0" err="1"/>
              <a:t>eliqui</a:t>
            </a:r>
            <a:r>
              <a:rPr lang="en-GB" i="1" dirty="0"/>
              <a:t> </a:t>
            </a:r>
            <a:r>
              <a:rPr lang="en-GB" i="1" dirty="0" err="1"/>
              <a:t>consectat</a:t>
            </a:r>
            <a:r>
              <a:rPr lang="en-GB" i="1" dirty="0"/>
              <a:t> </a:t>
            </a:r>
            <a:r>
              <a:rPr lang="en-GB" i="1" dirty="0" err="1"/>
              <a:t>abore</a:t>
            </a:r>
            <a:r>
              <a:rPr lang="en-GB" i="1" dirty="0"/>
              <a:t> </a:t>
            </a:r>
            <a:r>
              <a:rPr lang="en-GB" i="1" dirty="0" err="1"/>
              <a:t>doluptibusam</a:t>
            </a:r>
            <a:r>
              <a:rPr lang="en-GB" i="1" dirty="0"/>
              <a:t> </a:t>
            </a:r>
            <a:r>
              <a:rPr lang="en-GB" i="1" dirty="0" err="1"/>
              <a:t>ut</a:t>
            </a:r>
            <a:r>
              <a:rPr lang="en-GB" i="1" dirty="0"/>
              <a:t> </a:t>
            </a:r>
            <a:r>
              <a:rPr lang="en-GB" i="1" dirty="0" err="1"/>
              <a:t>esequo</a:t>
            </a:r>
            <a:r>
              <a:rPr lang="en-GB" i="1" dirty="0"/>
              <a:t> </a:t>
            </a:r>
            <a:r>
              <a:rPr lang="en-GB" i="1" dirty="0" err="1"/>
              <a:t>dolupta</a:t>
            </a:r>
            <a:r>
              <a:rPr lang="en-GB" i="1" dirty="0"/>
              <a:t> </a:t>
            </a:r>
            <a:r>
              <a:rPr lang="en-GB" i="1" dirty="0" err="1"/>
              <a:t>erumquo</a:t>
            </a:r>
            <a:r>
              <a:rPr lang="en-GB" i="1" dirty="0"/>
              <a:t> </a:t>
            </a:r>
            <a:r>
              <a:rPr lang="en-GB" i="1" dirty="0" err="1"/>
              <a:t>teceper</a:t>
            </a:r>
            <a:r>
              <a:rPr lang="en-GB" i="1" dirty="0"/>
              <a:t> </a:t>
            </a:r>
            <a:r>
              <a:rPr lang="en-GB" i="1" dirty="0" err="1"/>
              <a:t>uptatecti</a:t>
            </a:r>
            <a:r>
              <a:rPr lang="en-GB" i="1" dirty="0"/>
              <a:t> </a:t>
            </a:r>
            <a:r>
              <a:rPr lang="en-GB" i="1" dirty="0" err="1"/>
              <a:t>conesequo</a:t>
            </a:r>
            <a:r>
              <a:rPr lang="en-GB" i="1" dirty="0"/>
              <a:t> </a:t>
            </a:r>
            <a:r>
              <a:rPr lang="en-GB" i="1" dirty="0" err="1"/>
              <a:t>quiaero</a:t>
            </a:r>
            <a:r>
              <a:rPr lang="en-GB" i="1" dirty="0"/>
              <a:t> </a:t>
            </a:r>
            <a:r>
              <a:rPr lang="en-GB" i="1" dirty="0" err="1"/>
              <a:t>doluptate</a:t>
            </a:r>
            <a:r>
              <a:rPr lang="en-GB" i="1" dirty="0"/>
              <a:t> </a:t>
            </a:r>
            <a:r>
              <a:rPr lang="en-GB" i="1" dirty="0" err="1"/>
              <a:t>saepele</a:t>
            </a:r>
            <a:r>
              <a:rPr lang="en-GB" i="1" dirty="0"/>
              <a:t> </a:t>
            </a:r>
            <a:r>
              <a:rPr lang="en-GB" i="1" dirty="0" err="1"/>
              <a:t>stemqui</a:t>
            </a:r>
            <a:r>
              <a:rPr lang="en-GB" i="1" dirty="0"/>
              <a:t> </a:t>
            </a:r>
            <a:r>
              <a:rPr lang="en-GB" i="1" dirty="0" err="1"/>
              <a:t>quam</a:t>
            </a:r>
            <a:r>
              <a:rPr lang="en-GB" i="1" dirty="0"/>
              <a:t> </a:t>
            </a:r>
            <a:r>
              <a:rPr lang="en-GB" i="1" dirty="0" err="1"/>
              <a:t>accum</a:t>
            </a:r>
            <a:r>
              <a:rPr lang="en-GB" i="1" dirty="0"/>
              <a:t> </a:t>
            </a:r>
            <a:r>
              <a:rPr lang="en-GB" i="1" dirty="0" err="1"/>
              <a:t>ius</a:t>
            </a:r>
            <a:r>
              <a:rPr lang="en-GB" i="1" dirty="0"/>
              <a:t> </a:t>
            </a:r>
            <a:r>
              <a:rPr lang="en-GB" i="1" dirty="0" err="1"/>
              <a:t>moloresto</a:t>
            </a:r>
            <a:r>
              <a:rPr lang="en-GB" i="1" dirty="0"/>
              <a:t> </a:t>
            </a:r>
            <a:r>
              <a:rPr lang="en-GB" i="1" dirty="0" err="1"/>
              <a:t>quidign</a:t>
            </a:r>
            <a:r>
              <a:rPr lang="en-GB" i="1" dirty="0"/>
              <a:t> </a:t>
            </a:r>
            <a:r>
              <a:rPr lang="en-GB" i="1" dirty="0" err="1"/>
              <a:t>itatus</a:t>
            </a:r>
            <a:r>
              <a:rPr lang="en-GB" i="1" dirty="0"/>
              <a:t> </a:t>
            </a:r>
            <a:r>
              <a:rPr lang="en-GB" i="1" dirty="0" err="1"/>
              <a:t>asimil</a:t>
            </a:r>
            <a:r>
              <a:rPr lang="en-GB" i="1" dirty="0"/>
              <a:t> </a:t>
            </a:r>
            <a:r>
              <a:rPr lang="en-GB" i="1" dirty="0" err="1"/>
              <a:t>iur</a:t>
            </a:r>
            <a:r>
              <a:rPr lang="en-GB" i="1" dirty="0"/>
              <a:t> </a:t>
            </a:r>
            <a:r>
              <a:rPr lang="en-GB" i="1" dirty="0" err="1"/>
              <a:t>seniendis</a:t>
            </a:r>
            <a:r>
              <a:rPr lang="en-GB" i="1" dirty="0"/>
              <a:t>” </a:t>
            </a:r>
            <a:br>
              <a:rPr lang="en-GB" dirty="0"/>
            </a:br>
            <a:r>
              <a:rPr lang="en-GB" dirty="0" err="1"/>
              <a:t>Oloreiciis</a:t>
            </a:r>
            <a:r>
              <a:rPr lang="en-GB" dirty="0"/>
              <a:t> </a:t>
            </a:r>
            <a:r>
              <a:rPr lang="en-GB" dirty="0" err="1"/>
              <a:t>remperfernam</a:t>
            </a:r>
            <a:r>
              <a:rPr lang="en-GB" dirty="0"/>
              <a:t>, 2018</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err="1"/>
              <a:t>Niendi</a:t>
            </a:r>
            <a:r>
              <a:rPr lang="en-GB" dirty="0"/>
              <a:t> rerio </a:t>
            </a:r>
            <a:r>
              <a:rPr lang="en-GB" dirty="0" err="1"/>
              <a:t>etur</a:t>
            </a:r>
            <a:r>
              <a:rPr lang="en-GB" dirty="0"/>
              <a:t>? Et ant </a:t>
            </a:r>
            <a:r>
              <a:rPr lang="en-GB" dirty="0" err="1"/>
              <a:t>eturemp</a:t>
            </a:r>
            <a:r>
              <a:rPr lang="en-GB" dirty="0"/>
              <a:t> </a:t>
            </a:r>
            <a:r>
              <a:rPr lang="en-GB" dirty="0" err="1"/>
              <a:t>oribus</a:t>
            </a:r>
            <a:r>
              <a:rPr lang="en-GB" dirty="0"/>
              <a:t> </a:t>
            </a:r>
            <a:r>
              <a:rPr lang="en-GB" dirty="0" err="1"/>
              <a:t>dendit</a:t>
            </a:r>
            <a:r>
              <a:rPr lang="en-GB" dirty="0"/>
              <a:t>, cum ad </a:t>
            </a:r>
            <a:r>
              <a:rPr lang="en-GB" dirty="0" err="1"/>
              <a:t>quam</a:t>
            </a:r>
            <a:r>
              <a:rPr lang="en-GB" dirty="0"/>
              <a:t> </a:t>
            </a:r>
            <a:r>
              <a:rPr lang="en-GB" dirty="0" err="1"/>
              <a:t>ipsam</a:t>
            </a:r>
            <a:r>
              <a:rPr lang="en-GB" dirty="0"/>
              <a:t> </a:t>
            </a:r>
            <a:r>
              <a:rPr lang="en-GB" dirty="0" err="1"/>
              <a:t>rerferat</a:t>
            </a:r>
            <a:r>
              <a:rPr lang="en-GB" dirty="0"/>
              <a:t> </a:t>
            </a:r>
            <a:r>
              <a:rPr lang="en-GB" dirty="0" err="1"/>
              <a:t>aligenis</a:t>
            </a:r>
            <a:r>
              <a:rPr lang="en-GB" dirty="0"/>
              <a:t> ma </a:t>
            </a:r>
            <a:r>
              <a:rPr lang="en-GB" dirty="0" err="1"/>
              <a:t>distionet</a:t>
            </a:r>
            <a:r>
              <a:rPr lang="en-GB" dirty="0"/>
              <a:t> rates </a:t>
            </a:r>
            <a:r>
              <a:rPr lang="en-GB" dirty="0" err="1"/>
              <a:t>autem</a:t>
            </a:r>
            <a:r>
              <a:rPr lang="en-GB" dirty="0"/>
              <a:t> net, </a:t>
            </a:r>
            <a:r>
              <a:rPr lang="en-GB" dirty="0" err="1"/>
              <a:t>quisque</a:t>
            </a:r>
            <a:r>
              <a:rPr lang="en-GB" dirty="0"/>
              <a:t> pore </a:t>
            </a:r>
            <a:r>
              <a:rPr lang="en-GB" dirty="0" err="1"/>
              <a:t>dolupta</a:t>
            </a:r>
            <a:r>
              <a:rPr lang="en-GB" dirty="0"/>
              <a:t> </a:t>
            </a:r>
            <a:r>
              <a:rPr lang="en-GB" dirty="0" err="1"/>
              <a:t>cuptati</a:t>
            </a:r>
            <a:r>
              <a:rPr lang="en-GB" dirty="0"/>
              <a:t> </a:t>
            </a:r>
            <a:r>
              <a:rPr lang="en-GB" dirty="0" err="1"/>
              <a:t>umquia</a:t>
            </a:r>
            <a:r>
              <a:rPr lang="en-GB" dirty="0"/>
              <a:t> </a:t>
            </a:r>
            <a:r>
              <a:rPr lang="en-GB" dirty="0" err="1"/>
              <a:t>quis</a:t>
            </a:r>
            <a:r>
              <a:rPr lang="en-GB" dirty="0"/>
              <a:t> </a:t>
            </a:r>
            <a:r>
              <a:rPr lang="en-GB" dirty="0" err="1"/>
              <a:t>dolessusdae</a:t>
            </a:r>
            <a:r>
              <a:rPr lang="en-GB" dirty="0"/>
              <a:t> </a:t>
            </a:r>
            <a:r>
              <a:rPr lang="en-GB" dirty="0" err="1"/>
              <a:t>nobitas</a:t>
            </a:r>
            <a:r>
              <a:rPr lang="en-GB" dirty="0"/>
              <a:t> nis:</a:t>
            </a:r>
          </a:p>
          <a:p>
            <a:r>
              <a:rPr lang="en-GB" dirty="0" err="1"/>
              <a:t>Iusandit</a:t>
            </a:r>
            <a:r>
              <a:rPr lang="en-GB" dirty="0"/>
              <a:t> </a:t>
            </a:r>
            <a:r>
              <a:rPr lang="en-GB" dirty="0" err="1"/>
              <a:t>perrum</a:t>
            </a:r>
            <a:r>
              <a:rPr lang="en-GB" dirty="0"/>
              <a:t> </a:t>
            </a:r>
            <a:r>
              <a:rPr lang="en-GB" dirty="0" err="1"/>
              <a:t>acitem</a:t>
            </a:r>
            <a:r>
              <a:rPr lang="en-GB" dirty="0"/>
              <a:t> </a:t>
            </a:r>
            <a:r>
              <a:rPr lang="en-GB" dirty="0" err="1"/>
              <a:t>conse</a:t>
            </a:r>
            <a:r>
              <a:rPr lang="en-GB" dirty="0"/>
              <a:t> verum, qui </a:t>
            </a:r>
            <a:r>
              <a:rPr lang="en-GB" dirty="0" err="1"/>
              <a:t>rerior</a:t>
            </a:r>
            <a:r>
              <a:rPr lang="en-GB" dirty="0"/>
              <a:t> </a:t>
            </a:r>
            <a:r>
              <a:rPr lang="en-GB" dirty="0" err="1"/>
              <a:t>alignih</a:t>
            </a:r>
            <a:r>
              <a:rPr lang="en-GB" dirty="0"/>
              <a:t> </a:t>
            </a:r>
            <a:r>
              <a:rPr lang="en-GB" dirty="0" err="1"/>
              <a:t>iciumqui</a:t>
            </a:r>
            <a:r>
              <a:rPr lang="en-GB" dirty="0"/>
              <a:t> </a:t>
            </a:r>
            <a:r>
              <a:rPr lang="en-GB" dirty="0" err="1"/>
              <a:t>doluptione</a:t>
            </a:r>
            <a:r>
              <a:rPr lang="en-GB" dirty="0"/>
              <a:t> </a:t>
            </a:r>
            <a:r>
              <a:rPr lang="en-GB" dirty="0" err="1"/>
              <a:t>nosam</a:t>
            </a:r>
            <a:r>
              <a:rPr lang="en-GB" dirty="0"/>
              <a:t> </a:t>
            </a:r>
            <a:r>
              <a:rPr lang="en-GB" dirty="0" err="1"/>
              <a:t>audi</a:t>
            </a:r>
            <a:r>
              <a:rPr lang="en-GB" dirty="0"/>
              <a:t> que </a:t>
            </a:r>
            <a:r>
              <a:rPr lang="en-GB" dirty="0" err="1"/>
              <a:t>aut</a:t>
            </a:r>
            <a:r>
              <a:rPr lang="en-GB" dirty="0"/>
              <a:t> </a:t>
            </a:r>
            <a:r>
              <a:rPr lang="en-GB" dirty="0" err="1"/>
              <a:t>magnimposam</a:t>
            </a:r>
            <a:r>
              <a:rPr lang="en-GB" dirty="0"/>
              <a:t> </a:t>
            </a:r>
            <a:r>
              <a:rPr lang="en-GB" dirty="0" err="1"/>
              <a:t>incto</a:t>
            </a:r>
            <a:r>
              <a:rPr lang="en-GB" dirty="0"/>
              <a:t> </a:t>
            </a:r>
            <a:r>
              <a:rPr lang="en-GB" dirty="0" err="1"/>
              <a:t>omnihic</a:t>
            </a:r>
            <a:r>
              <a:rPr lang="en-GB" dirty="0"/>
              <a:t> </a:t>
            </a:r>
            <a:r>
              <a:rPr lang="en-GB" dirty="0" err="1"/>
              <a:t>tem</a:t>
            </a:r>
            <a:r>
              <a:rPr lang="en-GB" dirty="0"/>
              <a:t> </a:t>
            </a:r>
            <a:r>
              <a:rPr lang="en-GB" dirty="0" err="1"/>
              <a:t>esenis</a:t>
            </a:r>
            <a:r>
              <a:rPr lang="en-GB" dirty="0"/>
              <a:t> </a:t>
            </a:r>
            <a:r>
              <a:rPr lang="en-GB" dirty="0" err="1"/>
              <a:t>eum</a:t>
            </a:r>
            <a:r>
              <a:rPr lang="en-GB" dirty="0"/>
              <a:t> et a </a:t>
            </a:r>
            <a:r>
              <a:rPr lang="en-GB" dirty="0" err="1"/>
              <a:t>dolorepe</a:t>
            </a:r>
            <a:r>
              <a:rPr lang="en-GB" dirty="0"/>
              <a:t> et, </a:t>
            </a:r>
            <a:r>
              <a:rPr lang="en-GB" dirty="0" err="1"/>
              <a:t>cuptate</a:t>
            </a:r>
            <a:r>
              <a:rPr lang="en-GB" dirty="0"/>
              <a:t> </a:t>
            </a:r>
            <a:r>
              <a:rPr lang="en-GB" dirty="0" err="1"/>
              <a:t>coreperiate</a:t>
            </a:r>
            <a:r>
              <a:rPr lang="en-GB" dirty="0"/>
              <a:t> </a:t>
            </a:r>
            <a:r>
              <a:rPr lang="en-GB" dirty="0" err="1"/>
              <a:t>consequatiae</a:t>
            </a:r>
            <a:endParaRPr lang="en-GB" dirty="0"/>
          </a:p>
          <a:p>
            <a:r>
              <a:rPr lang="en-GB" dirty="0" err="1"/>
              <a:t>Possim</a:t>
            </a:r>
            <a:r>
              <a:rPr lang="en-GB" dirty="0"/>
              <a:t> </a:t>
            </a:r>
            <a:r>
              <a:rPr lang="en-GB" dirty="0" err="1"/>
              <a:t>faccab</a:t>
            </a:r>
            <a:r>
              <a:rPr lang="en-GB" dirty="0"/>
              <a:t> id ex et </a:t>
            </a:r>
            <a:r>
              <a:rPr lang="en-GB" dirty="0" err="1"/>
              <a:t>quunt</a:t>
            </a:r>
            <a:r>
              <a:rPr lang="en-GB" dirty="0"/>
              <a:t>, </a:t>
            </a:r>
            <a:r>
              <a:rPr lang="en-GB" dirty="0" err="1"/>
              <a:t>quis</a:t>
            </a:r>
            <a:r>
              <a:rPr lang="en-GB" dirty="0"/>
              <a:t> et </a:t>
            </a:r>
            <a:r>
              <a:rPr lang="en-GB" dirty="0" err="1"/>
              <a:t>volum</a:t>
            </a:r>
            <a:r>
              <a:rPr lang="en-GB" dirty="0"/>
              <a:t> </a:t>
            </a:r>
            <a:r>
              <a:rPr lang="en-GB" dirty="0" err="1"/>
              <a:t>doleseque</a:t>
            </a:r>
            <a:r>
              <a:rPr lang="en-GB" dirty="0"/>
              <a:t> re </a:t>
            </a:r>
            <a:r>
              <a:rPr lang="en-GB" dirty="0" err="1"/>
              <a:t>nam</a:t>
            </a:r>
            <a:r>
              <a:rPr lang="en-GB" dirty="0"/>
              <a:t> </a:t>
            </a:r>
            <a:r>
              <a:rPr lang="en-GB" dirty="0" err="1"/>
              <a:t>aut</a:t>
            </a:r>
            <a:r>
              <a:rPr lang="en-GB" dirty="0"/>
              <a:t> </a:t>
            </a:r>
            <a:r>
              <a:rPr lang="en-GB" dirty="0" err="1"/>
              <a:t>occust</a:t>
            </a:r>
            <a:r>
              <a:rPr lang="en-GB" dirty="0"/>
              <a:t> </a:t>
            </a:r>
            <a:r>
              <a:rPr lang="en-GB" dirty="0" err="1"/>
              <a:t>plit</a:t>
            </a:r>
            <a:r>
              <a:rPr lang="en-GB" dirty="0"/>
              <a:t> ex </a:t>
            </a:r>
            <a:r>
              <a:rPr lang="en-GB" dirty="0" err="1"/>
              <a:t>ea</a:t>
            </a:r>
            <a:r>
              <a:rPr lang="en-GB" dirty="0"/>
              <a:t> core </a:t>
            </a:r>
            <a:r>
              <a:rPr lang="en-GB" dirty="0" err="1"/>
              <a:t>pori</a:t>
            </a:r>
            <a:r>
              <a:rPr lang="en-GB" dirty="0"/>
              <a:t> a </a:t>
            </a:r>
            <a:r>
              <a:rPr lang="en-GB" dirty="0" err="1"/>
              <a:t>voluption</a:t>
            </a:r>
            <a:r>
              <a:rPr lang="en-GB" dirty="0"/>
              <a:t> cum </a:t>
            </a:r>
            <a:r>
              <a:rPr lang="en-GB" dirty="0" err="1"/>
              <a:t>quatqui</a:t>
            </a:r>
            <a:r>
              <a:rPr lang="en-GB" dirty="0"/>
              <a:t> </a:t>
            </a:r>
            <a:r>
              <a:rPr lang="en-GB" dirty="0" err="1"/>
              <a:t>ut</a:t>
            </a:r>
            <a:r>
              <a:rPr lang="en-GB" dirty="0"/>
              <a:t> </a:t>
            </a:r>
            <a:r>
              <a:rPr lang="en-GB" dirty="0" err="1"/>
              <a:t>earum</a:t>
            </a:r>
            <a:r>
              <a:rPr lang="en-GB" dirty="0"/>
              <a:t> </a:t>
            </a:r>
            <a:r>
              <a:rPr lang="en-GB" dirty="0" err="1"/>
              <a:t>dunt</a:t>
            </a:r>
            <a:r>
              <a:rPr lang="en-GB" dirty="0"/>
              <a:t>, </a:t>
            </a:r>
          </a:p>
          <a:p>
            <a:pPr lvl="1"/>
            <a:r>
              <a:rPr lang="en-GB" dirty="0"/>
              <a:t>Or </a:t>
            </a:r>
            <a:r>
              <a:rPr lang="en-GB" dirty="0" err="1"/>
              <a:t>acessuntem</a:t>
            </a:r>
            <a:r>
              <a:rPr lang="en-GB" dirty="0"/>
              <a:t> </a:t>
            </a:r>
            <a:r>
              <a:rPr lang="en-GB" dirty="0" err="1"/>
              <a:t>coreptis</a:t>
            </a:r>
            <a:r>
              <a:rPr lang="en-GB" dirty="0"/>
              <a:t> </a:t>
            </a:r>
            <a:r>
              <a:rPr lang="en-GB" dirty="0" err="1"/>
              <a:t>nime</a:t>
            </a:r>
            <a:r>
              <a:rPr lang="en-GB" dirty="0"/>
              <a:t> re </a:t>
            </a:r>
            <a:r>
              <a:rPr lang="en-GB" dirty="0" err="1"/>
              <a:t>nemporrum</a:t>
            </a:r>
            <a:r>
              <a:rPr lang="en-GB" dirty="0"/>
              <a:t> </a:t>
            </a:r>
            <a:r>
              <a:rPr lang="en-GB" dirty="0" err="1"/>
              <a:t>eosaestrum</a:t>
            </a:r>
            <a:r>
              <a:rPr lang="en-GB" dirty="0"/>
              <a:t> </a:t>
            </a:r>
            <a:r>
              <a:rPr lang="en-GB" dirty="0" err="1"/>
              <a:t>inum</a:t>
            </a:r>
            <a:r>
              <a:rPr lang="en-GB" dirty="0"/>
              <a:t> </a:t>
            </a:r>
            <a:r>
              <a:rPr lang="en-GB" dirty="0" err="1"/>
              <a:t>velicius</a:t>
            </a:r>
            <a:r>
              <a:rPr lang="en-GB" dirty="0"/>
              <a:t> </a:t>
            </a:r>
            <a:r>
              <a:rPr lang="en-GB" dirty="0" err="1"/>
              <a:t>dunt</a:t>
            </a:r>
            <a:r>
              <a:rPr lang="en-GB" dirty="0"/>
              <a:t> et </a:t>
            </a:r>
            <a:r>
              <a:rPr lang="en-GB" dirty="0" err="1"/>
              <a:t>aut</a:t>
            </a:r>
            <a:r>
              <a:rPr lang="en-GB" dirty="0"/>
              <a:t> </a:t>
            </a:r>
            <a:r>
              <a:rPr lang="en-GB" dirty="0" err="1"/>
              <a:t>aut</a:t>
            </a:r>
            <a:r>
              <a:rPr lang="en-GB" dirty="0"/>
              <a:t> </a:t>
            </a:r>
            <a:r>
              <a:rPr lang="en-GB" dirty="0" err="1"/>
              <a:t>evellesciis</a:t>
            </a:r>
            <a:r>
              <a:rPr lang="en-GB" dirty="0"/>
              <a:t> </a:t>
            </a:r>
            <a:r>
              <a:rPr lang="en-GB" dirty="0" err="1"/>
              <a:t>eum</a:t>
            </a:r>
            <a:r>
              <a:rPr lang="en-GB" dirty="0"/>
              <a:t> </a:t>
            </a:r>
            <a:r>
              <a:rPr lang="en-GB" dirty="0" err="1"/>
              <a:t>endipsant</a:t>
            </a:r>
            <a:r>
              <a:rPr lang="en-GB" dirty="0"/>
              <a:t> </a:t>
            </a:r>
            <a:r>
              <a:rPr lang="en-GB" dirty="0" err="1"/>
              <a:t>arist</a:t>
            </a:r>
            <a:endParaRPr lang="en-GB" dirty="0"/>
          </a:p>
          <a:p>
            <a:pPr lvl="1"/>
            <a:r>
              <a:rPr lang="en-GB" dirty="0" err="1"/>
              <a:t>voluptatet</a:t>
            </a:r>
            <a:r>
              <a:rPr lang="en-GB" dirty="0"/>
              <a:t> </a:t>
            </a:r>
            <a:r>
              <a:rPr lang="en-GB" dirty="0" err="1"/>
              <a:t>magnim</a:t>
            </a:r>
            <a:r>
              <a:rPr lang="en-GB" dirty="0"/>
              <a:t> </a:t>
            </a:r>
            <a:r>
              <a:rPr lang="en-GB" dirty="0" err="1"/>
              <a:t>verchil</a:t>
            </a:r>
            <a:r>
              <a:rPr lang="en-GB" dirty="0"/>
              <a:t> </a:t>
            </a:r>
            <a:r>
              <a:rPr lang="en-GB" dirty="0" err="1"/>
              <a:t>imolut</a:t>
            </a:r>
            <a:r>
              <a:rPr lang="en-GB" dirty="0"/>
              <a:t> es </a:t>
            </a:r>
            <a:r>
              <a:rPr lang="en-GB" dirty="0" err="1"/>
              <a:t>doluptas</a:t>
            </a:r>
            <a:r>
              <a:rPr lang="en-GB" dirty="0"/>
              <a:t> sunt, </a:t>
            </a:r>
            <a:r>
              <a:rPr lang="en-GB" dirty="0" err="1"/>
              <a:t>coreicaerum</a:t>
            </a:r>
            <a:r>
              <a:rPr lang="en-GB" dirty="0"/>
              <a:t> </a:t>
            </a:r>
            <a:r>
              <a:rPr lang="en-GB" dirty="0" err="1"/>
              <a:t>accuptus</a:t>
            </a:r>
            <a:r>
              <a:rPr lang="en-GB" dirty="0"/>
              <a:t> </a:t>
            </a:r>
            <a:r>
              <a:rPr lang="en-GB" dirty="0" err="1"/>
              <a:t>andis</a:t>
            </a:r>
            <a:r>
              <a:rPr lang="en-GB" dirty="0"/>
              <a:t> </a:t>
            </a:r>
            <a:r>
              <a:rPr lang="en-GB" dirty="0" err="1"/>
              <a:t>aboreptat</a:t>
            </a:r>
            <a:r>
              <a:rPr lang="en-GB" dirty="0"/>
              <a:t> </a:t>
            </a:r>
            <a:r>
              <a:rPr lang="en-GB" dirty="0" err="1"/>
              <a:t>aut</a:t>
            </a:r>
            <a:r>
              <a:rPr lang="en-GB" dirty="0"/>
              <a:t> </a:t>
            </a:r>
            <a:r>
              <a:rPr lang="en-GB" dirty="0" err="1"/>
              <a:t>ero</a:t>
            </a:r>
            <a:r>
              <a:rPr lang="en-GB" dirty="0"/>
              <a:t> magnatum, </a:t>
            </a:r>
            <a:r>
              <a:rPr lang="en-GB" dirty="0" err="1"/>
              <a:t>sime</a:t>
            </a:r>
            <a:endParaRPr lang="en-GB" dirty="0"/>
          </a:p>
        </p:txBody>
      </p:sp>
      <p:sp>
        <p:nvSpPr>
          <p:cNvPr id="4" name="Text Placeholder 3">
            <a:extLst>
              <a:ext uri="{FF2B5EF4-FFF2-40B4-BE49-F238E27FC236}">
                <a16:creationId xmlns:a16="http://schemas.microsoft.com/office/drawing/2014/main" id="{87708EAC-E9ED-554A-8E62-3B181F56B6B7}"/>
              </a:ext>
            </a:extLst>
          </p:cNvPr>
          <p:cNvSpPr>
            <a:spLocks noGrp="1"/>
          </p:cNvSpPr>
          <p:nvPr>
            <p:ph type="body" sz="quarter" idx="15"/>
          </p:nvPr>
        </p:nvSpPr>
        <p:spPr>
          <a:xfrm>
            <a:off x="301625" y="4059044"/>
            <a:ext cx="3736119" cy="2132956"/>
          </a:xfrm>
        </p:spPr>
        <p:txBody>
          <a:bodyPr/>
          <a:lstStyle/>
          <a:p>
            <a:r>
              <a:rPr lang="en-GB" b="1">
                <a:latin typeface="+mj-lt"/>
              </a:rPr>
              <a:t>Nequi consequossi doluptatia cus am</a:t>
            </a:r>
          </a:p>
          <a:p>
            <a:r>
              <a:rPr lang="en-GB"/>
              <a:t>Offic to et ut volut odignatur adit endam fugia </a:t>
            </a:r>
            <a:br>
              <a:rPr lang="en-GB"/>
            </a:br>
            <a:r>
              <a:rPr lang="en-GB"/>
              <a:t>incimus plaborunto consenim volores ciaspe rem. </a:t>
            </a:r>
          </a:p>
          <a:p>
            <a:r>
              <a:rPr lang="en-GB"/>
              <a:t>Sed moluptatur, iniet, quunt, quaectet aciet expero idelibus</a:t>
            </a:r>
          </a:p>
          <a:p>
            <a:r>
              <a:rPr lang="en-GB"/>
              <a:t>Em nim nimpor ma dolorio nsendendunt ut re alia </a:t>
            </a:r>
          </a:p>
          <a:p>
            <a:r>
              <a:rPr lang="en-GB"/>
              <a:t>dolo ero volupta nobis suntis sant occab imporpos consentius maiorenda ne et lita poresed ut rende vellabo. Name voloraes expliquibus quo maximus.</a:t>
            </a:r>
          </a:p>
        </p:txBody>
      </p:sp>
      <p:sp>
        <p:nvSpPr>
          <p:cNvPr id="6" name="Text Placeholder 5">
            <a:extLst>
              <a:ext uri="{FF2B5EF4-FFF2-40B4-BE49-F238E27FC236}">
                <a16:creationId xmlns:a16="http://schemas.microsoft.com/office/drawing/2014/main" id="{E91DAB16-03CD-6541-8545-BDBFC7F809F7}"/>
              </a:ext>
            </a:extLst>
          </p:cNvPr>
          <p:cNvSpPr>
            <a:spLocks noGrp="1"/>
          </p:cNvSpPr>
          <p:nvPr>
            <p:ph type="body" sz="quarter" idx="14"/>
          </p:nvPr>
        </p:nvSpPr>
        <p:spPr/>
        <p:txBody>
          <a:bodyPr/>
          <a:lstStyle/>
          <a:p>
            <a:r>
              <a:rPr lang="en-GB"/>
              <a:t>Subtitle</a:t>
            </a:r>
          </a:p>
        </p:txBody>
      </p:sp>
      <p:sp>
        <p:nvSpPr>
          <p:cNvPr id="7" name="Rectangle 6">
            <a:extLst>
              <a:ext uri="{FF2B5EF4-FFF2-40B4-BE49-F238E27FC236}">
                <a16:creationId xmlns:a16="http://schemas.microsoft.com/office/drawing/2014/main" id="{F725F74C-81BE-C243-961D-2A35EDCCD6F6}"/>
              </a:ext>
            </a:extLst>
          </p:cNvPr>
          <p:cNvSpPr/>
          <p:nvPr/>
        </p:nvSpPr>
        <p:spPr>
          <a:xfrm>
            <a:off x="10057970" y="3249276"/>
            <a:ext cx="1828370" cy="136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F30D8C5-9FC1-2549-9BCE-6736CEAC319A}"/>
              </a:ext>
            </a:extLst>
          </p:cNvPr>
          <p:cNvSpPr/>
          <p:nvPr/>
        </p:nvSpPr>
        <p:spPr>
          <a:xfrm>
            <a:off x="10057969" y="1703472"/>
            <a:ext cx="1828370" cy="136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DD8C7A68-80CD-0E4F-BF99-02CA551F76EC}"/>
              </a:ext>
            </a:extLst>
          </p:cNvPr>
          <p:cNvCxnSpPr/>
          <p:nvPr/>
        </p:nvCxnSpPr>
        <p:spPr>
          <a:xfrm>
            <a:off x="8082356" y="1260000"/>
            <a:ext cx="0" cy="504000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19FBD4F1-D90E-044B-AB98-C5A2A4CFB25D}"/>
              </a:ext>
            </a:extLst>
          </p:cNvPr>
          <p:cNvSpPr txBox="1"/>
          <p:nvPr/>
        </p:nvSpPr>
        <p:spPr>
          <a:xfrm>
            <a:off x="8336111" y="1718463"/>
            <a:ext cx="1413676" cy="1353009"/>
          </a:xfrm>
          <a:prstGeom prst="rect">
            <a:avLst/>
          </a:prstGeom>
          <a:noFill/>
        </p:spPr>
        <p:txBody>
          <a:bodyPr wrap="square" lIns="0" tIns="0" rIns="0" bIns="0" rtlCol="0">
            <a:noAutofit/>
          </a:bodyPr>
          <a:lstStyle/>
          <a:p>
            <a:r>
              <a:rPr lang="en-GB" sz="1100">
                <a:latin typeface="+mj-lt"/>
              </a:rPr>
              <a:t>Libearia ndeles maioreicid ut exerehe niendae perferit qui voluptae ommoloreces voluptatem ditaess</a:t>
            </a:r>
          </a:p>
        </p:txBody>
      </p:sp>
      <p:sp>
        <p:nvSpPr>
          <p:cNvPr id="10" name="Rectangle 9">
            <a:extLst>
              <a:ext uri="{FF2B5EF4-FFF2-40B4-BE49-F238E27FC236}">
                <a16:creationId xmlns:a16="http://schemas.microsoft.com/office/drawing/2014/main" id="{AEEB178C-7970-9942-B9F1-73D24EAACB5C}"/>
              </a:ext>
            </a:extLst>
          </p:cNvPr>
          <p:cNvSpPr/>
          <p:nvPr/>
        </p:nvSpPr>
        <p:spPr>
          <a:xfrm>
            <a:off x="10057969" y="4795080"/>
            <a:ext cx="1828370" cy="136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612DE1B-A291-624D-890F-6BDA889126F7}"/>
              </a:ext>
            </a:extLst>
          </p:cNvPr>
          <p:cNvSpPr txBox="1"/>
          <p:nvPr/>
        </p:nvSpPr>
        <p:spPr>
          <a:xfrm>
            <a:off x="8336111" y="3249276"/>
            <a:ext cx="1413676" cy="1353009"/>
          </a:xfrm>
          <a:prstGeom prst="rect">
            <a:avLst/>
          </a:prstGeom>
          <a:noFill/>
        </p:spPr>
        <p:txBody>
          <a:bodyPr wrap="square" lIns="0" tIns="0" rIns="0" bIns="0" rtlCol="0">
            <a:noAutofit/>
          </a:bodyPr>
          <a:lstStyle/>
          <a:p>
            <a:r>
              <a:rPr lang="en-GB" sz="1100" dirty="0" err="1">
                <a:latin typeface="+mj-lt"/>
              </a:rPr>
              <a:t>Musae</a:t>
            </a:r>
            <a:r>
              <a:rPr lang="en-GB" sz="1100" dirty="0">
                <a:latin typeface="+mj-lt"/>
              </a:rPr>
              <a:t> </a:t>
            </a:r>
            <a:r>
              <a:rPr lang="en-GB" sz="1100" dirty="0" err="1">
                <a:latin typeface="+mj-lt"/>
              </a:rPr>
              <a:t>aspiet</a:t>
            </a:r>
            <a:r>
              <a:rPr lang="en-GB" sz="1100" dirty="0">
                <a:latin typeface="+mj-lt"/>
              </a:rPr>
              <a:t> </a:t>
            </a:r>
            <a:r>
              <a:rPr lang="en-GB" sz="1100" dirty="0" err="1">
                <a:latin typeface="+mj-lt"/>
              </a:rPr>
              <a:t>utat</a:t>
            </a:r>
            <a:r>
              <a:rPr lang="en-GB" sz="1100" dirty="0">
                <a:latin typeface="+mj-lt"/>
              </a:rPr>
              <a:t>. </a:t>
            </a:r>
            <a:r>
              <a:rPr lang="en-GB" sz="1100" dirty="0" err="1">
                <a:latin typeface="+mj-lt"/>
              </a:rPr>
              <a:t>Laborestiur</a:t>
            </a:r>
            <a:r>
              <a:rPr lang="en-GB" sz="1100" dirty="0">
                <a:latin typeface="+mj-lt"/>
              </a:rPr>
              <a:t>? Ne </a:t>
            </a:r>
            <a:r>
              <a:rPr lang="en-GB" sz="1100" dirty="0" err="1">
                <a:latin typeface="+mj-lt"/>
              </a:rPr>
              <a:t>perio</a:t>
            </a:r>
            <a:r>
              <a:rPr lang="en-GB" sz="1100" dirty="0">
                <a:latin typeface="+mj-lt"/>
              </a:rPr>
              <a:t> cum </a:t>
            </a:r>
            <a:r>
              <a:rPr lang="en-GB" sz="1100" dirty="0" err="1">
                <a:latin typeface="+mj-lt"/>
              </a:rPr>
              <a:t>quiberitem</a:t>
            </a:r>
            <a:r>
              <a:rPr lang="en-GB" sz="1100" dirty="0">
                <a:latin typeface="+mj-lt"/>
              </a:rPr>
              <a:t>. </a:t>
            </a:r>
          </a:p>
        </p:txBody>
      </p:sp>
      <p:sp>
        <p:nvSpPr>
          <p:cNvPr id="12" name="TextBox 11">
            <a:extLst>
              <a:ext uri="{FF2B5EF4-FFF2-40B4-BE49-F238E27FC236}">
                <a16:creationId xmlns:a16="http://schemas.microsoft.com/office/drawing/2014/main" id="{B3009D17-65C9-5E40-BC59-D0D6ED03E3BD}"/>
              </a:ext>
            </a:extLst>
          </p:cNvPr>
          <p:cNvSpPr txBox="1"/>
          <p:nvPr/>
        </p:nvSpPr>
        <p:spPr>
          <a:xfrm>
            <a:off x="8336111" y="4807416"/>
            <a:ext cx="1413676" cy="1353009"/>
          </a:xfrm>
          <a:prstGeom prst="rect">
            <a:avLst/>
          </a:prstGeom>
          <a:noFill/>
        </p:spPr>
        <p:txBody>
          <a:bodyPr wrap="square" lIns="0" tIns="0" rIns="0" bIns="0" rtlCol="0">
            <a:noAutofit/>
          </a:bodyPr>
          <a:lstStyle/>
          <a:p>
            <a:r>
              <a:rPr lang="en-GB" sz="1100" dirty="0" err="1">
                <a:latin typeface="+mj-lt"/>
              </a:rPr>
              <a:t>Udiorum</a:t>
            </a:r>
            <a:r>
              <a:rPr lang="en-GB" sz="1100" dirty="0">
                <a:latin typeface="+mj-lt"/>
              </a:rPr>
              <a:t> </a:t>
            </a:r>
            <a:r>
              <a:rPr lang="en-GB" sz="1100" dirty="0" err="1">
                <a:latin typeface="+mj-lt"/>
              </a:rPr>
              <a:t>sequam</a:t>
            </a:r>
            <a:r>
              <a:rPr lang="en-GB" sz="1100" dirty="0">
                <a:latin typeface="+mj-lt"/>
              </a:rPr>
              <a:t> </a:t>
            </a:r>
            <a:r>
              <a:rPr lang="en-GB" sz="1100" dirty="0" err="1">
                <a:latin typeface="+mj-lt"/>
              </a:rPr>
              <a:t>simodi</a:t>
            </a:r>
            <a:r>
              <a:rPr lang="en-GB" sz="1100" dirty="0">
                <a:latin typeface="+mj-lt"/>
              </a:rPr>
              <a:t> </a:t>
            </a:r>
            <a:r>
              <a:rPr lang="en-GB" sz="1100" dirty="0" err="1">
                <a:latin typeface="+mj-lt"/>
              </a:rPr>
              <a:t>omnis</a:t>
            </a:r>
            <a:r>
              <a:rPr lang="en-GB" sz="1100" dirty="0">
                <a:latin typeface="+mj-lt"/>
              </a:rPr>
              <a:t> </a:t>
            </a:r>
            <a:r>
              <a:rPr lang="en-GB" sz="1100" dirty="0" err="1">
                <a:latin typeface="+mj-lt"/>
              </a:rPr>
              <a:t>ist</a:t>
            </a:r>
            <a:r>
              <a:rPr lang="en-GB" sz="1100" dirty="0">
                <a:latin typeface="+mj-lt"/>
              </a:rPr>
              <a:t> </a:t>
            </a:r>
            <a:r>
              <a:rPr lang="en-GB" sz="1100" dirty="0" err="1">
                <a:latin typeface="+mj-lt"/>
              </a:rPr>
              <a:t>enis</a:t>
            </a:r>
            <a:r>
              <a:rPr lang="en-GB" sz="1100" dirty="0">
                <a:latin typeface="+mj-lt"/>
              </a:rPr>
              <a:t> </a:t>
            </a:r>
            <a:r>
              <a:rPr lang="en-GB" sz="1100" dirty="0" err="1">
                <a:latin typeface="+mj-lt"/>
              </a:rPr>
              <a:t>esci</a:t>
            </a:r>
            <a:r>
              <a:rPr lang="en-GB" sz="1100" dirty="0">
                <a:latin typeface="+mj-lt"/>
              </a:rPr>
              <a:t> ad </a:t>
            </a:r>
            <a:r>
              <a:rPr lang="en-GB" sz="1100" dirty="0" err="1">
                <a:latin typeface="+mj-lt"/>
              </a:rPr>
              <a:t>molecae</a:t>
            </a:r>
            <a:r>
              <a:rPr lang="en-GB" sz="1100" dirty="0">
                <a:latin typeface="+mj-lt"/>
              </a:rPr>
              <a:t> </a:t>
            </a:r>
            <a:r>
              <a:rPr lang="en-GB" sz="1100" dirty="0" err="1">
                <a:latin typeface="+mj-lt"/>
              </a:rPr>
              <a:t>veliquid</a:t>
            </a:r>
            <a:r>
              <a:rPr lang="en-GB" sz="1100" dirty="0">
                <a:latin typeface="+mj-lt"/>
              </a:rPr>
              <a:t> </a:t>
            </a:r>
            <a:r>
              <a:rPr lang="en-GB" sz="1100" dirty="0" err="1">
                <a:latin typeface="+mj-lt"/>
              </a:rPr>
              <a:t>quam</a:t>
            </a:r>
            <a:r>
              <a:rPr lang="en-GB" sz="1100" dirty="0">
                <a:latin typeface="+mj-lt"/>
              </a:rPr>
              <a:t> </a:t>
            </a:r>
            <a:r>
              <a:rPr lang="en-GB" sz="1100" dirty="0" err="1">
                <a:latin typeface="+mj-lt"/>
              </a:rPr>
              <a:t>adit</a:t>
            </a:r>
            <a:r>
              <a:rPr lang="en-GB" sz="1100" dirty="0">
                <a:latin typeface="+mj-lt"/>
              </a:rPr>
              <a:t> </a:t>
            </a:r>
            <a:r>
              <a:rPr lang="en-GB" sz="1100" dirty="0" err="1">
                <a:latin typeface="+mj-lt"/>
              </a:rPr>
              <a:t>liquidunt</a:t>
            </a:r>
            <a:r>
              <a:rPr lang="en-GB" sz="1100" dirty="0">
                <a:latin typeface="+mj-lt"/>
              </a:rPr>
              <a:t> </a:t>
            </a:r>
            <a:r>
              <a:rPr lang="en-GB" sz="1100" dirty="0" err="1">
                <a:latin typeface="+mj-lt"/>
              </a:rPr>
              <a:t>inventi</a:t>
            </a:r>
            <a:r>
              <a:rPr lang="en-GB" sz="1100" dirty="0">
                <a:latin typeface="+mj-lt"/>
              </a:rPr>
              <a:t> </a:t>
            </a:r>
            <a:r>
              <a:rPr lang="en-GB" sz="1100" dirty="0" err="1">
                <a:latin typeface="+mj-lt"/>
              </a:rPr>
              <a:t>beatium</a:t>
            </a:r>
            <a:r>
              <a:rPr lang="en-GB" sz="1100" dirty="0">
                <a:latin typeface="+mj-lt"/>
              </a:rPr>
              <a:t> qui con </a:t>
            </a:r>
            <a:r>
              <a:rPr lang="en-GB" sz="1100" dirty="0" err="1">
                <a:latin typeface="+mj-lt"/>
              </a:rPr>
              <a:t>nes</a:t>
            </a:r>
            <a:endParaRPr lang="en-GB" sz="1100" dirty="0">
              <a:latin typeface="+mj-lt"/>
            </a:endParaRPr>
          </a:p>
        </p:txBody>
      </p:sp>
      <p:sp>
        <p:nvSpPr>
          <p:cNvPr id="13" name="TextBox 12">
            <a:extLst>
              <a:ext uri="{FF2B5EF4-FFF2-40B4-BE49-F238E27FC236}">
                <a16:creationId xmlns:a16="http://schemas.microsoft.com/office/drawing/2014/main" id="{86DE7C53-6321-404F-AE09-7ED501294635}"/>
              </a:ext>
            </a:extLst>
          </p:cNvPr>
          <p:cNvSpPr txBox="1"/>
          <p:nvPr/>
        </p:nvSpPr>
        <p:spPr>
          <a:xfrm>
            <a:off x="8336111" y="6197674"/>
            <a:ext cx="1721857" cy="132587"/>
          </a:xfrm>
          <a:prstGeom prst="rect">
            <a:avLst/>
          </a:prstGeom>
          <a:noFill/>
        </p:spPr>
        <p:txBody>
          <a:bodyPr wrap="square" lIns="0" tIns="0" rIns="0" bIns="0" rtlCol="0">
            <a:noAutofit/>
          </a:bodyPr>
          <a:lstStyle/>
          <a:p>
            <a:r>
              <a:rPr lang="en-GB" sz="750">
                <a:latin typeface="+mj-lt"/>
              </a:rPr>
              <a:t>* Footer text here</a:t>
            </a:r>
          </a:p>
        </p:txBody>
      </p:sp>
      <p:sp>
        <p:nvSpPr>
          <p:cNvPr id="15" name="Text Placeholder 3">
            <a:extLst>
              <a:ext uri="{FF2B5EF4-FFF2-40B4-BE49-F238E27FC236}">
                <a16:creationId xmlns:a16="http://schemas.microsoft.com/office/drawing/2014/main" id="{9BAF06DE-F13D-034A-BFC5-0A22C329F00B}"/>
              </a:ext>
            </a:extLst>
          </p:cNvPr>
          <p:cNvSpPr txBox="1">
            <a:spLocks/>
          </p:cNvSpPr>
          <p:nvPr/>
        </p:nvSpPr>
        <p:spPr>
          <a:xfrm>
            <a:off x="8336111" y="1260001"/>
            <a:ext cx="3567889" cy="302004"/>
          </a:xfrm>
          <a:prstGeom prst="rect">
            <a:avLst/>
          </a:prstGeom>
        </p:spPr>
        <p:txBody>
          <a:bodyPr vert="horz" lIns="0" tIns="0" rIns="0" bIns="0" numCol="1" spcCol="360000" rtlCol="0" anchor="t" anchorCtr="0">
            <a:noAutofit/>
          </a:bodyPr>
          <a:lstStyle>
            <a:lvl1pPr marL="21600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1pPr>
            <a:lvl2pPr marL="432000" indent="-216000" algn="l" defTabSz="914400" rtl="0" eaLnBrk="1" latinLnBrk="0" hangingPunct="1">
              <a:lnSpc>
                <a:spcPct val="105000"/>
              </a:lnSpc>
              <a:spcBef>
                <a:spcPts val="0"/>
              </a:spcBef>
              <a:spcAft>
                <a:spcPts val="750"/>
              </a:spcAft>
              <a:buFont typeface="Arial" panose="020B0604020202020204" pitchFamily="34" charset="0"/>
              <a:buChar char="•"/>
              <a:defRPr sz="1350" kern="1200">
                <a:solidFill>
                  <a:schemeClr val="tx1"/>
                </a:solidFill>
                <a:latin typeface="+mn-lt"/>
                <a:ea typeface="+mn-ea"/>
                <a:cs typeface="+mn-cs"/>
              </a:defRPr>
            </a:lvl2pPr>
            <a:lvl3pPr marL="64800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3pPr>
            <a:lvl4pPr marL="216000" indent="-216000" algn="l" defTabSz="914400" rtl="0" eaLnBrk="1" latinLnBrk="0" hangingPunct="1">
              <a:lnSpc>
                <a:spcPct val="105000"/>
              </a:lnSpc>
              <a:spcBef>
                <a:spcPts val="0"/>
              </a:spcBef>
              <a:spcAft>
                <a:spcPts val="750"/>
              </a:spcAft>
              <a:buFont typeface="+mj-lt"/>
              <a:buAutoNum type="arabicPeriod"/>
              <a:defRPr sz="1350" kern="1200">
                <a:solidFill>
                  <a:schemeClr val="tx1"/>
                </a:solidFill>
                <a:latin typeface="+mn-lt"/>
                <a:ea typeface="+mn-ea"/>
                <a:cs typeface="+mn-cs"/>
              </a:defRPr>
            </a:lvl4pPr>
            <a:lvl5pPr marL="0" indent="0" algn="l" defTabSz="914400" rtl="0" eaLnBrk="1" latinLnBrk="0" hangingPunct="1">
              <a:lnSpc>
                <a:spcPct val="105000"/>
              </a:lnSpc>
              <a:spcBef>
                <a:spcPts val="0"/>
              </a:spcBef>
              <a:spcAft>
                <a:spcPts val="2000"/>
              </a:spcAft>
              <a:buFont typeface="Arial" panose="020B0604020202020204" pitchFamily="34" charset="0"/>
              <a:buNone/>
              <a:defRPr sz="2700" b="1" kern="1200">
                <a:solidFill>
                  <a:schemeClr val="tx1"/>
                </a:solidFill>
                <a:latin typeface="+mj-lt"/>
                <a:ea typeface="+mn-ea"/>
                <a:cs typeface="+mn-cs"/>
              </a:defRPr>
            </a:lvl5pPr>
            <a:lvl6pPr marL="216000" indent="-216000" algn="l" defTabSz="914400" rtl="0" eaLnBrk="1" latinLnBrk="0" hangingPunct="1">
              <a:lnSpc>
                <a:spcPct val="105000"/>
              </a:lnSpc>
              <a:spcBef>
                <a:spcPts val="0"/>
              </a:spcBef>
              <a:spcAft>
                <a:spcPts val="750"/>
              </a:spcAft>
              <a:buFont typeface="System Font Regular"/>
              <a:buChar char="–"/>
              <a:defRPr sz="1550" kern="1200">
                <a:solidFill>
                  <a:schemeClr val="tx1"/>
                </a:solidFill>
                <a:latin typeface="+mn-lt"/>
                <a:ea typeface="+mn-ea"/>
                <a:cs typeface="+mn-cs"/>
              </a:defRPr>
            </a:lvl6pPr>
            <a:lvl7pPr marL="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7pPr>
            <a:lvl8pPr marL="432000" indent="-216000" algn="l" defTabSz="914400" rtl="0" eaLnBrk="1" latinLnBrk="0" hangingPunct="1">
              <a:lnSpc>
                <a:spcPct val="105000"/>
              </a:lnSpc>
              <a:spcBef>
                <a:spcPts val="0"/>
              </a:spcBef>
              <a:spcAft>
                <a:spcPts val="750"/>
              </a:spcAft>
              <a:buFont typeface="Arial" panose="020B0604020202020204" pitchFamily="34" charset="0"/>
              <a:buChar char="•"/>
              <a:defRPr sz="1350" kern="1200">
                <a:solidFill>
                  <a:schemeClr val="tx1"/>
                </a:solidFill>
                <a:latin typeface="+mn-lt"/>
                <a:ea typeface="+mn-ea"/>
                <a:cs typeface="+mn-cs"/>
              </a:defRPr>
            </a:lvl8pPr>
            <a:lvl9pPr marL="0" indent="0" algn="l" defTabSz="914400" rtl="0" eaLnBrk="1" latinLnBrk="0" hangingPunct="1">
              <a:lnSpc>
                <a:spcPct val="105000"/>
              </a:lnSpc>
              <a:spcBef>
                <a:spcPts val="0"/>
              </a:spcBef>
              <a:spcAft>
                <a:spcPts val="750"/>
              </a:spcAft>
              <a:buFont typeface="Arial" panose="020B0604020202020204" pitchFamily="34" charset="0"/>
              <a:buNone/>
              <a:defRPr sz="1350" kern="1200">
                <a:solidFill>
                  <a:schemeClr val="tx1"/>
                </a:solidFill>
                <a:latin typeface="+mn-lt"/>
                <a:ea typeface="+mn-ea"/>
                <a:cs typeface="+mn-cs"/>
              </a:defRPr>
            </a:lvl9pPr>
          </a:lstStyle>
          <a:p>
            <a:pPr marL="0" indent="0">
              <a:buNone/>
            </a:pPr>
            <a:r>
              <a:rPr lang="en-GB" b="1">
                <a:latin typeface="+mj-lt"/>
              </a:rPr>
              <a:t>Am, same sollani minullest molo dolupicias </a:t>
            </a:r>
          </a:p>
        </p:txBody>
      </p:sp>
      <p:sp>
        <p:nvSpPr>
          <p:cNvPr id="14" name="Slide Number Placeholder 13">
            <a:extLst>
              <a:ext uri="{FF2B5EF4-FFF2-40B4-BE49-F238E27FC236}">
                <a16:creationId xmlns:a16="http://schemas.microsoft.com/office/drawing/2014/main" id="{E4EA0466-BBCF-4240-BAAA-5A57D510FCE6}"/>
              </a:ext>
            </a:extLst>
          </p:cNvPr>
          <p:cNvSpPr>
            <a:spLocks noGrp="1"/>
          </p:cNvSpPr>
          <p:nvPr>
            <p:ph type="sldNum" sz="quarter" idx="12"/>
          </p:nvPr>
        </p:nvSpPr>
        <p:spPr/>
        <p:txBody>
          <a:bodyPr/>
          <a:lstStyle/>
          <a:p>
            <a:fld id="{A58FD96F-21B2-46E2-AE53-1EAD3D1198D4}" type="slidenum">
              <a:rPr lang="en-GB" smtClean="0"/>
              <a:t>7</a:t>
            </a:fld>
            <a:endParaRPr lang="en-GB"/>
          </a:p>
        </p:txBody>
      </p:sp>
    </p:spTree>
    <p:extLst>
      <p:ext uri="{BB962C8B-B14F-4D97-AF65-F5344CB8AC3E}">
        <p14:creationId xmlns:p14="http://schemas.microsoft.com/office/powerpoint/2010/main" val="3717856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8EFE9-B8D2-1B47-89D9-9BB99CE7C2E4}"/>
              </a:ext>
            </a:extLst>
          </p:cNvPr>
          <p:cNvSpPr>
            <a:spLocks noGrp="1"/>
          </p:cNvSpPr>
          <p:nvPr>
            <p:ph type="title"/>
          </p:nvPr>
        </p:nvSpPr>
        <p:spPr/>
        <p:txBody>
          <a:bodyPr/>
          <a:lstStyle/>
          <a:p>
            <a:r>
              <a:rPr lang="en-GB"/>
              <a:t>Title</a:t>
            </a:r>
          </a:p>
        </p:txBody>
      </p:sp>
      <p:sp>
        <p:nvSpPr>
          <p:cNvPr id="3" name="Content Placeholder 2">
            <a:extLst>
              <a:ext uri="{FF2B5EF4-FFF2-40B4-BE49-F238E27FC236}">
                <a16:creationId xmlns:a16="http://schemas.microsoft.com/office/drawing/2014/main" id="{83E5A41C-DFC5-974C-980B-5E2E44F9BF85}"/>
              </a:ext>
            </a:extLst>
          </p:cNvPr>
          <p:cNvSpPr>
            <a:spLocks noGrp="1"/>
          </p:cNvSpPr>
          <p:nvPr>
            <p:ph sz="half" idx="1"/>
          </p:nvPr>
        </p:nvSpPr>
        <p:spPr/>
        <p:txBody>
          <a:bodyPr/>
          <a:lstStyle/>
          <a:p>
            <a:pPr marL="0" indent="0">
              <a:buNone/>
            </a:pPr>
            <a:r>
              <a:rPr lang="en-GB"/>
              <a:t>Dese dolecae reptatur modic totas aceperum </a:t>
            </a:r>
            <a:br>
              <a:rPr lang="en-GB"/>
            </a:br>
            <a:r>
              <a:rPr lang="en-GB"/>
              <a:t>et a plaborporero modis et vel est, cume acipis que con rem qui consed ex ernaturit ipsum voluptae essimi, conse nihitiostium none verum faccum faccum sitia venditi onsent quiat eictis exeratque volupti berovid maxim velent laborenia de con nus, si accus moloribeatur simpore estiur, sequas dolore nem et voluptatis et experferum eturepe vellupta dolorit ped quame cus qui dit quiandae. Nequatur audic te con consectem </a:t>
            </a:r>
            <a:br>
              <a:rPr lang="en-GB"/>
            </a:br>
            <a:r>
              <a:rPr lang="en-GB"/>
              <a:t>re, corestem istia velibus volorehenia prae as enima denim et rercitiorit.</a:t>
            </a:r>
          </a:p>
          <a:p>
            <a:endParaRPr lang="en-GB"/>
          </a:p>
        </p:txBody>
      </p:sp>
      <p:sp>
        <p:nvSpPr>
          <p:cNvPr id="4" name="Content Placeholder 3">
            <a:extLst>
              <a:ext uri="{FF2B5EF4-FFF2-40B4-BE49-F238E27FC236}">
                <a16:creationId xmlns:a16="http://schemas.microsoft.com/office/drawing/2014/main" id="{AF657A49-31C7-3642-9880-E8E11E491E10}"/>
              </a:ext>
            </a:extLst>
          </p:cNvPr>
          <p:cNvSpPr>
            <a:spLocks noGrp="1"/>
          </p:cNvSpPr>
          <p:nvPr>
            <p:ph sz="half" idx="2"/>
          </p:nvPr>
        </p:nvSpPr>
        <p:spPr/>
        <p:txBody>
          <a:bodyPr/>
          <a:lstStyle/>
          <a:p>
            <a:pPr marL="0" indent="0">
              <a:buNone/>
            </a:pPr>
            <a:r>
              <a:rPr lang="en-GB"/>
              <a:t>Non preheni endam, cusa dolent, id ut recae. Ut aut voluptatiam, volor sae officte qui blabore, od quam etur magnatios ra vellore pedionsequi quassus evellatem eaquaspis int explaut</a:t>
            </a:r>
          </a:p>
          <a:p>
            <a:endParaRPr lang="en-GB"/>
          </a:p>
        </p:txBody>
      </p:sp>
      <p:sp>
        <p:nvSpPr>
          <p:cNvPr id="5" name="Content Placeholder 4">
            <a:extLst>
              <a:ext uri="{FF2B5EF4-FFF2-40B4-BE49-F238E27FC236}">
                <a16:creationId xmlns:a16="http://schemas.microsoft.com/office/drawing/2014/main" id="{3979AC28-AB11-A94D-8337-BFD429A48E6C}"/>
              </a:ext>
            </a:extLst>
          </p:cNvPr>
          <p:cNvSpPr>
            <a:spLocks noGrp="1"/>
          </p:cNvSpPr>
          <p:nvPr>
            <p:ph sz="half" idx="13"/>
          </p:nvPr>
        </p:nvSpPr>
        <p:spPr/>
        <p:txBody>
          <a:bodyPr/>
          <a:lstStyle/>
          <a:p>
            <a:pPr marL="0" indent="0">
              <a:buNone/>
            </a:pPr>
            <a:r>
              <a:rPr lang="en-GB"/>
              <a:t>Invelitatem excerum dit voluptaerum iume consequis dis reperch illabor possus, coritat emporrumque que laboraeptiae sae sedia et ut enimusa ium repel iliquo doluptat pliquod ut quatquae. Ita nobit labo. Et expernatet aut repudam fuga. Iti aut et omnimpellia sequosam simi, offic te etur?</a:t>
            </a:r>
          </a:p>
          <a:p>
            <a:pPr marL="0" indent="0">
              <a:buNone/>
            </a:pPr>
            <a:r>
              <a:rPr lang="en-GB"/>
              <a:t>Ebis alitius ut re quo ommoditi temporeici quia ducim hillesed excersp edipsam quam ea que etur sitatusciam, secte nosam vel ipsapis.</a:t>
            </a:r>
          </a:p>
          <a:p>
            <a:pPr marL="0" indent="0">
              <a:buNone/>
            </a:pPr>
            <a:r>
              <a:rPr lang="en-GB"/>
              <a:t>Cusa andi audaepro et ad magnate iunt audae corente mperati sinissunt re peditibus maio con evellatur ad que dem. Itata dit il ium facerup Sequiati tem repeles seque rem. </a:t>
            </a:r>
          </a:p>
          <a:p>
            <a:endParaRPr lang="en-GB"/>
          </a:p>
        </p:txBody>
      </p:sp>
      <p:sp>
        <p:nvSpPr>
          <p:cNvPr id="6" name="Text Placeholder 5">
            <a:extLst>
              <a:ext uri="{FF2B5EF4-FFF2-40B4-BE49-F238E27FC236}">
                <a16:creationId xmlns:a16="http://schemas.microsoft.com/office/drawing/2014/main" id="{B1AE1FA1-83FB-A44D-B488-064CE6E62AA9}"/>
              </a:ext>
            </a:extLst>
          </p:cNvPr>
          <p:cNvSpPr>
            <a:spLocks noGrp="1"/>
          </p:cNvSpPr>
          <p:nvPr>
            <p:ph type="body" sz="quarter" idx="14"/>
          </p:nvPr>
        </p:nvSpPr>
        <p:spPr/>
        <p:txBody>
          <a:bodyPr/>
          <a:lstStyle/>
          <a:p>
            <a:r>
              <a:rPr lang="en-GB"/>
              <a:t>Subtitle</a:t>
            </a:r>
          </a:p>
        </p:txBody>
      </p:sp>
      <p:sp>
        <p:nvSpPr>
          <p:cNvPr id="8" name="Text Placeholder 3">
            <a:extLst>
              <a:ext uri="{FF2B5EF4-FFF2-40B4-BE49-F238E27FC236}">
                <a16:creationId xmlns:a16="http://schemas.microsoft.com/office/drawing/2014/main" id="{E4DDE879-A057-4641-B3DB-D2042F36141B}"/>
              </a:ext>
            </a:extLst>
          </p:cNvPr>
          <p:cNvSpPr txBox="1">
            <a:spLocks/>
          </p:cNvSpPr>
          <p:nvPr/>
        </p:nvSpPr>
        <p:spPr>
          <a:xfrm>
            <a:off x="8244000" y="4700776"/>
            <a:ext cx="3659999" cy="1512614"/>
          </a:xfrm>
          <a:prstGeom prst="rect">
            <a:avLst/>
          </a:prstGeom>
          <a:solidFill>
            <a:schemeClr val="tx2"/>
          </a:solidFill>
        </p:spPr>
        <p:txBody>
          <a:bodyPr lIns="180000" tIns="180000" rIns="180000" bIns="180000"/>
          <a:lstStyle>
            <a:lvl1pPr marL="21600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1pPr>
            <a:lvl2pPr marL="432000" indent="-216000" algn="l" defTabSz="914400" rtl="0" eaLnBrk="1" latinLnBrk="0" hangingPunct="1">
              <a:lnSpc>
                <a:spcPct val="105000"/>
              </a:lnSpc>
              <a:spcBef>
                <a:spcPts val="0"/>
              </a:spcBef>
              <a:spcAft>
                <a:spcPts val="750"/>
              </a:spcAft>
              <a:buFont typeface="Arial" panose="020B0604020202020204" pitchFamily="34" charset="0"/>
              <a:buChar char="•"/>
              <a:defRPr sz="1350" kern="1200">
                <a:solidFill>
                  <a:schemeClr val="tx1"/>
                </a:solidFill>
                <a:latin typeface="+mn-lt"/>
                <a:ea typeface="+mn-ea"/>
                <a:cs typeface="+mn-cs"/>
              </a:defRPr>
            </a:lvl2pPr>
            <a:lvl3pPr marL="64800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3pPr>
            <a:lvl4pPr marL="216000" indent="-216000" algn="l" defTabSz="914400" rtl="0" eaLnBrk="1" latinLnBrk="0" hangingPunct="1">
              <a:lnSpc>
                <a:spcPct val="105000"/>
              </a:lnSpc>
              <a:spcBef>
                <a:spcPts val="0"/>
              </a:spcBef>
              <a:spcAft>
                <a:spcPts val="750"/>
              </a:spcAft>
              <a:buFont typeface="+mj-lt"/>
              <a:buAutoNum type="arabicPeriod"/>
              <a:defRPr sz="1350" kern="1200">
                <a:solidFill>
                  <a:schemeClr val="tx1"/>
                </a:solidFill>
                <a:latin typeface="+mn-lt"/>
                <a:ea typeface="+mn-ea"/>
                <a:cs typeface="+mn-cs"/>
              </a:defRPr>
            </a:lvl4pPr>
            <a:lvl5pPr marL="0" indent="0" algn="l" defTabSz="914400" rtl="0" eaLnBrk="1" latinLnBrk="0" hangingPunct="1">
              <a:lnSpc>
                <a:spcPct val="105000"/>
              </a:lnSpc>
              <a:spcBef>
                <a:spcPts val="0"/>
              </a:spcBef>
              <a:spcAft>
                <a:spcPts val="2000"/>
              </a:spcAft>
              <a:buFont typeface="Arial" panose="020B0604020202020204" pitchFamily="34" charset="0"/>
              <a:buNone/>
              <a:defRPr sz="2700" b="1" kern="1200">
                <a:solidFill>
                  <a:schemeClr val="tx1"/>
                </a:solidFill>
                <a:latin typeface="+mj-lt"/>
                <a:ea typeface="+mn-ea"/>
                <a:cs typeface="+mn-cs"/>
              </a:defRPr>
            </a:lvl5pPr>
            <a:lvl6pPr marL="216000" indent="-216000" algn="l" defTabSz="914400" rtl="0" eaLnBrk="1" latinLnBrk="0" hangingPunct="1">
              <a:lnSpc>
                <a:spcPct val="105000"/>
              </a:lnSpc>
              <a:spcBef>
                <a:spcPts val="0"/>
              </a:spcBef>
              <a:spcAft>
                <a:spcPts val="750"/>
              </a:spcAft>
              <a:buFont typeface="System Font Regular"/>
              <a:buChar char="–"/>
              <a:defRPr sz="1550" kern="1200">
                <a:solidFill>
                  <a:schemeClr val="tx1"/>
                </a:solidFill>
                <a:latin typeface="+mn-lt"/>
                <a:ea typeface="+mn-ea"/>
                <a:cs typeface="+mn-cs"/>
              </a:defRPr>
            </a:lvl6pPr>
            <a:lvl7pPr marL="0" indent="-216000" algn="l" defTabSz="914400" rtl="0" eaLnBrk="1" latinLnBrk="0" hangingPunct="1">
              <a:lnSpc>
                <a:spcPct val="105000"/>
              </a:lnSpc>
              <a:spcBef>
                <a:spcPts val="0"/>
              </a:spcBef>
              <a:spcAft>
                <a:spcPts val="750"/>
              </a:spcAft>
              <a:buFont typeface="System Font Regular"/>
              <a:buChar char="–"/>
              <a:defRPr sz="1350" kern="1200">
                <a:solidFill>
                  <a:schemeClr val="tx1"/>
                </a:solidFill>
                <a:latin typeface="+mn-lt"/>
                <a:ea typeface="+mn-ea"/>
                <a:cs typeface="+mn-cs"/>
              </a:defRPr>
            </a:lvl7pPr>
            <a:lvl8pPr marL="432000" indent="-216000" algn="l" defTabSz="914400" rtl="0" eaLnBrk="1" latinLnBrk="0" hangingPunct="1">
              <a:lnSpc>
                <a:spcPct val="105000"/>
              </a:lnSpc>
              <a:spcBef>
                <a:spcPts val="0"/>
              </a:spcBef>
              <a:spcAft>
                <a:spcPts val="750"/>
              </a:spcAft>
              <a:buFont typeface="Arial" panose="020B0604020202020204" pitchFamily="34" charset="0"/>
              <a:buChar char="•"/>
              <a:defRPr sz="1350" kern="1200">
                <a:solidFill>
                  <a:schemeClr val="tx1"/>
                </a:solidFill>
                <a:latin typeface="+mn-lt"/>
                <a:ea typeface="+mn-ea"/>
                <a:cs typeface="+mn-cs"/>
              </a:defRPr>
            </a:lvl8pPr>
            <a:lvl9pPr marL="0" indent="0" algn="l" defTabSz="914400" rtl="0" eaLnBrk="1" latinLnBrk="0" hangingPunct="1">
              <a:lnSpc>
                <a:spcPct val="105000"/>
              </a:lnSpc>
              <a:spcBef>
                <a:spcPts val="0"/>
              </a:spcBef>
              <a:spcAft>
                <a:spcPts val="750"/>
              </a:spcAft>
              <a:buFont typeface="Arial" panose="020B0604020202020204" pitchFamily="34" charset="0"/>
              <a:buNone/>
              <a:defRPr sz="1350" kern="1200">
                <a:solidFill>
                  <a:schemeClr val="tx1"/>
                </a:solidFill>
                <a:latin typeface="+mn-lt"/>
                <a:ea typeface="+mn-ea"/>
                <a:cs typeface="+mn-cs"/>
              </a:defRPr>
            </a:lvl9pPr>
          </a:lstStyle>
          <a:p>
            <a:pPr marL="0" indent="0">
              <a:buNone/>
            </a:pPr>
            <a:r>
              <a:rPr lang="en-GB" sz="1100">
                <a:solidFill>
                  <a:schemeClr val="bg1"/>
                </a:solidFill>
                <a:latin typeface="+mj-lt"/>
              </a:rPr>
              <a:t>Sed moluptatur, iniet, quunt, quaectet aciet expero idelibus.</a:t>
            </a:r>
          </a:p>
          <a:p>
            <a:pPr marL="0" indent="0">
              <a:buNone/>
            </a:pPr>
            <a:r>
              <a:rPr lang="en-GB" sz="1100">
                <a:solidFill>
                  <a:schemeClr val="bg1"/>
                </a:solidFill>
                <a:latin typeface="+mj-lt"/>
              </a:rPr>
              <a:t>Em nim nimpor ma dolorio nsendendunt ut re alia dolo </a:t>
            </a:r>
            <a:br>
              <a:rPr lang="en-GB" sz="1100">
                <a:solidFill>
                  <a:schemeClr val="bg1"/>
                </a:solidFill>
                <a:latin typeface="+mj-lt"/>
              </a:rPr>
            </a:br>
            <a:r>
              <a:rPr lang="en-GB" sz="1100">
                <a:solidFill>
                  <a:schemeClr val="bg1"/>
                </a:solidFill>
                <a:latin typeface="+mj-lt"/>
              </a:rPr>
              <a:t>ero volupta nobis suntis sant occab imporpos consentius maiorenda ne et lita poresed ut rende vellabo. Name voloraes expliquibus quo maximus.</a:t>
            </a:r>
          </a:p>
        </p:txBody>
      </p:sp>
      <p:sp>
        <p:nvSpPr>
          <p:cNvPr id="9" name="Rectangle 8">
            <a:extLst>
              <a:ext uri="{FF2B5EF4-FFF2-40B4-BE49-F238E27FC236}">
                <a16:creationId xmlns:a16="http://schemas.microsoft.com/office/drawing/2014/main" id="{73A9098A-856D-BD41-AB33-E868981F72E9}"/>
              </a:ext>
            </a:extLst>
          </p:cNvPr>
          <p:cNvSpPr/>
          <p:nvPr/>
        </p:nvSpPr>
        <p:spPr>
          <a:xfrm>
            <a:off x="4266000" y="2524125"/>
            <a:ext cx="3656739" cy="36892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19DDDCE-49FA-9949-9108-497033F3BDEF}"/>
              </a:ext>
            </a:extLst>
          </p:cNvPr>
          <p:cNvSpPr/>
          <p:nvPr/>
        </p:nvSpPr>
        <p:spPr>
          <a:xfrm>
            <a:off x="273865" y="4236302"/>
            <a:ext cx="2324370" cy="19770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8125469A-989E-4C99-87D4-CA0F14BBB22E}"/>
              </a:ext>
            </a:extLst>
          </p:cNvPr>
          <p:cNvSpPr>
            <a:spLocks noGrp="1"/>
          </p:cNvSpPr>
          <p:nvPr>
            <p:ph type="sldNum" sz="quarter" idx="12"/>
          </p:nvPr>
        </p:nvSpPr>
        <p:spPr/>
        <p:txBody>
          <a:bodyPr/>
          <a:lstStyle/>
          <a:p>
            <a:fld id="{A58FD96F-21B2-46E2-AE53-1EAD3D1198D4}" type="slidenum">
              <a:rPr lang="en-GB" smtClean="0"/>
              <a:t>8</a:t>
            </a:fld>
            <a:endParaRPr lang="en-GB"/>
          </a:p>
        </p:txBody>
      </p:sp>
    </p:spTree>
    <p:extLst>
      <p:ext uri="{BB962C8B-B14F-4D97-AF65-F5344CB8AC3E}">
        <p14:creationId xmlns:p14="http://schemas.microsoft.com/office/powerpoint/2010/main" val="769052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D8E34-B9E9-1742-B05D-C77DAC48E958}"/>
              </a:ext>
            </a:extLst>
          </p:cNvPr>
          <p:cNvSpPr>
            <a:spLocks noGrp="1"/>
          </p:cNvSpPr>
          <p:nvPr>
            <p:ph type="title"/>
          </p:nvPr>
        </p:nvSpPr>
        <p:spPr/>
        <p:txBody>
          <a:bodyPr/>
          <a:lstStyle/>
          <a:p>
            <a:r>
              <a:rPr lang="en-GB" dirty="0"/>
              <a:t>Title</a:t>
            </a:r>
          </a:p>
        </p:txBody>
      </p:sp>
      <p:sp>
        <p:nvSpPr>
          <p:cNvPr id="4" name="Text Placeholder 3">
            <a:extLst>
              <a:ext uri="{FF2B5EF4-FFF2-40B4-BE49-F238E27FC236}">
                <a16:creationId xmlns:a16="http://schemas.microsoft.com/office/drawing/2014/main" id="{9441A410-20C5-1C49-9103-414C29A4EC74}"/>
              </a:ext>
            </a:extLst>
          </p:cNvPr>
          <p:cNvSpPr>
            <a:spLocks noGrp="1"/>
          </p:cNvSpPr>
          <p:nvPr>
            <p:ph type="body" sz="quarter" idx="13"/>
          </p:nvPr>
        </p:nvSpPr>
        <p:spPr/>
        <p:txBody>
          <a:bodyPr/>
          <a:lstStyle/>
          <a:p>
            <a:pPr marL="0" indent="0">
              <a:buNone/>
            </a:pPr>
            <a:r>
              <a:rPr lang="en-GB"/>
              <a:t>Tatiscidebis eaqui ulparum rempos audae nonse int molupta dem rerferumque lacesti urionse pa culpa si omni auda verumendis des quam volores totatia cones ressi bea dolorepera volorero evendit invendi psuntias experum eum ut ut venti quiaspedit qui bea doluptibus aut quidis dem ipsam dis adigendae repelia sit arum sitaepeditem cus non re numquiatur reiciae nus eate occabo. </a:t>
            </a:r>
          </a:p>
          <a:p>
            <a:pPr marL="0" indent="0">
              <a:buNone/>
            </a:pPr>
            <a:r>
              <a:rPr lang="en-GB"/>
              <a:t>Nemperi onsequianda siti doluptasint fugitat et id et eos nonsequ iaspele cusdam nonseceris dolendit et rem veliquis molorunt eiustia dolorit is simaio cor andiciusae comnimenima nobitiae sim faces elliqui omnihil militiatum istios atquia doluptatenis</a:t>
            </a:r>
          </a:p>
          <a:p>
            <a:pPr marL="0" indent="0">
              <a:buNone/>
            </a:pPr>
            <a:r>
              <a:rPr lang="en-GB"/>
              <a:t>Quo cusdant qui niento te earum natio moluptatiati tore il inctae porrore moluptaque conem sin repro temollu ptatum faci volo es estorit, id qui dolupta tustendandis modisit ulliquodion reperspidi blaudanda.</a:t>
            </a:r>
          </a:p>
        </p:txBody>
      </p:sp>
      <p:sp>
        <p:nvSpPr>
          <p:cNvPr id="5" name="Text Placeholder 4">
            <a:extLst>
              <a:ext uri="{FF2B5EF4-FFF2-40B4-BE49-F238E27FC236}">
                <a16:creationId xmlns:a16="http://schemas.microsoft.com/office/drawing/2014/main" id="{E312C4EE-0181-CA4E-9C1F-0E8634792F3F}"/>
              </a:ext>
            </a:extLst>
          </p:cNvPr>
          <p:cNvSpPr>
            <a:spLocks noGrp="1"/>
          </p:cNvSpPr>
          <p:nvPr>
            <p:ph type="body" sz="quarter" idx="14"/>
          </p:nvPr>
        </p:nvSpPr>
        <p:spPr/>
        <p:txBody>
          <a:bodyPr/>
          <a:lstStyle/>
          <a:p>
            <a:r>
              <a:rPr lang="en-GB"/>
              <a:t>Subtitle</a:t>
            </a:r>
          </a:p>
        </p:txBody>
      </p:sp>
      <p:grpSp>
        <p:nvGrpSpPr>
          <p:cNvPr id="22" name="Group 21">
            <a:extLst>
              <a:ext uri="{FF2B5EF4-FFF2-40B4-BE49-F238E27FC236}">
                <a16:creationId xmlns:a16="http://schemas.microsoft.com/office/drawing/2014/main" id="{E148DF2D-5D65-CD45-9515-1C4DF5583001}"/>
              </a:ext>
            </a:extLst>
          </p:cNvPr>
          <p:cNvGrpSpPr/>
          <p:nvPr/>
        </p:nvGrpSpPr>
        <p:grpSpPr>
          <a:xfrm>
            <a:off x="5224749" y="1258946"/>
            <a:ext cx="6679513" cy="4817125"/>
            <a:chOff x="5224749" y="1258946"/>
            <a:chExt cx="6679513" cy="4817125"/>
          </a:xfrm>
        </p:grpSpPr>
        <p:sp>
          <p:nvSpPr>
            <p:cNvPr id="6" name="object 4">
              <a:extLst>
                <a:ext uri="{FF2B5EF4-FFF2-40B4-BE49-F238E27FC236}">
                  <a16:creationId xmlns:a16="http://schemas.microsoft.com/office/drawing/2014/main" id="{36522704-2A61-6E41-8D52-EE07BF4D2051}"/>
                </a:ext>
              </a:extLst>
            </p:cNvPr>
            <p:cNvSpPr/>
            <p:nvPr/>
          </p:nvSpPr>
          <p:spPr>
            <a:xfrm>
              <a:off x="5462080" y="3702108"/>
              <a:ext cx="234315" cy="0"/>
            </a:xfrm>
            <a:custGeom>
              <a:avLst/>
              <a:gdLst/>
              <a:ahLst/>
              <a:cxnLst/>
              <a:rect l="l" t="t" r="r" b="b"/>
              <a:pathLst>
                <a:path w="234315">
                  <a:moveTo>
                    <a:pt x="0" y="0"/>
                  </a:moveTo>
                  <a:lnTo>
                    <a:pt x="234149" y="0"/>
                  </a:lnTo>
                </a:path>
              </a:pathLst>
            </a:custGeom>
            <a:ln w="12700">
              <a:solidFill>
                <a:srgbClr val="000000"/>
              </a:solidFill>
            </a:ln>
          </p:spPr>
          <p:txBody>
            <a:bodyPr wrap="square" lIns="0" tIns="0" rIns="0" bIns="0" rtlCol="0"/>
            <a:lstStyle/>
            <a:p>
              <a:endParaRPr/>
            </a:p>
          </p:txBody>
        </p:sp>
        <p:sp>
          <p:nvSpPr>
            <p:cNvPr id="7" name="object 5">
              <a:extLst>
                <a:ext uri="{FF2B5EF4-FFF2-40B4-BE49-F238E27FC236}">
                  <a16:creationId xmlns:a16="http://schemas.microsoft.com/office/drawing/2014/main" id="{015BA65A-8FCB-664B-884D-A4B4B15643AE}"/>
                </a:ext>
              </a:extLst>
            </p:cNvPr>
            <p:cNvSpPr/>
            <p:nvPr/>
          </p:nvSpPr>
          <p:spPr>
            <a:xfrm>
              <a:off x="10051542" y="3702108"/>
              <a:ext cx="234315" cy="0"/>
            </a:xfrm>
            <a:custGeom>
              <a:avLst/>
              <a:gdLst/>
              <a:ahLst/>
              <a:cxnLst/>
              <a:rect l="l" t="t" r="r" b="b"/>
              <a:pathLst>
                <a:path w="234315">
                  <a:moveTo>
                    <a:pt x="0" y="0"/>
                  </a:moveTo>
                  <a:lnTo>
                    <a:pt x="234149" y="0"/>
                  </a:lnTo>
                </a:path>
              </a:pathLst>
            </a:custGeom>
            <a:ln w="12700">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05D156C7-FE8B-E340-925B-8A7E75FEA045}"/>
                </a:ext>
              </a:extLst>
            </p:cNvPr>
            <p:cNvSpPr/>
            <p:nvPr/>
          </p:nvSpPr>
          <p:spPr>
            <a:xfrm>
              <a:off x="5466842" y="2421981"/>
              <a:ext cx="229870" cy="2980055"/>
            </a:xfrm>
            <a:custGeom>
              <a:avLst/>
              <a:gdLst/>
              <a:ahLst/>
              <a:cxnLst/>
              <a:rect l="l" t="t" r="r" b="b"/>
              <a:pathLst>
                <a:path w="229870" h="2980054">
                  <a:moveTo>
                    <a:pt x="0" y="0"/>
                  </a:moveTo>
                  <a:lnTo>
                    <a:pt x="0" y="2979547"/>
                  </a:lnTo>
                  <a:lnTo>
                    <a:pt x="229387" y="2979547"/>
                  </a:lnTo>
                </a:path>
              </a:pathLst>
            </a:custGeom>
            <a:ln w="12699">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71C0DDC7-9162-0B40-9C6B-2560D82ED0E7}"/>
                </a:ext>
              </a:extLst>
            </p:cNvPr>
            <p:cNvSpPr/>
            <p:nvPr/>
          </p:nvSpPr>
          <p:spPr>
            <a:xfrm>
              <a:off x="7760434" y="2421981"/>
              <a:ext cx="229870" cy="1280160"/>
            </a:xfrm>
            <a:custGeom>
              <a:avLst/>
              <a:gdLst/>
              <a:ahLst/>
              <a:cxnLst/>
              <a:rect l="l" t="t" r="r" b="b"/>
              <a:pathLst>
                <a:path w="229870" h="1280160">
                  <a:moveTo>
                    <a:pt x="0" y="0"/>
                  </a:moveTo>
                  <a:lnTo>
                    <a:pt x="0" y="1280121"/>
                  </a:lnTo>
                  <a:lnTo>
                    <a:pt x="229387" y="1280121"/>
                  </a:lnTo>
                </a:path>
              </a:pathLst>
            </a:custGeom>
            <a:ln w="12699">
              <a:solidFill>
                <a:srgbClr val="000000"/>
              </a:solidFill>
            </a:ln>
          </p:spPr>
          <p:txBody>
            <a:bodyPr wrap="square" lIns="0" tIns="0" rIns="0" bIns="0" rtlCol="0"/>
            <a:lstStyle/>
            <a:p>
              <a:endParaRPr/>
            </a:p>
          </p:txBody>
        </p:sp>
        <p:sp>
          <p:nvSpPr>
            <p:cNvPr id="10" name="object 10">
              <a:extLst>
                <a:ext uri="{FF2B5EF4-FFF2-40B4-BE49-F238E27FC236}">
                  <a16:creationId xmlns:a16="http://schemas.microsoft.com/office/drawing/2014/main" id="{92F94524-7BBF-8249-856B-7C550C4C3FB9}"/>
                </a:ext>
              </a:extLst>
            </p:cNvPr>
            <p:cNvSpPr/>
            <p:nvPr/>
          </p:nvSpPr>
          <p:spPr>
            <a:xfrm>
              <a:off x="10056305" y="2421981"/>
              <a:ext cx="229870" cy="2980055"/>
            </a:xfrm>
            <a:custGeom>
              <a:avLst/>
              <a:gdLst/>
              <a:ahLst/>
              <a:cxnLst/>
              <a:rect l="l" t="t" r="r" b="b"/>
              <a:pathLst>
                <a:path w="229870" h="2980054">
                  <a:moveTo>
                    <a:pt x="0" y="0"/>
                  </a:moveTo>
                  <a:lnTo>
                    <a:pt x="0" y="2979547"/>
                  </a:lnTo>
                  <a:lnTo>
                    <a:pt x="229387" y="2979547"/>
                  </a:lnTo>
                </a:path>
              </a:pathLst>
            </a:custGeom>
            <a:ln w="12699">
              <a:solidFill>
                <a:srgbClr val="00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1DEF1598-2A74-1542-B639-E6582ADE09C6}"/>
                </a:ext>
              </a:extLst>
            </p:cNvPr>
            <p:cNvSpPr/>
            <p:nvPr/>
          </p:nvSpPr>
          <p:spPr>
            <a:xfrm>
              <a:off x="5224749" y="1258946"/>
              <a:ext cx="2092325" cy="1468755"/>
            </a:xfrm>
            <a:custGeom>
              <a:avLst/>
              <a:gdLst/>
              <a:ahLst/>
              <a:cxnLst/>
              <a:rect l="l" t="t" r="r" b="b"/>
              <a:pathLst>
                <a:path w="2092325" h="1468755">
                  <a:moveTo>
                    <a:pt x="0" y="1468437"/>
                  </a:moveTo>
                  <a:lnTo>
                    <a:pt x="2092223" y="1468437"/>
                  </a:lnTo>
                  <a:lnTo>
                    <a:pt x="2092223" y="0"/>
                  </a:lnTo>
                  <a:lnTo>
                    <a:pt x="0" y="0"/>
                  </a:lnTo>
                  <a:lnTo>
                    <a:pt x="0" y="1468437"/>
                  </a:lnTo>
                  <a:close/>
                </a:path>
              </a:pathLst>
            </a:custGeom>
            <a:solidFill>
              <a:schemeClr val="tx2"/>
            </a:solidFill>
          </p:spPr>
          <p:txBody>
            <a:bodyPr wrap="square" lIns="0" tIns="0" rIns="0" bIns="0" rtlCol="0"/>
            <a:lstStyle/>
            <a:p>
              <a:endParaRPr/>
            </a:p>
          </p:txBody>
        </p:sp>
        <p:sp>
          <p:nvSpPr>
            <p:cNvPr id="12" name="object 12">
              <a:extLst>
                <a:ext uri="{FF2B5EF4-FFF2-40B4-BE49-F238E27FC236}">
                  <a16:creationId xmlns:a16="http://schemas.microsoft.com/office/drawing/2014/main" id="{67F4223A-E723-E946-8C1F-2E0014198C10}"/>
                </a:ext>
              </a:extLst>
            </p:cNvPr>
            <p:cNvSpPr txBox="1"/>
            <p:nvPr/>
          </p:nvSpPr>
          <p:spPr>
            <a:xfrm>
              <a:off x="5612988" y="1855449"/>
              <a:ext cx="1316355" cy="254557"/>
            </a:xfrm>
            <a:prstGeom prst="rect">
              <a:avLst/>
            </a:prstGeom>
          </p:spPr>
          <p:txBody>
            <a:bodyPr vert="horz" wrap="square" lIns="0" tIns="15875" rIns="0" bIns="0" rtlCol="0">
              <a:spAutoFit/>
            </a:bodyPr>
            <a:lstStyle/>
            <a:p>
              <a:pPr marL="12700">
                <a:lnSpc>
                  <a:spcPct val="100000"/>
                </a:lnSpc>
                <a:spcBef>
                  <a:spcPts val="125"/>
                </a:spcBef>
              </a:pPr>
              <a:r>
                <a:rPr sz="1550" b="1" spc="-5" dirty="0">
                  <a:solidFill>
                    <a:srgbClr val="FFFFFF"/>
                  </a:solidFill>
                  <a:latin typeface="+mj-lt"/>
                  <a:cs typeface="Regular"/>
                </a:rPr>
                <a:t>Vendor</a:t>
              </a:r>
              <a:r>
                <a:rPr sz="1550" b="1" spc="-70" dirty="0">
                  <a:solidFill>
                    <a:srgbClr val="FFFFFF"/>
                  </a:solidFill>
                  <a:latin typeface="+mj-lt"/>
                  <a:cs typeface="Regular"/>
                </a:rPr>
                <a:t> </a:t>
              </a:r>
              <a:r>
                <a:rPr sz="1550" b="1" spc="5" dirty="0">
                  <a:solidFill>
                    <a:srgbClr val="FFFFFF"/>
                  </a:solidFill>
                  <a:latin typeface="+mj-lt"/>
                  <a:cs typeface="Regular"/>
                </a:rPr>
                <a:t>Models</a:t>
              </a:r>
              <a:endParaRPr sz="1550">
                <a:latin typeface="+mj-lt"/>
                <a:cs typeface="Regular"/>
              </a:endParaRPr>
            </a:p>
          </p:txBody>
        </p:sp>
        <p:sp>
          <p:nvSpPr>
            <p:cNvPr id="13" name="object 13">
              <a:extLst>
                <a:ext uri="{FF2B5EF4-FFF2-40B4-BE49-F238E27FC236}">
                  <a16:creationId xmlns:a16="http://schemas.microsoft.com/office/drawing/2014/main" id="{DEF206F6-C7A7-9041-BB9A-87D00A8ACC1D}"/>
                </a:ext>
              </a:extLst>
            </p:cNvPr>
            <p:cNvSpPr/>
            <p:nvPr/>
          </p:nvSpPr>
          <p:spPr>
            <a:xfrm>
              <a:off x="9811937" y="1258946"/>
              <a:ext cx="2092325" cy="1468755"/>
            </a:xfrm>
            <a:custGeom>
              <a:avLst/>
              <a:gdLst/>
              <a:ahLst/>
              <a:cxnLst/>
              <a:rect l="l" t="t" r="r" b="b"/>
              <a:pathLst>
                <a:path w="2092325" h="1468755">
                  <a:moveTo>
                    <a:pt x="0" y="1468437"/>
                  </a:moveTo>
                  <a:lnTo>
                    <a:pt x="2092223" y="1468437"/>
                  </a:lnTo>
                  <a:lnTo>
                    <a:pt x="2092223" y="0"/>
                  </a:lnTo>
                  <a:lnTo>
                    <a:pt x="0" y="0"/>
                  </a:lnTo>
                  <a:lnTo>
                    <a:pt x="0" y="1468437"/>
                  </a:lnTo>
                  <a:close/>
                </a:path>
              </a:pathLst>
            </a:custGeom>
            <a:solidFill>
              <a:schemeClr val="tx2"/>
            </a:solidFill>
          </p:spPr>
          <p:txBody>
            <a:bodyPr wrap="square" lIns="0" tIns="0" rIns="0" bIns="0" rtlCol="0"/>
            <a:lstStyle/>
            <a:p>
              <a:endParaRPr/>
            </a:p>
          </p:txBody>
        </p:sp>
        <p:sp>
          <p:nvSpPr>
            <p:cNvPr id="14" name="object 14">
              <a:extLst>
                <a:ext uri="{FF2B5EF4-FFF2-40B4-BE49-F238E27FC236}">
                  <a16:creationId xmlns:a16="http://schemas.microsoft.com/office/drawing/2014/main" id="{3B1F8096-B932-9445-B1C9-9BE5CAB47BCD}"/>
                </a:ext>
              </a:extLst>
            </p:cNvPr>
            <p:cNvSpPr txBox="1"/>
            <p:nvPr/>
          </p:nvSpPr>
          <p:spPr>
            <a:xfrm>
              <a:off x="10177271" y="1855449"/>
              <a:ext cx="1362075" cy="254557"/>
            </a:xfrm>
            <a:prstGeom prst="rect">
              <a:avLst/>
            </a:prstGeom>
          </p:spPr>
          <p:txBody>
            <a:bodyPr vert="horz" wrap="square" lIns="0" tIns="15875" rIns="0" bIns="0" rtlCol="0">
              <a:spAutoFit/>
            </a:bodyPr>
            <a:lstStyle/>
            <a:p>
              <a:pPr marL="12700">
                <a:lnSpc>
                  <a:spcPct val="100000"/>
                </a:lnSpc>
                <a:spcBef>
                  <a:spcPts val="125"/>
                </a:spcBef>
              </a:pPr>
              <a:r>
                <a:rPr sz="1550" b="1" spc="10" dirty="0">
                  <a:solidFill>
                    <a:srgbClr val="FFFFFF"/>
                  </a:solidFill>
                  <a:latin typeface="+mj-lt"/>
                  <a:cs typeface="Regular"/>
                </a:rPr>
                <a:t>Internal</a:t>
              </a:r>
              <a:r>
                <a:rPr sz="1550" b="1" spc="-50" dirty="0">
                  <a:solidFill>
                    <a:srgbClr val="FFFFFF"/>
                  </a:solidFill>
                  <a:latin typeface="+mj-lt"/>
                  <a:cs typeface="Regular"/>
                </a:rPr>
                <a:t> </a:t>
              </a:r>
              <a:r>
                <a:rPr sz="1550" b="1" spc="5" dirty="0">
                  <a:solidFill>
                    <a:srgbClr val="FFFFFF"/>
                  </a:solidFill>
                  <a:latin typeface="+mj-lt"/>
                  <a:cs typeface="Regular"/>
                </a:rPr>
                <a:t>Models</a:t>
              </a:r>
              <a:endParaRPr sz="1550">
                <a:latin typeface="+mj-lt"/>
                <a:cs typeface="Regular"/>
              </a:endParaRPr>
            </a:p>
          </p:txBody>
        </p:sp>
        <p:sp>
          <p:nvSpPr>
            <p:cNvPr id="15" name="object 15">
              <a:extLst>
                <a:ext uri="{FF2B5EF4-FFF2-40B4-BE49-F238E27FC236}">
                  <a16:creationId xmlns:a16="http://schemas.microsoft.com/office/drawing/2014/main" id="{CB527E60-E366-644B-B557-521730817501}"/>
                </a:ext>
              </a:extLst>
            </p:cNvPr>
            <p:cNvSpPr/>
            <p:nvPr/>
          </p:nvSpPr>
          <p:spPr>
            <a:xfrm>
              <a:off x="7518343" y="1258946"/>
              <a:ext cx="2092325" cy="1468755"/>
            </a:xfrm>
            <a:custGeom>
              <a:avLst/>
              <a:gdLst/>
              <a:ahLst/>
              <a:cxnLst/>
              <a:rect l="l" t="t" r="r" b="b"/>
              <a:pathLst>
                <a:path w="2092325" h="1468755">
                  <a:moveTo>
                    <a:pt x="0" y="1468437"/>
                  </a:moveTo>
                  <a:lnTo>
                    <a:pt x="2092223" y="1468437"/>
                  </a:lnTo>
                  <a:lnTo>
                    <a:pt x="2092223" y="0"/>
                  </a:lnTo>
                  <a:lnTo>
                    <a:pt x="0" y="0"/>
                  </a:lnTo>
                  <a:lnTo>
                    <a:pt x="0" y="1468437"/>
                  </a:lnTo>
                  <a:close/>
                </a:path>
              </a:pathLst>
            </a:custGeom>
            <a:solidFill>
              <a:schemeClr val="tx2"/>
            </a:solidFill>
          </p:spPr>
          <p:txBody>
            <a:bodyPr wrap="square" lIns="0" tIns="0" rIns="0" bIns="0" rtlCol="0"/>
            <a:lstStyle/>
            <a:p>
              <a:endParaRPr/>
            </a:p>
          </p:txBody>
        </p:sp>
        <p:sp>
          <p:nvSpPr>
            <p:cNvPr id="16" name="object 16">
              <a:extLst>
                <a:ext uri="{FF2B5EF4-FFF2-40B4-BE49-F238E27FC236}">
                  <a16:creationId xmlns:a16="http://schemas.microsoft.com/office/drawing/2014/main" id="{26C5105C-753C-3E40-BA4D-22F1F695E38C}"/>
                </a:ext>
              </a:extLst>
            </p:cNvPr>
            <p:cNvSpPr txBox="1"/>
            <p:nvPr/>
          </p:nvSpPr>
          <p:spPr>
            <a:xfrm>
              <a:off x="7906579" y="1741149"/>
              <a:ext cx="1316355" cy="494665"/>
            </a:xfrm>
            <a:prstGeom prst="rect">
              <a:avLst/>
            </a:prstGeom>
          </p:spPr>
          <p:txBody>
            <a:bodyPr vert="horz" wrap="square" lIns="0" tIns="29845" rIns="0" bIns="0" rtlCol="0">
              <a:spAutoFit/>
            </a:bodyPr>
            <a:lstStyle/>
            <a:p>
              <a:pPr marL="267335" marR="5080" indent="-255270">
                <a:lnSpc>
                  <a:spcPts val="1800"/>
                </a:lnSpc>
                <a:spcBef>
                  <a:spcPts val="235"/>
                </a:spcBef>
              </a:pPr>
              <a:r>
                <a:rPr sz="1550" b="1" spc="-5" dirty="0">
                  <a:solidFill>
                    <a:srgbClr val="FFFFFF"/>
                  </a:solidFill>
                  <a:latin typeface="+mj-lt"/>
                  <a:cs typeface="Regular"/>
                </a:rPr>
                <a:t>Vendor</a:t>
              </a:r>
              <a:r>
                <a:rPr sz="1550" b="1" spc="-80" dirty="0">
                  <a:solidFill>
                    <a:srgbClr val="FFFFFF"/>
                  </a:solidFill>
                  <a:latin typeface="+mj-lt"/>
                  <a:cs typeface="Regular"/>
                </a:rPr>
                <a:t> </a:t>
              </a:r>
              <a:r>
                <a:rPr sz="1550" b="1" spc="5" dirty="0">
                  <a:solidFill>
                    <a:srgbClr val="FFFFFF"/>
                  </a:solidFill>
                  <a:latin typeface="+mj-lt"/>
                  <a:cs typeface="Regular"/>
                </a:rPr>
                <a:t>Models  Adjusted</a:t>
              </a:r>
              <a:endParaRPr sz="1550">
                <a:latin typeface="+mj-lt"/>
                <a:cs typeface="Regular"/>
              </a:endParaRPr>
            </a:p>
          </p:txBody>
        </p:sp>
        <p:sp>
          <p:nvSpPr>
            <p:cNvPr id="17" name="object 17">
              <a:extLst>
                <a:ext uri="{FF2B5EF4-FFF2-40B4-BE49-F238E27FC236}">
                  <a16:creationId xmlns:a16="http://schemas.microsoft.com/office/drawing/2014/main" id="{950C1978-A579-7646-B377-7D7FB9D89AAB}"/>
                </a:ext>
              </a:extLst>
            </p:cNvPr>
            <p:cNvSpPr txBox="1"/>
            <p:nvPr/>
          </p:nvSpPr>
          <p:spPr>
            <a:xfrm>
              <a:off x="5700999" y="2965507"/>
              <a:ext cx="1616075" cy="1404000"/>
            </a:xfrm>
            <a:prstGeom prst="rect">
              <a:avLst/>
            </a:prstGeom>
            <a:solidFill>
              <a:schemeClr val="accent3"/>
            </a:solidFill>
          </p:spPr>
          <p:txBody>
            <a:bodyPr vert="horz" wrap="square" lIns="0" tIns="216000" rIns="0" bIns="0" rtlCol="0">
              <a:noAutofit/>
            </a:bodyPr>
            <a:lstStyle/>
            <a:p>
              <a:pPr algn="ctr">
                <a:lnSpc>
                  <a:spcPct val="100000"/>
                </a:lnSpc>
                <a:spcBef>
                  <a:spcPts val="905"/>
                </a:spcBef>
              </a:pPr>
              <a:r>
                <a:rPr sz="1100" b="1" spc="-15" dirty="0">
                  <a:solidFill>
                    <a:srgbClr val="FFFFFF"/>
                  </a:solidFill>
                  <a:latin typeface="+mj-lt"/>
                  <a:cs typeface="Regular"/>
                </a:rPr>
                <a:t>Type</a:t>
              </a:r>
              <a:r>
                <a:rPr sz="1100" b="1" dirty="0">
                  <a:solidFill>
                    <a:srgbClr val="FFFFFF"/>
                  </a:solidFill>
                  <a:latin typeface="+mj-lt"/>
                  <a:cs typeface="Regular"/>
                </a:rPr>
                <a:t> </a:t>
              </a:r>
              <a:r>
                <a:rPr sz="1100" b="1" spc="10" dirty="0">
                  <a:solidFill>
                    <a:srgbClr val="FFFFFF"/>
                  </a:solidFill>
                  <a:latin typeface="+mj-lt"/>
                  <a:cs typeface="Regular"/>
                </a:rPr>
                <a:t>1</a:t>
              </a:r>
              <a:endParaRPr sz="1100">
                <a:latin typeface="+mj-lt"/>
                <a:cs typeface="Regular"/>
              </a:endParaRPr>
            </a:p>
            <a:p>
              <a:pPr marL="158115" marR="150495" indent="2540" algn="ctr">
                <a:lnSpc>
                  <a:spcPts val="1270"/>
                </a:lnSpc>
                <a:spcBef>
                  <a:spcPts val="715"/>
                </a:spcBef>
              </a:pPr>
              <a:r>
                <a:rPr sz="1100" dirty="0">
                  <a:solidFill>
                    <a:srgbClr val="FFFFFF"/>
                  </a:solidFill>
                  <a:latin typeface="+mj-lt"/>
                  <a:cs typeface="Regular"/>
                </a:rPr>
                <a:t>Vendor </a:t>
              </a:r>
              <a:r>
                <a:rPr sz="1100" spc="5" dirty="0">
                  <a:solidFill>
                    <a:srgbClr val="FFFFFF"/>
                  </a:solidFill>
                  <a:latin typeface="+mj-lt"/>
                  <a:cs typeface="Regular"/>
                </a:rPr>
                <a:t>View  </a:t>
              </a:r>
              <a:r>
                <a:rPr sz="1100" dirty="0">
                  <a:solidFill>
                    <a:srgbClr val="FFFFFF"/>
                  </a:solidFill>
                  <a:latin typeface="+mj-lt"/>
                  <a:cs typeface="Regular"/>
                </a:rPr>
                <a:t>Reviewed </a:t>
              </a:r>
              <a:r>
                <a:rPr sz="1100" spc="15" dirty="0">
                  <a:solidFill>
                    <a:srgbClr val="FFFFFF"/>
                  </a:solidFill>
                  <a:latin typeface="+mj-lt"/>
                  <a:cs typeface="Regular"/>
                </a:rPr>
                <a:t>&amp;</a:t>
              </a:r>
              <a:r>
                <a:rPr sz="1100" spc="-75" dirty="0">
                  <a:solidFill>
                    <a:srgbClr val="FFFFFF"/>
                  </a:solidFill>
                  <a:latin typeface="+mj-lt"/>
                  <a:cs typeface="Regular"/>
                </a:rPr>
                <a:t> </a:t>
              </a:r>
              <a:r>
                <a:rPr sz="1100" spc="5" dirty="0">
                  <a:solidFill>
                    <a:srgbClr val="FFFFFF"/>
                  </a:solidFill>
                  <a:latin typeface="+mj-lt"/>
                  <a:cs typeface="Regular"/>
                </a:rPr>
                <a:t>Accepted</a:t>
              </a:r>
              <a:endParaRPr sz="1100">
                <a:latin typeface="+mj-lt"/>
                <a:cs typeface="Regular"/>
              </a:endParaRPr>
            </a:p>
            <a:p>
              <a:pPr algn="ctr">
                <a:lnSpc>
                  <a:spcPct val="100000"/>
                </a:lnSpc>
                <a:spcBef>
                  <a:spcPts val="600"/>
                </a:spcBef>
              </a:pPr>
              <a:r>
                <a:rPr sz="1100" spc="5" dirty="0">
                  <a:solidFill>
                    <a:srgbClr val="FFFFFF"/>
                  </a:solidFill>
                  <a:latin typeface="+mj-lt"/>
                  <a:cs typeface="Regular"/>
                </a:rPr>
                <a:t>No</a:t>
              </a:r>
              <a:r>
                <a:rPr sz="1100" spc="-35" dirty="0">
                  <a:solidFill>
                    <a:srgbClr val="FFFFFF"/>
                  </a:solidFill>
                  <a:latin typeface="+mj-lt"/>
                  <a:cs typeface="Regular"/>
                </a:rPr>
                <a:t> </a:t>
              </a:r>
              <a:r>
                <a:rPr sz="1100" spc="10" dirty="0">
                  <a:solidFill>
                    <a:srgbClr val="FFFFFF"/>
                  </a:solidFill>
                  <a:latin typeface="+mj-lt"/>
                  <a:cs typeface="Regular"/>
                </a:rPr>
                <a:t>Adjustment</a:t>
              </a:r>
              <a:endParaRPr sz="1100">
                <a:latin typeface="+mj-lt"/>
                <a:cs typeface="Regular"/>
              </a:endParaRPr>
            </a:p>
          </p:txBody>
        </p:sp>
        <p:sp>
          <p:nvSpPr>
            <p:cNvPr id="18" name="object 18">
              <a:extLst>
                <a:ext uri="{FF2B5EF4-FFF2-40B4-BE49-F238E27FC236}">
                  <a16:creationId xmlns:a16="http://schemas.microsoft.com/office/drawing/2014/main" id="{2AABA4A5-E281-304B-8A92-7AF89A59A43F}"/>
                </a:ext>
              </a:extLst>
            </p:cNvPr>
            <p:cNvSpPr txBox="1"/>
            <p:nvPr/>
          </p:nvSpPr>
          <p:spPr>
            <a:xfrm>
              <a:off x="10288187" y="2965508"/>
              <a:ext cx="1616075" cy="1404000"/>
            </a:xfrm>
            <a:prstGeom prst="rect">
              <a:avLst/>
            </a:prstGeom>
            <a:solidFill>
              <a:schemeClr val="accent3"/>
            </a:solidFill>
          </p:spPr>
          <p:txBody>
            <a:bodyPr vert="horz" wrap="square" lIns="0" tIns="324000" rIns="0" bIns="0" rtlCol="0">
              <a:noAutofit/>
            </a:bodyPr>
            <a:lstStyle/>
            <a:p>
              <a:pPr algn="ctr">
                <a:lnSpc>
                  <a:spcPct val="100000"/>
                </a:lnSpc>
              </a:pPr>
              <a:r>
                <a:rPr sz="1100" b="1" spc="-15" dirty="0">
                  <a:solidFill>
                    <a:srgbClr val="FFFFFF"/>
                  </a:solidFill>
                  <a:latin typeface="+mj-lt"/>
                  <a:cs typeface="Regular"/>
                </a:rPr>
                <a:t>Type</a:t>
              </a:r>
              <a:r>
                <a:rPr sz="1100" b="1" dirty="0">
                  <a:solidFill>
                    <a:srgbClr val="FFFFFF"/>
                  </a:solidFill>
                  <a:latin typeface="+mj-lt"/>
                  <a:cs typeface="Regular"/>
                </a:rPr>
                <a:t> </a:t>
              </a:r>
              <a:r>
                <a:rPr sz="1100" b="1" spc="10" dirty="0">
                  <a:solidFill>
                    <a:srgbClr val="FFFFFF"/>
                  </a:solidFill>
                  <a:latin typeface="+mj-lt"/>
                  <a:cs typeface="Regular"/>
                </a:rPr>
                <a:t>4</a:t>
              </a:r>
              <a:endParaRPr sz="1100">
                <a:latin typeface="+mj-lt"/>
                <a:cs typeface="Regular"/>
              </a:endParaRPr>
            </a:p>
            <a:p>
              <a:pPr marL="408940" marR="400685" indent="-635" algn="ctr">
                <a:lnSpc>
                  <a:spcPts val="1270"/>
                </a:lnSpc>
                <a:spcBef>
                  <a:spcPts val="715"/>
                </a:spcBef>
              </a:pPr>
              <a:r>
                <a:rPr sz="1100" spc="5" dirty="0">
                  <a:solidFill>
                    <a:srgbClr val="FFFFFF"/>
                  </a:solidFill>
                  <a:latin typeface="+mj-lt"/>
                  <a:cs typeface="Regular"/>
                </a:rPr>
                <a:t>In-House  D</a:t>
              </a:r>
              <a:r>
                <a:rPr sz="1100" spc="-10" dirty="0">
                  <a:solidFill>
                    <a:srgbClr val="FFFFFF"/>
                  </a:solidFill>
                  <a:latin typeface="+mj-lt"/>
                  <a:cs typeface="Regular"/>
                </a:rPr>
                <a:t>ev</a:t>
              </a:r>
              <a:r>
                <a:rPr sz="1100" spc="10" dirty="0">
                  <a:solidFill>
                    <a:srgbClr val="FFFFFF"/>
                  </a:solidFill>
                  <a:latin typeface="+mj-lt"/>
                  <a:cs typeface="Regular"/>
                </a:rPr>
                <a:t>elopment</a:t>
              </a:r>
              <a:endParaRPr sz="1100">
                <a:latin typeface="+mj-lt"/>
                <a:cs typeface="Regular"/>
              </a:endParaRPr>
            </a:p>
          </p:txBody>
        </p:sp>
        <p:sp>
          <p:nvSpPr>
            <p:cNvPr id="19" name="object 19">
              <a:extLst>
                <a:ext uri="{FF2B5EF4-FFF2-40B4-BE49-F238E27FC236}">
                  <a16:creationId xmlns:a16="http://schemas.microsoft.com/office/drawing/2014/main" id="{EAC683D6-6593-B943-9054-15D5B535D1A9}"/>
                </a:ext>
              </a:extLst>
            </p:cNvPr>
            <p:cNvSpPr txBox="1"/>
            <p:nvPr/>
          </p:nvSpPr>
          <p:spPr>
            <a:xfrm>
              <a:off x="7994593" y="2965508"/>
              <a:ext cx="1616075" cy="1404000"/>
            </a:xfrm>
            <a:prstGeom prst="rect">
              <a:avLst/>
            </a:prstGeom>
            <a:solidFill>
              <a:schemeClr val="accent3"/>
            </a:solidFill>
          </p:spPr>
          <p:txBody>
            <a:bodyPr vert="horz" wrap="square" lIns="0" tIns="324000" rIns="0" bIns="0" rtlCol="0">
              <a:noAutofit/>
            </a:bodyPr>
            <a:lstStyle/>
            <a:p>
              <a:pPr algn="ctr">
                <a:lnSpc>
                  <a:spcPct val="100000"/>
                </a:lnSpc>
              </a:pPr>
              <a:r>
                <a:rPr sz="1100" b="1" spc="-15" dirty="0">
                  <a:solidFill>
                    <a:srgbClr val="FFFFFF"/>
                  </a:solidFill>
                  <a:latin typeface="+mj-lt"/>
                  <a:cs typeface="Regular"/>
                </a:rPr>
                <a:t>Type</a:t>
              </a:r>
              <a:r>
                <a:rPr sz="1100" b="1" dirty="0">
                  <a:solidFill>
                    <a:srgbClr val="FFFFFF"/>
                  </a:solidFill>
                  <a:latin typeface="+mj-lt"/>
                  <a:cs typeface="Regular"/>
                </a:rPr>
                <a:t> </a:t>
              </a:r>
              <a:r>
                <a:rPr sz="1100" b="1" spc="10" dirty="0">
                  <a:solidFill>
                    <a:srgbClr val="FFFFFF"/>
                  </a:solidFill>
                  <a:latin typeface="+mj-lt"/>
                  <a:cs typeface="Regular"/>
                </a:rPr>
                <a:t>3</a:t>
              </a:r>
              <a:endParaRPr sz="1100">
                <a:latin typeface="+mj-lt"/>
                <a:cs typeface="Regular"/>
              </a:endParaRPr>
            </a:p>
            <a:p>
              <a:pPr marL="200660" marR="164465" indent="-26034" algn="ctr">
                <a:lnSpc>
                  <a:spcPts val="1270"/>
                </a:lnSpc>
                <a:spcBef>
                  <a:spcPts val="715"/>
                </a:spcBef>
              </a:pPr>
              <a:r>
                <a:rPr sz="1100" dirty="0">
                  <a:solidFill>
                    <a:srgbClr val="FFFFFF"/>
                  </a:solidFill>
                  <a:latin typeface="+mj-lt"/>
                  <a:cs typeface="Regular"/>
                </a:rPr>
                <a:t>Vendor </a:t>
              </a:r>
              <a:r>
                <a:rPr sz="1100" spc="5" dirty="0">
                  <a:solidFill>
                    <a:srgbClr val="FFFFFF"/>
                  </a:solidFill>
                  <a:latin typeface="+mj-lt"/>
                  <a:cs typeface="Regular"/>
                </a:rPr>
                <a:t>View  </a:t>
              </a:r>
              <a:r>
                <a:rPr sz="1100" dirty="0">
                  <a:solidFill>
                    <a:srgbClr val="FFFFFF"/>
                  </a:solidFill>
                  <a:latin typeface="+mj-lt"/>
                  <a:cs typeface="Regular"/>
                </a:rPr>
                <a:t>Reviewed </a:t>
              </a:r>
              <a:r>
                <a:rPr sz="1100" spc="15" dirty="0">
                  <a:solidFill>
                    <a:srgbClr val="FFFFFF"/>
                  </a:solidFill>
                  <a:latin typeface="+mj-lt"/>
                  <a:cs typeface="Regular"/>
                </a:rPr>
                <a:t>&amp;</a:t>
              </a:r>
              <a:r>
                <a:rPr sz="1100" spc="-60" dirty="0">
                  <a:solidFill>
                    <a:srgbClr val="FFFFFF"/>
                  </a:solidFill>
                  <a:latin typeface="+mj-lt"/>
                  <a:cs typeface="Regular"/>
                </a:rPr>
                <a:t> </a:t>
              </a:r>
              <a:r>
                <a:rPr sz="1100" spc="5" dirty="0">
                  <a:solidFill>
                    <a:srgbClr val="FFFFFF"/>
                  </a:solidFill>
                  <a:latin typeface="+mj-lt"/>
                  <a:cs typeface="Regular"/>
                </a:rPr>
                <a:t>Adjusted</a:t>
              </a:r>
              <a:endParaRPr sz="1100">
                <a:latin typeface="+mj-lt"/>
                <a:cs typeface="Regular"/>
              </a:endParaRPr>
            </a:p>
          </p:txBody>
        </p:sp>
        <p:sp>
          <p:nvSpPr>
            <p:cNvPr id="20" name="object 20">
              <a:extLst>
                <a:ext uri="{FF2B5EF4-FFF2-40B4-BE49-F238E27FC236}">
                  <a16:creationId xmlns:a16="http://schemas.microsoft.com/office/drawing/2014/main" id="{7C9BD9D2-96F0-2A4F-B6BA-4125B6D20F55}"/>
                </a:ext>
              </a:extLst>
            </p:cNvPr>
            <p:cNvSpPr txBox="1"/>
            <p:nvPr/>
          </p:nvSpPr>
          <p:spPr>
            <a:xfrm>
              <a:off x="5700999" y="4672071"/>
              <a:ext cx="1616075" cy="1404000"/>
            </a:xfrm>
            <a:prstGeom prst="rect">
              <a:avLst/>
            </a:prstGeom>
            <a:solidFill>
              <a:schemeClr val="accent3"/>
            </a:solidFill>
          </p:spPr>
          <p:txBody>
            <a:bodyPr vert="horz" wrap="square" lIns="0" tIns="144000" rIns="0" bIns="0" rtlCol="0">
              <a:noAutofit/>
            </a:bodyPr>
            <a:lstStyle/>
            <a:p>
              <a:pPr algn="ctr">
                <a:lnSpc>
                  <a:spcPct val="100000"/>
                </a:lnSpc>
              </a:pPr>
              <a:r>
                <a:rPr sz="1100" b="1" spc="-15" dirty="0">
                  <a:solidFill>
                    <a:srgbClr val="FFFFFF"/>
                  </a:solidFill>
                  <a:latin typeface="+mj-lt"/>
                  <a:cs typeface="Regular"/>
                </a:rPr>
                <a:t>Type</a:t>
              </a:r>
              <a:r>
                <a:rPr sz="1100" b="1" dirty="0">
                  <a:solidFill>
                    <a:srgbClr val="FFFFFF"/>
                  </a:solidFill>
                  <a:latin typeface="+mj-lt"/>
                  <a:cs typeface="Regular"/>
                </a:rPr>
                <a:t> </a:t>
              </a:r>
              <a:r>
                <a:rPr sz="1100" b="1" spc="10" dirty="0">
                  <a:solidFill>
                    <a:srgbClr val="FFFFFF"/>
                  </a:solidFill>
                  <a:latin typeface="+mj-lt"/>
                  <a:cs typeface="Regular"/>
                </a:rPr>
                <a:t>2</a:t>
              </a:r>
              <a:endParaRPr sz="1100">
                <a:latin typeface="+mj-lt"/>
                <a:cs typeface="Regular"/>
              </a:endParaRPr>
            </a:p>
            <a:p>
              <a:pPr marL="158115" marR="150495" indent="2540" algn="ctr">
                <a:lnSpc>
                  <a:spcPts val="1270"/>
                </a:lnSpc>
                <a:spcBef>
                  <a:spcPts val="715"/>
                </a:spcBef>
              </a:pPr>
              <a:r>
                <a:rPr sz="1100" dirty="0">
                  <a:solidFill>
                    <a:srgbClr val="FFFFFF"/>
                  </a:solidFill>
                  <a:latin typeface="+mj-lt"/>
                  <a:cs typeface="Regular"/>
                </a:rPr>
                <a:t>Vendor </a:t>
              </a:r>
              <a:r>
                <a:rPr sz="1100" spc="5" dirty="0">
                  <a:solidFill>
                    <a:srgbClr val="FFFFFF"/>
                  </a:solidFill>
                  <a:latin typeface="+mj-lt"/>
                  <a:cs typeface="Regular"/>
                </a:rPr>
                <a:t>View  </a:t>
              </a:r>
              <a:r>
                <a:rPr sz="1100" dirty="0">
                  <a:solidFill>
                    <a:srgbClr val="FFFFFF"/>
                  </a:solidFill>
                  <a:latin typeface="+mj-lt"/>
                  <a:cs typeface="Regular"/>
                </a:rPr>
                <a:t>Reviewed </a:t>
              </a:r>
              <a:r>
                <a:rPr sz="1100" spc="15" dirty="0">
                  <a:solidFill>
                    <a:srgbClr val="FFFFFF"/>
                  </a:solidFill>
                  <a:latin typeface="+mj-lt"/>
                  <a:cs typeface="Regular"/>
                </a:rPr>
                <a:t>&amp;</a:t>
              </a:r>
              <a:r>
                <a:rPr sz="1100" spc="-75" dirty="0">
                  <a:solidFill>
                    <a:srgbClr val="FFFFFF"/>
                  </a:solidFill>
                  <a:latin typeface="+mj-lt"/>
                  <a:cs typeface="Regular"/>
                </a:rPr>
                <a:t> </a:t>
              </a:r>
              <a:r>
                <a:rPr sz="1100" spc="5" dirty="0">
                  <a:solidFill>
                    <a:srgbClr val="FFFFFF"/>
                  </a:solidFill>
                  <a:latin typeface="+mj-lt"/>
                  <a:cs typeface="Regular"/>
                </a:rPr>
                <a:t>Accepted</a:t>
              </a:r>
              <a:endParaRPr sz="1100">
                <a:latin typeface="+mj-lt"/>
                <a:cs typeface="Regular"/>
              </a:endParaRPr>
            </a:p>
            <a:p>
              <a:pPr marL="370840" marR="363220" algn="ctr">
                <a:lnSpc>
                  <a:spcPts val="1270"/>
                </a:lnSpc>
                <a:spcBef>
                  <a:spcPts val="685"/>
                </a:spcBef>
              </a:pPr>
              <a:r>
                <a:rPr sz="1100" spc="10" dirty="0">
                  <a:solidFill>
                    <a:srgbClr val="FFFFFF"/>
                  </a:solidFill>
                  <a:latin typeface="+mj-lt"/>
                  <a:cs typeface="Regular"/>
                </a:rPr>
                <a:t>Model</a:t>
              </a:r>
              <a:r>
                <a:rPr sz="1100" spc="-90" dirty="0">
                  <a:solidFill>
                    <a:srgbClr val="FFFFFF"/>
                  </a:solidFill>
                  <a:latin typeface="+mj-lt"/>
                  <a:cs typeface="Regular"/>
                </a:rPr>
                <a:t> </a:t>
              </a:r>
              <a:r>
                <a:rPr sz="1100" spc="10" dirty="0">
                  <a:solidFill>
                    <a:srgbClr val="FFFFFF"/>
                  </a:solidFill>
                  <a:latin typeface="+mj-lt"/>
                  <a:cs typeface="Regular"/>
                </a:rPr>
                <a:t>Settings </a:t>
              </a:r>
              <a:r>
                <a:rPr sz="1100" spc="5" dirty="0">
                  <a:solidFill>
                    <a:srgbClr val="FFFFFF"/>
                  </a:solidFill>
                  <a:latin typeface="+mj-lt"/>
                  <a:cs typeface="Regular"/>
                </a:rPr>
                <a:t> Adjusted</a:t>
              </a:r>
              <a:endParaRPr sz="1100">
                <a:latin typeface="+mj-lt"/>
                <a:cs typeface="Regular"/>
              </a:endParaRPr>
            </a:p>
          </p:txBody>
        </p:sp>
        <p:sp>
          <p:nvSpPr>
            <p:cNvPr id="21" name="object 21">
              <a:extLst>
                <a:ext uri="{FF2B5EF4-FFF2-40B4-BE49-F238E27FC236}">
                  <a16:creationId xmlns:a16="http://schemas.microsoft.com/office/drawing/2014/main" id="{4F2C48F7-09AA-E643-AD0B-349E835DE3E0}"/>
                </a:ext>
              </a:extLst>
            </p:cNvPr>
            <p:cNvSpPr txBox="1"/>
            <p:nvPr/>
          </p:nvSpPr>
          <p:spPr>
            <a:xfrm>
              <a:off x="10288187" y="4672071"/>
              <a:ext cx="1616075" cy="1404000"/>
            </a:xfrm>
            <a:prstGeom prst="rect">
              <a:avLst/>
            </a:prstGeom>
            <a:solidFill>
              <a:schemeClr val="accent3"/>
            </a:solidFill>
          </p:spPr>
          <p:txBody>
            <a:bodyPr vert="horz" wrap="square" lIns="0" tIns="324000" rIns="0" bIns="0" rtlCol="0">
              <a:noAutofit/>
            </a:bodyPr>
            <a:lstStyle/>
            <a:p>
              <a:pPr algn="ctr">
                <a:lnSpc>
                  <a:spcPct val="100000"/>
                </a:lnSpc>
              </a:pPr>
              <a:r>
                <a:rPr sz="1100" b="1" spc="-15" dirty="0">
                  <a:solidFill>
                    <a:srgbClr val="FFFFFF"/>
                  </a:solidFill>
                  <a:latin typeface="+mj-lt"/>
                  <a:cs typeface="Regular"/>
                </a:rPr>
                <a:t>Type</a:t>
              </a:r>
              <a:r>
                <a:rPr sz="1100" b="1" dirty="0">
                  <a:solidFill>
                    <a:srgbClr val="FFFFFF"/>
                  </a:solidFill>
                  <a:latin typeface="+mj-lt"/>
                  <a:cs typeface="Regular"/>
                </a:rPr>
                <a:t> </a:t>
              </a:r>
              <a:r>
                <a:rPr sz="1100" b="1" spc="10" dirty="0">
                  <a:solidFill>
                    <a:srgbClr val="FFFFFF"/>
                  </a:solidFill>
                  <a:latin typeface="+mj-lt"/>
                  <a:cs typeface="Regular"/>
                </a:rPr>
                <a:t>5</a:t>
              </a:r>
              <a:endParaRPr sz="1100">
                <a:latin typeface="+mj-lt"/>
                <a:cs typeface="Regular"/>
              </a:endParaRPr>
            </a:p>
            <a:p>
              <a:pPr marL="186055" marR="178435" algn="ctr">
                <a:lnSpc>
                  <a:spcPts val="1270"/>
                </a:lnSpc>
                <a:spcBef>
                  <a:spcPts val="715"/>
                </a:spcBef>
              </a:pPr>
              <a:r>
                <a:rPr sz="1100" spc="5" dirty="0">
                  <a:solidFill>
                    <a:srgbClr val="FFFFFF"/>
                  </a:solidFill>
                  <a:latin typeface="+mj-lt"/>
                  <a:cs typeface="Regular"/>
                </a:rPr>
                <a:t>Partner</a:t>
              </a:r>
              <a:r>
                <a:rPr sz="1100" spc="-70" dirty="0">
                  <a:solidFill>
                    <a:srgbClr val="FFFFFF"/>
                  </a:solidFill>
                  <a:latin typeface="+mj-lt"/>
                  <a:cs typeface="Regular"/>
                </a:rPr>
                <a:t> </a:t>
              </a:r>
              <a:r>
                <a:rPr sz="1100" spc="5" dirty="0">
                  <a:solidFill>
                    <a:srgbClr val="FFFFFF"/>
                  </a:solidFill>
                  <a:latin typeface="+mj-lt"/>
                  <a:cs typeface="Regular"/>
                </a:rPr>
                <a:t>Development  Initiatives</a:t>
              </a:r>
              <a:endParaRPr sz="1100">
                <a:latin typeface="+mj-lt"/>
                <a:cs typeface="Regular"/>
              </a:endParaRPr>
            </a:p>
          </p:txBody>
        </p:sp>
      </p:grpSp>
      <p:sp>
        <p:nvSpPr>
          <p:cNvPr id="3" name="Slide Number Placeholder 2">
            <a:extLst>
              <a:ext uri="{FF2B5EF4-FFF2-40B4-BE49-F238E27FC236}">
                <a16:creationId xmlns:a16="http://schemas.microsoft.com/office/drawing/2014/main" id="{D981A500-6267-4CDA-A34A-F0B899019F4B}"/>
              </a:ext>
            </a:extLst>
          </p:cNvPr>
          <p:cNvSpPr>
            <a:spLocks noGrp="1"/>
          </p:cNvSpPr>
          <p:nvPr>
            <p:ph type="sldNum" sz="quarter" idx="12"/>
          </p:nvPr>
        </p:nvSpPr>
        <p:spPr/>
        <p:txBody>
          <a:bodyPr/>
          <a:lstStyle/>
          <a:p>
            <a:fld id="{A58FD96F-21B2-46E2-AE53-1EAD3D1198D4}" type="slidenum">
              <a:rPr lang="en-GB" smtClean="0"/>
              <a:t>9</a:t>
            </a:fld>
            <a:endParaRPr lang="en-GB"/>
          </a:p>
        </p:txBody>
      </p:sp>
    </p:spTree>
    <p:extLst>
      <p:ext uri="{BB962C8B-B14F-4D97-AF65-F5344CB8AC3E}">
        <p14:creationId xmlns:p14="http://schemas.microsoft.com/office/powerpoint/2010/main" val="2421784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932214"/>
      </p:ext>
    </p:extLst>
  </p:cSld>
  <p:clrMapOvr>
    <a:masterClrMapping/>
  </p:clrMapOvr>
</p:sld>
</file>

<file path=ppt/theme/theme1.xml><?xml version="1.0" encoding="utf-8"?>
<a:theme xmlns:a="http://schemas.openxmlformats.org/drawingml/2006/main" name="Chaucer V2 Theme">
  <a:themeElements>
    <a:clrScheme name="Chaucer">
      <a:dk1>
        <a:srgbClr val="000000"/>
      </a:dk1>
      <a:lt1>
        <a:srgbClr val="FFFFFF"/>
      </a:lt1>
      <a:dk2>
        <a:srgbClr val="1A2B56"/>
      </a:dk2>
      <a:lt2>
        <a:srgbClr val="005A8A"/>
      </a:lt2>
      <a:accent1>
        <a:srgbClr val="1A2B56"/>
      </a:accent1>
      <a:accent2>
        <a:srgbClr val="6DABE4"/>
      </a:accent2>
      <a:accent3>
        <a:srgbClr val="7C98AB"/>
      </a:accent3>
      <a:accent4>
        <a:srgbClr val="0096A9"/>
      </a:accent4>
      <a:accent5>
        <a:srgbClr val="0032E4"/>
      </a:accent5>
      <a:accent6>
        <a:srgbClr val="57C9E8"/>
      </a:accent6>
      <a:hlink>
        <a:srgbClr val="000000"/>
      </a:hlink>
      <a:folHlink>
        <a:srgbClr val="262E30"/>
      </a:folHlink>
    </a:clrScheme>
    <a:fontScheme name="Chaucer">
      <a:majorFont>
        <a:latin typeface="Regular"/>
        <a:ea typeface=""/>
        <a:cs typeface=""/>
      </a:majorFont>
      <a:minorFont>
        <a:latin typeface="No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100">
            <a:latin typeface="+mj-lt"/>
          </a:defRPr>
        </a:defPPr>
      </a:lstStyle>
    </a:txDef>
  </a:objectDefaults>
  <a:extraClrSchemeLst/>
  <a:extLst>
    <a:ext uri="{05A4C25C-085E-4340-85A3-A5531E510DB2}">
      <thm15:themeFamily xmlns:thm15="http://schemas.microsoft.com/office/thememl/2012/main" name="Chaucer New Locked Powerpoint Template 2021" id="{B664D363-6541-4198-B173-396DDC8B384E}" vid="{3B86F81F-18B4-49DB-9A1E-D92E38AF7C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827DCD3E757B41BA7C0EC1CC8AA8C4" ma:contentTypeVersion="4" ma:contentTypeDescription="Create a new document." ma:contentTypeScope="" ma:versionID="addc8d5c86ad31b518a3dead28bcabfd">
  <xsd:schema xmlns:xsd="http://www.w3.org/2001/XMLSchema" xmlns:xs="http://www.w3.org/2001/XMLSchema" xmlns:p="http://schemas.microsoft.com/office/2006/metadata/properties" xmlns:ns2="688cfa7c-a8e9-4331-8c94-0a5469fa60f2" targetNamespace="http://schemas.microsoft.com/office/2006/metadata/properties" ma:root="true" ma:fieldsID="e89260f95706971919ee0ee42a61ed36" ns2:_="">
    <xsd:import namespace="688cfa7c-a8e9-4331-8c94-0a5469fa60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8cfa7c-a8e9-4331-8c94-0a5469fa60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9F7AB3-F39C-4E0F-936B-10373FEB229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19390FE-1DEA-4CEA-81CB-C7F521AC548E}">
  <ds:schemaRefs>
    <ds:schemaRef ds:uri="http://schemas.microsoft.com/sharepoint/v3/contenttype/forms"/>
  </ds:schemaRefs>
</ds:datastoreItem>
</file>

<file path=customXml/itemProps3.xml><?xml version="1.0" encoding="utf-8"?>
<ds:datastoreItem xmlns:ds="http://schemas.openxmlformats.org/officeDocument/2006/customXml" ds:itemID="{5FEE0A96-557F-4B7B-BE81-0C21D992DA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8cfa7c-a8e9-4331-8c94-0a5469fa60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Chaucer New Locked Powerpoint Template 2021</Template>
  <TotalTime>0</TotalTime>
  <Words>1471</Words>
  <Application>Microsoft Office PowerPoint</Application>
  <PresentationFormat>Widescreen</PresentationFormat>
  <Paragraphs>127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Noe Text</vt:lpstr>
      <vt:lpstr>Regular</vt:lpstr>
      <vt:lpstr>System Font Regular</vt:lpstr>
      <vt:lpstr>Chaucer V2 Theme</vt:lpstr>
      <vt:lpstr>PowerPoint Presentation</vt:lpstr>
      <vt:lpstr>Presentation title</vt:lpstr>
      <vt:lpstr>Divider page title</vt:lpstr>
      <vt:lpstr>Title</vt:lpstr>
      <vt:lpstr>Title</vt:lpstr>
      <vt:lpstr>Title</vt:lpstr>
      <vt:lpstr>Title</vt:lpstr>
      <vt:lpstr>Title</vt:lpstr>
      <vt:lpstr>Title</vt:lpstr>
      <vt:lpstr>PowerPoint Presentation</vt:lpstr>
    </vt:vector>
  </TitlesOfParts>
  <Company>Chaucer Underwriting Services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Puneet Kumar - Chaucer</dc:creator>
  <cp:lastModifiedBy>Puneet Kumar - Chaucer</cp:lastModifiedBy>
  <cp:revision>1</cp:revision>
  <dcterms:created xsi:type="dcterms:W3CDTF">2026-09-21T12:45:17Z</dcterms:created>
  <dcterms:modified xsi:type="dcterms:W3CDTF">2026-09-21T12:45:44Z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0x0101001F827DCD3E757B41BA7C0EC1CC8AA8C4</vt:lpwstr>
  </property>
  <property fmtid="{D5CDD505-2E9C-101B-9397-08002B2CF9AE}" pid="3" name="MSIP_Label_66034dab-5829-4c7a-a87e-18a6fc150b18_Enabled">
    <vt:lpwstr>true</vt:lpwstr>
  </property>
  <property fmtid="{D5CDD505-2E9C-101B-9397-08002B2CF9AE}" pid="4" name="MSIP_Label_66034dab-5829-4c7a-a87e-18a6fc150b18_SetDate">
    <vt:lpwstr>2026-09-21T12:45:44Z</vt:lpwstr>
  </property>
  <property fmtid="{D5CDD505-2E9C-101B-9397-08002B2CF9AE}" pid="5" name="MSIP_Label_66034dab-5829-4c7a-a87e-18a6fc150b18_Method">
    <vt:lpwstr>Standard</vt:lpwstr>
  </property>
  <property fmtid="{D5CDD505-2E9C-101B-9397-08002B2CF9AE}" pid="6" name="MSIP_Label_66034dab-5829-4c7a-a87e-18a6fc150b18_Name">
    <vt:lpwstr>Internal</vt:lpwstr>
  </property>
  <property fmtid="{D5CDD505-2E9C-101B-9397-08002B2CF9AE}" pid="7" name="MSIP_Label_66034dab-5829-4c7a-a87e-18a6fc150b18_SiteId">
    <vt:lpwstr>7c2d3141-755f-485a-aaae-ca6b3055ca0c</vt:lpwstr>
  </property>
  <property fmtid="{D5CDD505-2E9C-101B-9397-08002B2CF9AE}" pid="8" name="MSIP_Label_66034dab-5829-4c7a-a87e-18a6fc150b18_ActionId">
    <vt:lpwstr>16ca6b19-7dc8-4d65-a1ef-c43d1c6504b2</vt:lpwstr>
  </property>
  <property fmtid="{D5CDD505-2E9C-101B-9397-08002B2CF9AE}" pid="9" name="MSIP_Label_66034dab-5829-4c7a-a87e-18a6fc150b18_ContentBits">
    <vt:lpwstr>0</vt:lpwstr>
  </property>
  <property fmtid="{D5CDD505-2E9C-101B-9397-08002B2CF9AE}" pid="10" name="MSIP_Label_66034dab-5829-4c7a-a87e-18a6fc150b18_Tag">
    <vt:lpwstr>10, 3, 0, 1</vt:lpwstr>
  </property>
</Properties>
</file>
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01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10896" y="6400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378ADD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10896" y="969264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Repair &amp; Work Order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End-to-End Sequence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10896" y="243230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5D4F4"/>
                </a:solidFill>
              </a:rPr>
              <a:t>Every API call routes through the APIM gateway, inbound and outbound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301752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10896" y="301752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38912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APIM gateway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D4F4"/>
                </a:solidFill>
              </a:rPr>
              <a:t>every call passes through 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08376" y="301752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008376" y="301752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136392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Contractor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D4F4"/>
                </a:solidFill>
              </a:rPr>
              <a:t>operates via the API only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05856" y="301752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705856" y="301752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833872" y="31272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CRM / Dataverse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3383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D4F4"/>
                </a:solidFill>
              </a:rPr>
              <a:t>single source of truth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Editable — all boxes, arrows, and labels are native PowerPoint shapes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37744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Sequence — inbound &amp; outbound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5D4F4"/>
                </a:solidFill>
              </a:rPr>
              <a:t>phase 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66800" y="1078992"/>
            <a:ext cx="0" cy="3675888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468880" y="1078992"/>
            <a:ext cx="0" cy="3675888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870960" y="1078992"/>
            <a:ext cx="0" cy="3675888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273040" y="1078992"/>
            <a:ext cx="0" cy="3675888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675120" y="1078992"/>
            <a:ext cx="0" cy="3675888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8077200" y="1078992"/>
            <a:ext cx="0" cy="3675888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21843" y="603504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8419" y="621792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Customer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3923" y="603504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860499" y="621792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Customer Portal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26003" y="603504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62579" y="621792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APIM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28083" y="603504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664659" y="621792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CRM/ </a:t>
            </a:r>
            <a:r>
              <a:rPr lang="en-US" sz="750" b="1" dirty="0" err="1">
                <a:solidFill>
                  <a:srgbClr val="FFFFFF"/>
                </a:solidFill>
              </a:rPr>
              <a:t>DataVerse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030163" y="603504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066739" y="621792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WO Issuer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432243" y="603504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468819" y="621792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Contractor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21843" y="4754880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58419" y="4773168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Customer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823923" y="4754880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860499" y="4773168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Customer Portal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26003" y="4754880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262579" y="4773168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APIM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28083" y="4754880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664659" y="4773168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Repair API + CRM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030163" y="4754880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066739" y="4773168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WO Issuer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432243" y="4754880"/>
            <a:ext cx="1289914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468819" y="4773168"/>
            <a:ext cx="121676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Contractor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1298448"/>
            <a:ext cx="8595360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84048" y="12984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INBOUND — customer raises a repair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066800" y="1648734"/>
            <a:ext cx="140208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306982" y="1461282"/>
            <a:ext cx="921715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Raise a repair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468880" y="1907579"/>
            <a:ext cx="140208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2425598" y="1720127"/>
            <a:ext cx="1488643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/POST Create repair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870960" y="2166425"/>
            <a:ext cx="140208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3856025" y="1978973"/>
            <a:ext cx="143195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Repair Record Created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468880" y="2425270"/>
            <a:ext cx="280416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353410" y="2237818"/>
            <a:ext cx="103510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Repair reference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66800" y="2684116"/>
            <a:ext cx="140208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1363675" y="2496664"/>
            <a:ext cx="80833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Confirmation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74320" y="2851521"/>
            <a:ext cx="8595360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384048" y="2851521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OUTBOUND — work order issued to contractor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273040" y="3201807"/>
            <a:ext cx="140208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5201412" y="3014355"/>
            <a:ext cx="154533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Repair assigned (trigger)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870960" y="3460652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4500372" y="3273200"/>
            <a:ext cx="154533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Issue work order API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870960" y="3719498"/>
            <a:ext cx="420624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5314798" y="3532046"/>
            <a:ext cx="1318565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POST / Job Work Order Issue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870960" y="3978343"/>
            <a:ext cx="420624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5569915" y="3790891"/>
            <a:ext cx="80833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200 Ok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870960" y="4237189"/>
            <a:ext cx="280416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4907280" y="4049737"/>
            <a:ext cx="73152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200 Ok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273040" y="4496034"/>
            <a:ext cx="140208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5286451" y="4308582"/>
            <a:ext cx="137525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Mark work order issued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37744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Contractor Read Repair Details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5D4F4"/>
                </a:solidFill>
              </a:rPr>
              <a:t>phase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67840" y="1078992"/>
            <a:ext cx="0" cy="3675888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0" y="1078992"/>
            <a:ext cx="0" cy="3675888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376160" y="1078992"/>
            <a:ext cx="0" cy="3675888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77926" y="603504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14502" y="621792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Contractor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82086" y="603504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18662" y="621792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6246" y="603504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22822" y="621792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CRM / Dataverse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926" y="4754880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14502" y="4773168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Contractor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82086" y="4754880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318662" y="4773168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6246" y="4754880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122822" y="4773168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Repair API + CRM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298448"/>
            <a:ext cx="8595360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84048" y="12984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AUTHENTICATE once, then reuse the token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767840" y="1587829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538984" y="1400377"/>
            <a:ext cx="126187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Authenticate (OAuth)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767840" y="1785769"/>
            <a:ext cx="280416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595677" y="1598317"/>
            <a:ext cx="114848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Access token + key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280160" y="1892270"/>
            <a:ext cx="6583680" cy="201168"/>
          </a:xfrm>
          <a:prstGeom prst="roundRect">
            <a:avLst>
              <a:gd name="adj" fmla="val 13636"/>
            </a:avLst>
          </a:prstGeom>
          <a:solidFill>
            <a:srgbClr val="D6E6F7"/>
          </a:solidFill>
          <a:ln w="6350">
            <a:solidFill>
              <a:srgbClr val="85B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371600" y="189227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C2D52"/>
                </a:solidFill>
              </a:rPr>
              <a:t>APIM authorises and routes every call to the Repair API; responses return via APIM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2090211"/>
            <a:ext cx="8595360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84048" y="2090211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READ OPERATIONS — all via APIM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767840" y="2379592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2340559" y="2192140"/>
            <a:ext cx="165872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List repairs assigned to me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572000" y="2577532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513222" y="2390080"/>
            <a:ext cx="921715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Query assigned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767840" y="2775473"/>
            <a:ext cx="560832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206240" y="2588021"/>
            <a:ext cx="73152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200 list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767840" y="2973414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595677" y="2785962"/>
            <a:ext cx="114848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View repair detail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572000" y="3171354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608320" y="2983902"/>
            <a:ext cx="73152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Get repair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767840" y="3369295"/>
            <a:ext cx="560832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4206240" y="3181843"/>
            <a:ext cx="73152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200 detail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767840" y="3567236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2804160" y="3379784"/>
            <a:ext cx="73152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Get media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572000" y="3765176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5456530" y="3577724"/>
            <a:ext cx="103510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Fetch media refs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767840" y="3963117"/>
            <a:ext cx="560832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082796" y="3775665"/>
            <a:ext cx="97840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200 media (SAS)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767840" y="4161058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2804160" y="3973606"/>
            <a:ext cx="73152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Get notes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572000" y="4358999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5598262" y="4171547"/>
            <a:ext cx="751637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Fetch notes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767840" y="4556939"/>
            <a:ext cx="560832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4206240" y="4369487"/>
            <a:ext cx="73152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200 notes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37744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Contractor Update Work Order Status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5D4F4"/>
                </a:solidFill>
              </a:rPr>
              <a:t>phase 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767840" y="1078992"/>
            <a:ext cx="0" cy="3410712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0" y="1078992"/>
            <a:ext cx="0" cy="3410712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376160" y="1078992"/>
            <a:ext cx="0" cy="3410712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77926" y="603504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14502" y="621792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Contractor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82086" y="603504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18662" y="621792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6246" y="603504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22822" y="621792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CRM / Dataverse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926" y="4489704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14502" y="4507992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Contractor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82086" y="4489704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318662" y="4507992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6246" y="4489704"/>
            <a:ext cx="2579827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122822" y="4507992"/>
            <a:ext cx="250667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Repair API + CRM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298448"/>
            <a:ext cx="8595360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84048" y="12984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WRITE OPERATIONS — all via APIM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767840" y="1700784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595677" y="1513332"/>
            <a:ext cx="114848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Create appointment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0" y="2011680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456530" y="1824228"/>
            <a:ext cx="103510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Save appointment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767840" y="2322576"/>
            <a:ext cx="560832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082796" y="2135124"/>
            <a:ext cx="97840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201 appointment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767840" y="2633472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425598" y="2446020"/>
            <a:ext cx="1488643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Update work order status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72000" y="2944368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541569" y="2756916"/>
            <a:ext cx="86502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Update status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767840" y="3255264"/>
            <a:ext cx="560832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206240" y="3067812"/>
            <a:ext cx="731520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200 status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767840" y="3566160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2425598" y="3378708"/>
            <a:ext cx="1488643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Submit variation request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572000" y="3877056"/>
            <a:ext cx="2804160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201412" y="3689604"/>
            <a:ext cx="154533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Record (pending approval)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767840" y="4187952"/>
            <a:ext cx="5608320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912718" y="4000500"/>
            <a:ext cx="1318565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202 variation pending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37744" y="0"/>
            <a:ext cx="6949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FFFFFF"/>
                </a:solidFill>
              </a:rPr>
              <a:t>Contractor Update Work Order Status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5D4F4"/>
                </a:solidFill>
              </a:rPr>
              <a:t>phase 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07008" y="1078992"/>
            <a:ext cx="0" cy="3410712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889504" y="1078992"/>
            <a:ext cx="0" cy="3410712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0" y="1078992"/>
            <a:ext cx="0" cy="3410712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254496" y="1078992"/>
            <a:ext cx="0" cy="3410712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936992" y="1078992"/>
            <a:ext cx="0" cy="3410712"/>
          </a:xfrm>
          <a:prstGeom prst="line">
            <a:avLst/>
          </a:prstGeom>
          <a:noFill/>
          <a:ln w="9525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33060" y="6035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69636" y="6217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Contractor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15556" y="6035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152132" y="6217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98052" y="6035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34628" y="6217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CRM / Dataverse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0548" y="6035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517124" y="6217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 Portal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63044" y="6035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199620" y="6217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3060" y="44897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9636" y="45079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Contractor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15556" y="44897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152132" y="45079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98052" y="44897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834628" y="45079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Repair API + CRM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0548" y="44897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517124" y="45079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 Portal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63044" y="4489704"/>
            <a:ext cx="1547896" cy="47548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blurRad="50800" dist="12700" dir="7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199620" y="4507992"/>
            <a:ext cx="14747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1298448"/>
            <a:ext cx="8595360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84048" y="129844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WRITE OPERATIONS (continued) — all via APIM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207008" y="1700784"/>
            <a:ext cx="1682496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417320" y="1513332"/>
            <a:ext cx="126187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Request cancellation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889504" y="2011680"/>
            <a:ext cx="1682496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2958084" y="1824228"/>
            <a:ext cx="154533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Record (pending approval)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207008" y="2322576"/>
            <a:ext cx="3364992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315261" y="2135124"/>
            <a:ext cx="1148486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202 cancel pending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207008" y="2633472"/>
            <a:ext cx="1682496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445666" y="2446020"/>
            <a:ext cx="1205179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Complete work order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889504" y="2944368"/>
            <a:ext cx="1682496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3071470" y="2756916"/>
            <a:ext cx="1318565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Mark complete &amp; close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207008" y="3255264"/>
            <a:ext cx="3364992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2456993" y="3067812"/>
            <a:ext cx="865022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200 completed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74320" y="3474720"/>
            <a:ext cx="8595360" cy="2011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384048" y="34747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</a:rPr>
              <a:t>STATUS BACK TO THE CUSTOMER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572000" y="3877056"/>
            <a:ext cx="1682496" cy="0"/>
          </a:xfrm>
          <a:prstGeom prst="line">
            <a:avLst/>
          </a:prstGeom>
          <a:noFill/>
          <a:ln w="15875">
            <a:solidFill>
              <a:srgbClr val="185F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895698" y="3689604"/>
            <a:ext cx="1035101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F2540"/>
                </a:solidFill>
              </a:rPr>
              <a:t>Reflect progress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254496" y="4187952"/>
            <a:ext cx="1682496" cy="0"/>
          </a:xfrm>
          <a:prstGeom prst="line">
            <a:avLst/>
          </a:prstGeom>
          <a:noFill/>
          <a:ln w="15875">
            <a:solidFill>
              <a:srgbClr val="425A75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493154" y="4000500"/>
            <a:ext cx="1205179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25A75"/>
                </a:solidFill>
              </a:rPr>
              <a:t>Track repair status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333</Words>
  <Application>Microsoft Office PowerPoint</Application>
  <PresentationFormat>On-screen Show (16:9)</PresentationFormat>
  <Paragraphs>108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 &amp; Work Order Sequence (editable)</dc:title>
  <dc:subject>PptxGenJS Presentation</dc:subject>
  <dc:creator>PptxGenJS</dc:creator>
  <cp:lastModifiedBy>Kumar, Puneet (Cognizant)</cp:lastModifiedBy>
  <cp:revision>4</cp:revision>
  <dcterms:created xsi:type="dcterms:W3CDTF">2026-06-04T17:09:36Z</dcterms:created>
  <dcterms:modified xsi:type="dcterms:W3CDTF">2026-06-04T17:17:33Z</dcterms:modified>
</cp:coreProperties>
</file>
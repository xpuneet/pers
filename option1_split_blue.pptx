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8961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Option 1 — API-First Hub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10896" y="17556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Inbound and outbound flows through one governed API front door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API-first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one published contract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0837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Bus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durable write path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0585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per-channel delivery out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Recommended starting point — fast, low risk, scales to 50+ vendors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— layered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Inbound / outbound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85216"/>
            <a:ext cx="8595360" cy="530352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85216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85216"/>
            <a:ext cx="83759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Consumer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777240"/>
            <a:ext cx="8339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Vendors and contractors — HTTP, file, email, Service Bus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115568"/>
            <a:ext cx="0" cy="128016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" y="1243584"/>
            <a:ext cx="8595360" cy="530352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243584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243584"/>
            <a:ext cx="83759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APIM layer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435608"/>
            <a:ext cx="8339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API experience — Repair API and Work Order API (auth, schema, keys)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31720" y="1792224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1792224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17136" y="1975104"/>
            <a:ext cx="109728" cy="2560320"/>
          </a:xfrm>
          <a:prstGeom prst="roundRect">
            <a:avLst>
              <a:gd name="adj" fmla="val 50000"/>
            </a:avLst>
          </a:prstGeom>
          <a:solidFill>
            <a:srgbClr val="D6E6F7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066544"/>
            <a:ext cx="0" cy="2377440"/>
          </a:xfrm>
          <a:prstGeom prst="line">
            <a:avLst/>
          </a:prstGeom>
          <a:noFill/>
          <a:ln w="9525">
            <a:solidFill>
              <a:srgbClr val="85B7E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453128" y="3090672"/>
            <a:ext cx="237744" cy="329184"/>
          </a:xfrm>
          <a:prstGeom prst="roundRect">
            <a:avLst>
              <a:gd name="adj" fmla="val 1923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975104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1975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Inbound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9424" y="19751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vendor → platform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2286000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23225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Receiver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" y="2496312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validate, enqueue, return 202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31720" y="2724912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4360" y="2889504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2926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Service Bus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3099816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durable command queue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31720" y="3328416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" y="3493008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352958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Shared handler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3703320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write to Dataverse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31720" y="3931920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4360" y="4096512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" y="41330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Dataverse + Cloud Flow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" y="4306824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record written, CRM reacts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1975104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1975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Outbound flow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9984" y="19751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platform → vendor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74920" y="2286000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66360" y="23225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Dataverse change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66360" y="2496312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entity updated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12280" y="2724912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074920" y="2889504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66360" y="2926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WO Issuer FA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66360" y="3099816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build work order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12280" y="3328416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074920" y="3493008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66360" y="352958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Vendor resolver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66360" y="3703320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channel and format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12280" y="3931920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074920" y="4096512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166360" y="41330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Adapter → vendor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66360" y="4306824"/>
            <a:ext cx="32918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deliver (HTTP / file / email)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Option 1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One API front door for every vendor. Writes are buffered and durable; reads bypass the queue.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Inbound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206240" cy="1810512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Vendor calls the Repair or Work Order API through APIM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Receiver enqueues the command and returns 202 at once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Shared handler consumes the queue and writes Dataverse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Reads (Get, List) skip the queue and return 200 directly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29184"/>
          </a:xfrm>
          <a:prstGeom prst="rect">
            <a:avLst/>
          </a:prstGeom>
          <a:solidFill>
            <a:srgbClr val="425A75"/>
          </a:solidFill>
          <a:ln w="12700">
            <a:solidFill>
              <a:srgbClr val="425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Outbound 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43584"/>
            <a:ext cx="4206240" cy="1810512"/>
          </a:xfrm>
          <a:prstGeom prst="rect">
            <a:avLst/>
          </a:prstGeom>
          <a:solidFill>
            <a:srgbClr val="F2F6FB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Dataverse change triggers the work order issuer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Resolver looks up the vendor's channel and format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thin adapter delivers over that vendor's channel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Status returns via the same Work Order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146304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18688"/>
            <a:ext cx="73152" cy="1463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this scales to 50+ vendors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Every vendor integrates against one published API contract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Bespoke per-vendor Logic Apps collapse to shared handlers plus a resolver row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Onboarding a vendor is a config entry and credentials, not a new pipeline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3799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Fastest path to value, lowest migration risk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1 — API-First Hub</dc:title>
  <dc:subject>PptxGenJS Presentation</dc:subject>
  <dc:creator>PptxGenJS</dc:creator>
  <cp:lastModifiedBy>PptxGenJS</cp:lastModifiedBy>
  <cp:revision>1</cp:revision>
  <dcterms:created xsi:type="dcterms:W3CDTF">2026-06-03T21:54:20Z</dcterms:created>
  <dcterms:modified xsi:type="dcterms:W3CDTF">2026-06-03T21:54:20Z</dcterms:modified>
</cp:coreProperties>
</file>
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732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5" r:id="rId9"/>
    <p:sldId id="263" r:id="rId10"/>
    <p:sldId id="264" r:id="rId11"/>
    <p:sldId id="262" r:id="rId1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564A72-6055-41CE-A404-23964EFAFFF2}" v="2139" dt="2026-09-24T09:20:50.815"/>
    <p1510:client id="{BBC2368C-76DC-4A2E-B659-1D1C72B721A9}" v="51" dt="2026-09-23T08:45:31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Rokade - Chaucer" userId="25fe8af0-bad5-4ed7-9395-1cf3269e2cf8" providerId="ADAL" clId="{2018398A-FD1D-4015-8C2C-832A22CC8DF5}"/>
    <pc:docChg chg="undo custSel modSld">
      <pc:chgData name="Nikhil Rokade - Chaucer" userId="25fe8af0-bad5-4ed7-9395-1cf3269e2cf8" providerId="ADAL" clId="{2018398A-FD1D-4015-8C2C-832A22CC8DF5}" dt="2026-09-23T08:45:31.322" v="50" actId="22"/>
      <pc:docMkLst>
        <pc:docMk/>
      </pc:docMkLst>
      <pc:sldChg chg="modSp mod">
        <pc:chgData name="Nikhil Rokade - Chaucer" userId="25fe8af0-bad5-4ed7-9395-1cf3269e2cf8" providerId="ADAL" clId="{2018398A-FD1D-4015-8C2C-832A22CC8DF5}" dt="2026-09-23T08:42:09.026" v="48" actId="20577"/>
        <pc:sldMkLst>
          <pc:docMk/>
          <pc:sldMk cId="0" sldId="261"/>
        </pc:sldMkLst>
        <pc:spChg chg="mod">
          <ac:chgData name="Nikhil Rokade - Chaucer" userId="25fe8af0-bad5-4ed7-9395-1cf3269e2cf8" providerId="ADAL" clId="{2018398A-FD1D-4015-8C2C-832A22CC8DF5}" dt="2026-09-23T08:41:06.008" v="20" actId="2057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Nikhil Rokade - Chaucer" userId="25fe8af0-bad5-4ed7-9395-1cf3269e2cf8" providerId="ADAL" clId="{2018398A-FD1D-4015-8C2C-832A22CC8DF5}" dt="2026-09-23T08:42:09.026" v="48" actId="20577"/>
          <ac:spMkLst>
            <pc:docMk/>
            <pc:sldMk cId="0" sldId="261"/>
            <ac:spMk id="60" creationId="{06393D4B-63A7-D7DD-6C0D-7F762FA1375B}"/>
          </ac:spMkLst>
        </pc:spChg>
      </pc:sldChg>
      <pc:sldChg chg="addSp delSp mod">
        <pc:chgData name="Nikhil Rokade - Chaucer" userId="25fe8af0-bad5-4ed7-9395-1cf3269e2cf8" providerId="ADAL" clId="{2018398A-FD1D-4015-8C2C-832A22CC8DF5}" dt="2026-09-23T08:45:31.322" v="50" actId="22"/>
        <pc:sldMkLst>
          <pc:docMk/>
          <pc:sldMk cId="0" sldId="262"/>
        </pc:sldMkLst>
        <pc:spChg chg="add del">
          <ac:chgData name="Nikhil Rokade - Chaucer" userId="25fe8af0-bad5-4ed7-9395-1cf3269e2cf8" providerId="ADAL" clId="{2018398A-FD1D-4015-8C2C-832A22CC8DF5}" dt="2026-09-23T08:45:31.322" v="50" actId="22"/>
          <ac:spMkLst>
            <pc:docMk/>
            <pc:sldMk cId="0" sldId="262"/>
            <ac:spMk id="28" creationId="{EE395846-0D8E-A286-7157-9CB54FEAA243}"/>
          </ac:spMkLst>
        </pc:spChg>
      </pc:sldChg>
    </pc:docChg>
  </pc:docChgLst>
  <pc:docChgLst>
    <pc:chgData name="Puneet Kumar - Chaucer" userId="090bd223-6cda-4aec-ba5f-32ca554a1dde" providerId="ADAL" clId="{ABBA0AF5-969F-4EB8-A190-2918F757DA66}"/>
    <pc:docChg chg="undo custSel addSld delSld modSld sldOrd">
      <pc:chgData name="Puneet Kumar - Chaucer" userId="090bd223-6cda-4aec-ba5f-32ca554a1dde" providerId="ADAL" clId="{ABBA0AF5-969F-4EB8-A190-2918F757DA66}" dt="2026-09-24T09:20:50.815" v="2204" actId="20577"/>
      <pc:docMkLst>
        <pc:docMk/>
      </pc:docMkLst>
      <pc:sldChg chg="modSp mod">
        <pc:chgData name="Puneet Kumar - Chaucer" userId="090bd223-6cda-4aec-ba5f-32ca554a1dde" providerId="ADAL" clId="{ABBA0AF5-969F-4EB8-A190-2918F757DA66}" dt="2026-09-24T09:20:50.815" v="2204" actId="20577"/>
        <pc:sldMkLst>
          <pc:docMk/>
          <pc:sldMk cId="0" sldId="256"/>
        </pc:sldMkLst>
        <pc:spChg chg="mod">
          <ac:chgData name="Puneet Kumar - Chaucer" userId="090bd223-6cda-4aec-ba5f-32ca554a1dde" providerId="ADAL" clId="{ABBA0AF5-969F-4EB8-A190-2918F757DA66}" dt="2026-09-24T09:19:15.450" v="2185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4T09:20:50.815" v="2204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Puneet Kumar - Chaucer" userId="090bd223-6cda-4aec-ba5f-32ca554a1dde" providerId="ADAL" clId="{ABBA0AF5-969F-4EB8-A190-2918F757DA66}" dt="2026-09-23T06:20:57.926" v="2100" actId="20577"/>
        <pc:sldMkLst>
          <pc:docMk/>
          <pc:sldMk cId="0" sldId="258"/>
        </pc:sldMkLst>
        <pc:spChg chg="mod">
          <ac:chgData name="Puneet Kumar - Chaucer" userId="090bd223-6cda-4aec-ba5f-32ca554a1dde" providerId="ADAL" clId="{ABBA0AF5-969F-4EB8-A190-2918F757DA66}" dt="2026-09-23T06:20:57.926" v="2100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3T06:20:33.535" v="2099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13:53.972" v="2025" actId="25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17:20.178" v="2042" actId="1410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17:15.712" v="2041" actId="14100"/>
          <ac:spMkLst>
            <pc:docMk/>
            <pc:sldMk cId="0" sldId="258"/>
            <ac:spMk id="16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16:49.620" v="2034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16:54.042" v="2035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16:34.988" v="2031" actId="1410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16:43.308" v="2033" actId="14100"/>
          <ac:spMkLst>
            <pc:docMk/>
            <pc:sldMk cId="0" sldId="258"/>
            <ac:spMk id="25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16:37.917" v="2032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11:19.096" v="2014" actId="20577"/>
          <ac:spMkLst>
            <pc:docMk/>
            <pc:sldMk cId="0" sldId="258"/>
            <ac:spMk id="34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12:11.846" v="2023" actId="6549"/>
          <ac:spMkLst>
            <pc:docMk/>
            <pc:sldMk cId="0" sldId="258"/>
            <ac:spMk id="36" creationId="{00000000-0000-0000-0000-000000000000}"/>
          </ac:spMkLst>
        </pc:spChg>
      </pc:sldChg>
      <pc:sldChg chg="modSp mod">
        <pc:chgData name="Puneet Kumar - Chaucer" userId="090bd223-6cda-4aec-ba5f-32ca554a1dde" providerId="ADAL" clId="{ABBA0AF5-969F-4EB8-A190-2918F757DA66}" dt="2026-09-22T16:09:02.158" v="2000" actId="14100"/>
        <pc:sldMkLst>
          <pc:docMk/>
          <pc:sldMk cId="0" sldId="259"/>
        </pc:sldMkLst>
        <pc:spChg chg="mod">
          <ac:chgData name="Puneet Kumar - Chaucer" userId="090bd223-6cda-4aec-ba5f-32ca554a1dde" providerId="ADAL" clId="{ABBA0AF5-969F-4EB8-A190-2918F757DA66}" dt="2026-09-22T16:03:48.192" v="1851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3:28.091" v="1848" actId="1037"/>
          <ac:spMkLst>
            <pc:docMk/>
            <pc:sldMk cId="0" sldId="259"/>
            <ac:spMk id="9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3:28.091" v="1848" actId="103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3:28.091" v="1848" actId="103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3:14.665" v="1784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3:07.138" v="1782" actId="1038"/>
          <ac:spMkLst>
            <pc:docMk/>
            <pc:sldMk cId="0" sldId="259"/>
            <ac:spMk id="13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3:07.138" v="1782" actId="103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3:07.138" v="1782" actId="1038"/>
          <ac:spMkLst>
            <pc:docMk/>
            <pc:sldMk cId="0" sldId="259"/>
            <ac:spMk id="15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2:57.441" v="1731" actId="1410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2:42.289" v="1728" actId="1038"/>
          <ac:spMkLst>
            <pc:docMk/>
            <pc:sldMk cId="0" sldId="259"/>
            <ac:spMk id="17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2:42.289" v="1728" actId="1038"/>
          <ac:spMkLst>
            <pc:docMk/>
            <pc:sldMk cId="0" sldId="259"/>
            <ac:spMk id="18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2:42.289" v="1728" actId="1038"/>
          <ac:spMkLst>
            <pc:docMk/>
            <pc:sldMk cId="0" sldId="259"/>
            <ac:spMk id="19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2:32.100" v="1657" actId="14100"/>
          <ac:spMkLst>
            <pc:docMk/>
            <pc:sldMk cId="0" sldId="259"/>
            <ac:spMk id="20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2:22.553" v="1655" actId="1038"/>
          <ac:spMkLst>
            <pc:docMk/>
            <pc:sldMk cId="0" sldId="259"/>
            <ac:spMk id="21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2:22.553" v="1655" actId="1038"/>
          <ac:spMkLst>
            <pc:docMk/>
            <pc:sldMk cId="0" sldId="259"/>
            <ac:spMk id="22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2:22.553" v="1655" actId="1038"/>
          <ac:spMkLst>
            <pc:docMk/>
            <pc:sldMk cId="0" sldId="259"/>
            <ac:spMk id="23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2:07.579" v="1594" actId="14100"/>
          <ac:spMkLst>
            <pc:docMk/>
            <pc:sldMk cId="0" sldId="259"/>
            <ac:spMk id="24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1:54.190" v="1591" actId="1037"/>
          <ac:spMkLst>
            <pc:docMk/>
            <pc:sldMk cId="0" sldId="259"/>
            <ac:spMk id="29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1:54.190" v="1591" actId="1037"/>
          <ac:spMkLst>
            <pc:docMk/>
            <pc:sldMk cId="0" sldId="259"/>
            <ac:spMk id="30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1:54.190" v="1591" actId="103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1:58.697" v="1592" actId="14100"/>
          <ac:spMkLst>
            <pc:docMk/>
            <pc:sldMk cId="0" sldId="259"/>
            <ac:spMk id="32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7:23.716" v="1953" actId="14100"/>
          <ac:spMkLst>
            <pc:docMk/>
            <pc:sldMk cId="0" sldId="259"/>
            <ac:spMk id="36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4:03.332" v="1892" actId="1037"/>
          <ac:spMkLst>
            <pc:docMk/>
            <pc:sldMk cId="0" sldId="259"/>
            <ac:spMk id="37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6:02.158" v="1949" actId="1037"/>
          <ac:spMkLst>
            <pc:docMk/>
            <pc:sldMk cId="0" sldId="259"/>
            <ac:spMk id="38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6:02.158" v="1949" actId="1037"/>
          <ac:spMkLst>
            <pc:docMk/>
            <pc:sldMk cId="0" sldId="259"/>
            <ac:spMk id="39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7:34.952" v="1956" actId="1076"/>
          <ac:spMkLst>
            <pc:docMk/>
            <pc:sldMk cId="0" sldId="259"/>
            <ac:spMk id="40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8:47.002" v="1998" actId="1037"/>
          <ac:spMkLst>
            <pc:docMk/>
            <pc:sldMk cId="0" sldId="259"/>
            <ac:spMk id="46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8:47.002" v="1998" actId="1037"/>
          <ac:spMkLst>
            <pc:docMk/>
            <pc:sldMk cId="0" sldId="259"/>
            <ac:spMk id="47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8:47.002" v="1998" actId="1037"/>
          <ac:spMkLst>
            <pc:docMk/>
            <pc:sldMk cId="0" sldId="259"/>
            <ac:spMk id="48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8:47.002" v="1998" actId="1037"/>
          <ac:spMkLst>
            <pc:docMk/>
            <pc:sldMk cId="0" sldId="259"/>
            <ac:spMk id="49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8:47.002" v="1998" actId="1037"/>
          <ac:spMkLst>
            <pc:docMk/>
            <pc:sldMk cId="0" sldId="259"/>
            <ac:spMk id="50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8:58.711" v="1999" actId="14100"/>
          <ac:spMkLst>
            <pc:docMk/>
            <pc:sldMk cId="0" sldId="259"/>
            <ac:spMk id="54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5:35.064" v="1917" actId="1038"/>
          <ac:spMkLst>
            <pc:docMk/>
            <pc:sldMk cId="0" sldId="259"/>
            <ac:spMk id="55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5:35.064" v="1917" actId="1038"/>
          <ac:spMkLst>
            <pc:docMk/>
            <pc:sldMk cId="0" sldId="259"/>
            <ac:spMk id="56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9:02.158" v="2000" actId="14100"/>
          <ac:spMkLst>
            <pc:docMk/>
            <pc:sldMk cId="0" sldId="259"/>
            <ac:spMk id="57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5:42.568" v="1919" actId="1076"/>
          <ac:spMkLst>
            <pc:docMk/>
            <pc:sldMk cId="0" sldId="259"/>
            <ac:spMk id="58" creationId="{00000000-0000-0000-0000-000000000000}"/>
          </ac:spMkLst>
        </pc:spChg>
      </pc:sldChg>
      <pc:sldChg chg="addSp delSp modSp mod">
        <pc:chgData name="Puneet Kumar - Chaucer" userId="090bd223-6cda-4aec-ba5f-32ca554a1dde" providerId="ADAL" clId="{ABBA0AF5-969F-4EB8-A190-2918F757DA66}" dt="2026-09-22T16:01:36.920" v="1572" actId="20577"/>
        <pc:sldMkLst>
          <pc:docMk/>
          <pc:sldMk cId="0" sldId="260"/>
        </pc:sldMkLst>
        <pc:spChg chg="mod">
          <ac:chgData name="Puneet Kumar - Chaucer" userId="090bd223-6cda-4aec-ba5f-32ca554a1dde" providerId="ADAL" clId="{ABBA0AF5-969F-4EB8-A190-2918F757DA66}" dt="2026-09-22T15:57:29.373" v="1378" actId="1037"/>
          <ac:spMkLst>
            <pc:docMk/>
            <pc:sldMk cId="0" sldId="260"/>
            <ac:spMk id="7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8:43.689" v="1430" actId="1410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8:52.748" v="1458" actId="103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8:52.748" v="1458" actId="103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8:52.748" v="1458" actId="103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9:07.258" v="1509" actId="103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9:07.258" v="1509" actId="103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9:07.258" v="1509" actId="103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9:15.567" v="1511" actId="14100"/>
          <ac:spMkLst>
            <pc:docMk/>
            <pc:sldMk cId="0" sldId="260"/>
            <ac:spMk id="24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9:27.660" v="1559" actId="103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9:27.660" v="1559" actId="103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9:27.660" v="1559" actId="1037"/>
          <ac:spMkLst>
            <pc:docMk/>
            <pc:sldMk cId="0" sldId="260"/>
            <ac:spMk id="27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9:33.199" v="1560" actId="14100"/>
          <ac:spMkLst>
            <pc:docMk/>
            <pc:sldMk cId="0" sldId="260"/>
            <ac:spMk id="28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9:50.686" v="1562" actId="6549"/>
          <ac:spMkLst>
            <pc:docMk/>
            <pc:sldMk cId="0" sldId="260"/>
            <ac:spMk id="35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1:13.246" v="1566"/>
          <ac:spMkLst>
            <pc:docMk/>
            <pc:sldMk cId="0" sldId="260"/>
            <ac:spMk id="46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0:38.539" v="1565" actId="1076"/>
          <ac:spMkLst>
            <pc:docMk/>
            <pc:sldMk cId="0" sldId="260"/>
            <ac:spMk id="47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0:37.507" v="1564" actId="255"/>
          <ac:spMkLst>
            <pc:docMk/>
            <pc:sldMk cId="0" sldId="260"/>
            <ac:spMk id="49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6:01:36.920" v="1572" actId="20577"/>
          <ac:spMkLst>
            <pc:docMk/>
            <pc:sldMk cId="0" sldId="260"/>
            <ac:spMk id="51" creationId="{00000000-0000-0000-0000-000000000000}"/>
          </ac:spMkLst>
        </pc:spChg>
        <pc:spChg chg="add mod">
          <ac:chgData name="Puneet Kumar - Chaucer" userId="090bd223-6cda-4aec-ba5f-32ca554a1dde" providerId="ADAL" clId="{ABBA0AF5-969F-4EB8-A190-2918F757DA66}" dt="2026-09-22T15:58:59.331" v="1460" actId="14100"/>
          <ac:spMkLst>
            <pc:docMk/>
            <pc:sldMk cId="0" sldId="260"/>
            <ac:spMk id="53" creationId="{B28A5521-101C-62F0-DB64-5D46229AE4AA}"/>
          </ac:spMkLst>
        </pc:spChg>
      </pc:sldChg>
      <pc:sldChg chg="addSp delSp modSp add del mod ord">
        <pc:chgData name="Puneet Kumar - Chaucer" userId="090bd223-6cda-4aec-ba5f-32ca554a1dde" providerId="ADAL" clId="{ABBA0AF5-969F-4EB8-A190-2918F757DA66}" dt="2026-09-23T06:20:06.351" v="2098"/>
        <pc:sldMkLst>
          <pc:docMk/>
          <pc:sldMk cId="0" sldId="261"/>
        </pc:sldMkLst>
        <pc:spChg chg="mod">
          <ac:chgData name="Puneet Kumar - Chaucer" userId="090bd223-6cda-4aec-ba5f-32ca554a1dde" providerId="ADAL" clId="{ABBA0AF5-969F-4EB8-A190-2918F757DA66}" dt="2026-09-22T15:34:54.928" v="49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2:37.138" v="1017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48:53.303" v="759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49:02.078" v="762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49:08.125" v="763" actId="1076"/>
          <ac:spMkLst>
            <pc:docMk/>
            <pc:sldMk cId="0" sldId="261"/>
            <ac:spMk id="10" creationId="{00000000-0000-0000-0000-000000000000}"/>
          </ac:spMkLst>
        </pc:spChg>
        <pc:spChg chg="add del mod ord">
          <ac:chgData name="Puneet Kumar - Chaucer" userId="090bd223-6cda-4aec-ba5f-32ca554a1dde" providerId="ADAL" clId="{ABBA0AF5-969F-4EB8-A190-2918F757DA66}" dt="2026-09-22T15:52:07.823" v="1000" actId="1038"/>
          <ac:spMkLst>
            <pc:docMk/>
            <pc:sldMk cId="0" sldId="261"/>
            <ac:spMk id="12" creationId="{00000000-0000-0000-0000-000000000000}"/>
          </ac:spMkLst>
        </pc:spChg>
        <pc:spChg chg="add del mod ord">
          <ac:chgData name="Puneet Kumar - Chaucer" userId="090bd223-6cda-4aec-ba5f-32ca554a1dde" providerId="ADAL" clId="{ABBA0AF5-969F-4EB8-A190-2918F757DA66}" dt="2026-09-22T15:52:07.823" v="1000" actId="1038"/>
          <ac:spMkLst>
            <pc:docMk/>
            <pc:sldMk cId="0" sldId="261"/>
            <ac:spMk id="13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5:39.186" v="1192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39:44.203" v="83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39:18.958" v="76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2T15:56:16.120" v="1198" actId="14100"/>
          <ac:spMkLst>
            <pc:docMk/>
            <pc:sldMk cId="0" sldId="261"/>
            <ac:spMk id="20" creationId="{00000000-0000-0000-0000-000000000000}"/>
          </ac:spMkLst>
        </pc:spChg>
        <pc:spChg chg="add mod ord">
          <ac:chgData name="Puneet Kumar - Chaucer" userId="090bd223-6cda-4aec-ba5f-32ca554a1dde" providerId="ADAL" clId="{ABBA0AF5-969F-4EB8-A190-2918F757DA66}" dt="2026-09-22T16:20:33.462" v="2080" actId="207"/>
          <ac:spMkLst>
            <pc:docMk/>
            <pc:sldMk cId="0" sldId="261"/>
            <ac:spMk id="28" creationId="{32EEDF85-88ED-3CF0-9738-E72455560E8F}"/>
          </ac:spMkLst>
        </pc:spChg>
        <pc:spChg chg="add mod">
          <ac:chgData name="Puneet Kumar - Chaucer" userId="090bd223-6cda-4aec-ba5f-32ca554a1dde" providerId="ADAL" clId="{ABBA0AF5-969F-4EB8-A190-2918F757DA66}" dt="2026-09-22T16:20:38.814" v="2081" actId="207"/>
          <ac:spMkLst>
            <pc:docMk/>
            <pc:sldMk cId="0" sldId="261"/>
            <ac:spMk id="30" creationId="{B4A25D50-9BB3-8986-F384-F08A4C5532D0}"/>
          </ac:spMkLst>
        </pc:spChg>
        <pc:spChg chg="add mod">
          <ac:chgData name="Puneet Kumar - Chaucer" userId="090bd223-6cda-4aec-ba5f-32ca554a1dde" providerId="ADAL" clId="{ABBA0AF5-969F-4EB8-A190-2918F757DA66}" dt="2026-09-22T15:51:49.083" v="990" actId="1038"/>
          <ac:spMkLst>
            <pc:docMk/>
            <pc:sldMk cId="0" sldId="261"/>
            <ac:spMk id="32" creationId="{FA3E06F5-1943-D903-4CA2-DE8B6DA7D20B}"/>
          </ac:spMkLst>
        </pc:spChg>
        <pc:spChg chg="add mod">
          <ac:chgData name="Puneet Kumar - Chaucer" userId="090bd223-6cda-4aec-ba5f-32ca554a1dde" providerId="ADAL" clId="{ABBA0AF5-969F-4EB8-A190-2918F757DA66}" dt="2026-09-22T15:51:49.083" v="990" actId="1038"/>
          <ac:spMkLst>
            <pc:docMk/>
            <pc:sldMk cId="0" sldId="261"/>
            <ac:spMk id="34" creationId="{8D9F436F-13B7-3D18-0C21-C329B2C9D6B8}"/>
          </ac:spMkLst>
        </pc:spChg>
        <pc:spChg chg="add mod">
          <ac:chgData name="Puneet Kumar - Chaucer" userId="090bd223-6cda-4aec-ba5f-32ca554a1dde" providerId="ADAL" clId="{ABBA0AF5-969F-4EB8-A190-2918F757DA66}" dt="2026-09-22T15:54:56.633" v="1157" actId="1038"/>
          <ac:spMkLst>
            <pc:docMk/>
            <pc:sldMk cId="0" sldId="261"/>
            <ac:spMk id="36" creationId="{2A1312AE-3846-BEBF-FA82-05AD6E3CFF90}"/>
          </ac:spMkLst>
        </pc:spChg>
        <pc:spChg chg="add mod">
          <ac:chgData name="Puneet Kumar - Chaucer" userId="090bd223-6cda-4aec-ba5f-32ca554a1dde" providerId="ADAL" clId="{ABBA0AF5-969F-4EB8-A190-2918F757DA66}" dt="2026-09-22T15:54:56.633" v="1157" actId="1038"/>
          <ac:spMkLst>
            <pc:docMk/>
            <pc:sldMk cId="0" sldId="261"/>
            <ac:spMk id="38" creationId="{DB796042-A80D-F962-E435-526766287840}"/>
          </ac:spMkLst>
        </pc:spChg>
        <pc:spChg chg="mod">
          <ac:chgData name="Puneet Kumar - Chaucer" userId="090bd223-6cda-4aec-ba5f-32ca554a1dde" providerId="ADAL" clId="{ABBA0AF5-969F-4EB8-A190-2918F757DA66}" dt="2026-09-22T15:34:16.550" v="7" actId="692"/>
          <ac:spMkLst>
            <pc:docMk/>
            <pc:sldMk cId="0" sldId="261"/>
            <ac:spMk id="41" creationId="{C20E27B3-5993-1796-539E-46075210D5EA}"/>
          </ac:spMkLst>
        </pc:spChg>
        <pc:spChg chg="mod">
          <ac:chgData name="Puneet Kumar - Chaucer" userId="090bd223-6cda-4aec-ba5f-32ca554a1dde" providerId="ADAL" clId="{ABBA0AF5-969F-4EB8-A190-2918F757DA66}" dt="2026-09-22T15:39:41.790" v="82" actId="1076"/>
          <ac:spMkLst>
            <pc:docMk/>
            <pc:sldMk cId="0" sldId="261"/>
            <ac:spMk id="42" creationId="{A80B9F96-3B99-B108-32C2-4F15916783AE}"/>
          </ac:spMkLst>
        </pc:spChg>
        <pc:spChg chg="mod">
          <ac:chgData name="Puneet Kumar - Chaucer" userId="090bd223-6cda-4aec-ba5f-32ca554a1dde" providerId="ADAL" clId="{ABBA0AF5-969F-4EB8-A190-2918F757DA66}" dt="2026-09-22T15:41:40.155" v="219" actId="1035"/>
          <ac:spMkLst>
            <pc:docMk/>
            <pc:sldMk cId="0" sldId="261"/>
            <ac:spMk id="44" creationId="{838CD20B-3C07-EDCE-7826-67307D9F2B2F}"/>
          </ac:spMkLst>
        </pc:spChg>
        <pc:spChg chg="add mod ord">
          <ac:chgData name="Puneet Kumar - Chaucer" userId="090bd223-6cda-4aec-ba5f-32ca554a1dde" providerId="ADAL" clId="{ABBA0AF5-969F-4EB8-A190-2918F757DA66}" dt="2026-09-22T15:55:44.099" v="1195" actId="1036"/>
          <ac:spMkLst>
            <pc:docMk/>
            <pc:sldMk cId="0" sldId="261"/>
            <ac:spMk id="45" creationId="{39308141-443D-1D0C-6849-77C8A15D1135}"/>
          </ac:spMkLst>
        </pc:spChg>
        <pc:spChg chg="add mod">
          <ac:chgData name="Puneet Kumar - Chaucer" userId="090bd223-6cda-4aec-ba5f-32ca554a1dde" providerId="ADAL" clId="{ABBA0AF5-969F-4EB8-A190-2918F757DA66}" dt="2026-09-22T15:53:23.848" v="1050" actId="1036"/>
          <ac:spMkLst>
            <pc:docMk/>
            <pc:sldMk cId="0" sldId="261"/>
            <ac:spMk id="50" creationId="{AF47FA95-62CE-5036-80BD-E728AA5BA066}"/>
          </ac:spMkLst>
        </pc:spChg>
        <pc:spChg chg="add del mod ord">
          <ac:chgData name="Puneet Kumar - Chaucer" userId="090bd223-6cda-4aec-ba5f-32ca554a1dde" providerId="ADAL" clId="{ABBA0AF5-969F-4EB8-A190-2918F757DA66}" dt="2026-09-22T15:55:30.426" v="1191" actId="1037"/>
          <ac:spMkLst>
            <pc:docMk/>
            <pc:sldMk cId="0" sldId="261"/>
            <ac:spMk id="53" creationId="{E90FF846-B4AD-2720-B3D6-3E09069E5B71}"/>
          </ac:spMkLst>
        </pc:spChg>
        <pc:spChg chg="add mod ord">
          <ac:chgData name="Puneet Kumar - Chaucer" userId="090bd223-6cda-4aec-ba5f-32ca554a1dde" providerId="ADAL" clId="{ABBA0AF5-969F-4EB8-A190-2918F757DA66}" dt="2026-09-22T15:55:30.426" v="1191" actId="1037"/>
          <ac:spMkLst>
            <pc:docMk/>
            <pc:sldMk cId="0" sldId="261"/>
            <ac:spMk id="57" creationId="{1A293620-D5C5-D266-4ABC-D57A478BB5BB}"/>
          </ac:spMkLst>
        </pc:spChg>
        <pc:spChg chg="mod">
          <ac:chgData name="Puneet Kumar - Chaucer" userId="090bd223-6cda-4aec-ba5f-32ca554a1dde" providerId="ADAL" clId="{ABBA0AF5-969F-4EB8-A190-2918F757DA66}" dt="2026-09-22T15:56:12.358" v="1197" actId="14100"/>
          <ac:spMkLst>
            <pc:docMk/>
            <pc:sldMk cId="0" sldId="261"/>
            <ac:spMk id="60" creationId="{06393D4B-63A7-D7DD-6C0D-7F762FA1375B}"/>
          </ac:spMkLst>
        </pc:spChg>
        <pc:spChg chg="add mod">
          <ac:chgData name="Puneet Kumar - Chaucer" userId="090bd223-6cda-4aec-ba5f-32ca554a1dde" providerId="ADAL" clId="{ABBA0AF5-969F-4EB8-A190-2918F757DA66}" dt="2026-09-22T15:55:12.022" v="1161" actId="207"/>
          <ac:spMkLst>
            <pc:docMk/>
            <pc:sldMk cId="0" sldId="261"/>
            <ac:spMk id="61" creationId="{AA89BE25-0107-B66B-BE59-90117CE6A42E}"/>
          </ac:spMkLst>
        </pc:spChg>
      </pc:sldChg>
      <pc:sldChg chg="add ord">
        <pc:chgData name="Puneet Kumar - Chaucer" userId="090bd223-6cda-4aec-ba5f-32ca554a1dde" providerId="ADAL" clId="{ABBA0AF5-969F-4EB8-A190-2918F757DA66}" dt="2026-09-23T06:18:40.621" v="2094"/>
        <pc:sldMkLst>
          <pc:docMk/>
          <pc:sldMk cId="0" sldId="262"/>
        </pc:sldMkLst>
      </pc:sldChg>
      <pc:sldChg chg="modSp add mod ord">
        <pc:chgData name="Puneet Kumar - Chaucer" userId="090bd223-6cda-4aec-ba5f-32ca554a1dde" providerId="ADAL" clId="{ABBA0AF5-969F-4EB8-A190-2918F757DA66}" dt="2026-09-23T08:47:50.049" v="2108" actId="207"/>
        <pc:sldMkLst>
          <pc:docMk/>
          <pc:sldMk cId="0" sldId="263"/>
        </pc:sldMkLst>
        <pc:spChg chg="mod">
          <ac:chgData name="Puneet Kumar - Chaucer" userId="090bd223-6cda-4aec-ba5f-32ca554a1dde" providerId="ADAL" clId="{ABBA0AF5-969F-4EB8-A190-2918F757DA66}" dt="2026-09-23T08:47:50.049" v="2108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Puneet Kumar - Chaucer" userId="090bd223-6cda-4aec-ba5f-32ca554a1dde" providerId="ADAL" clId="{ABBA0AF5-969F-4EB8-A190-2918F757DA66}" dt="2026-09-23T08:47:41.437" v="2107" actId="207"/>
          <ac:spMkLst>
            <pc:docMk/>
            <pc:sldMk cId="0" sldId="263"/>
            <ac:spMk id="20" creationId="{00000000-0000-0000-0000-000000000000}"/>
          </ac:spMkLst>
        </pc:spChg>
      </pc:sldChg>
      <pc:sldChg chg="add ord">
        <pc:chgData name="Puneet Kumar - Chaucer" userId="090bd223-6cda-4aec-ba5f-32ca554a1dde" providerId="ADAL" clId="{ABBA0AF5-969F-4EB8-A190-2918F757DA66}" dt="2026-09-23T06:18:40.621" v="2094"/>
        <pc:sldMkLst>
          <pc:docMk/>
          <pc:sldMk cId="0" sldId="264"/>
        </pc:sldMkLst>
      </pc:sldChg>
      <pc:sldChg chg="add ord">
        <pc:chgData name="Puneet Kumar - Chaucer" userId="090bd223-6cda-4aec-ba5f-32ca554a1dde" providerId="ADAL" clId="{ABBA0AF5-969F-4EB8-A190-2918F757DA66}" dt="2026-09-23T06:18:22.697" v="2092"/>
        <pc:sldMkLst>
          <pc:docMk/>
          <pc:sldMk cId="0" sldId="265"/>
        </pc:sldMkLst>
      </pc:sldChg>
    </pc:docChg>
  </pc:docChgLst>
  <pc:docChgLst>
    <pc:chgData name="Joycell Sundararaj - Chaucer" userId="45538bea-d8f3-45d1-86e6-6d63bacbf9c7" providerId="ADAL" clId="{9BC4F4FD-55AC-4BDE-B6C7-96A74690FA1B}"/>
    <pc:docChg chg="undo custSel modSld">
      <pc:chgData name="Joycell Sundararaj - Chaucer" userId="45538bea-d8f3-45d1-86e6-6d63bacbf9c7" providerId="ADAL" clId="{9BC4F4FD-55AC-4BDE-B6C7-96A74690FA1B}" dt="2026-09-22T18:27:49.299" v="545" actId="20577"/>
      <pc:docMkLst>
        <pc:docMk/>
      </pc:docMkLst>
      <pc:sldChg chg="modSp mod">
        <pc:chgData name="Joycell Sundararaj - Chaucer" userId="45538bea-d8f3-45d1-86e6-6d63bacbf9c7" providerId="ADAL" clId="{9BC4F4FD-55AC-4BDE-B6C7-96A74690FA1B}" dt="2026-09-22T18:05:39.746" v="114" actId="20577"/>
        <pc:sldMkLst>
          <pc:docMk/>
          <pc:sldMk cId="0" sldId="257"/>
        </pc:sldMkLst>
        <pc:spChg chg="mod">
          <ac:chgData name="Joycell Sundararaj - Chaucer" userId="45538bea-d8f3-45d1-86e6-6d63bacbf9c7" providerId="ADAL" clId="{9BC4F4FD-55AC-4BDE-B6C7-96A74690FA1B}" dt="2026-09-22T18:05:39.746" v="114" actId="20577"/>
          <ac:spMkLst>
            <pc:docMk/>
            <pc:sldMk cId="0" sldId="257"/>
            <ac:spMk id="17" creationId="{00000000-0000-0000-0000-000000000000}"/>
          </ac:spMkLst>
        </pc:spChg>
      </pc:sldChg>
      <pc:sldChg chg="addSp modSp mod">
        <pc:chgData name="Joycell Sundararaj - Chaucer" userId="45538bea-d8f3-45d1-86e6-6d63bacbf9c7" providerId="ADAL" clId="{9BC4F4FD-55AC-4BDE-B6C7-96A74690FA1B}" dt="2026-09-22T18:08:56.126" v="254" actId="20577"/>
        <pc:sldMkLst>
          <pc:docMk/>
          <pc:sldMk cId="0" sldId="258"/>
        </pc:sldMkLst>
        <pc:spChg chg="mod">
          <ac:chgData name="Joycell Sundararaj - Chaucer" userId="45538bea-d8f3-45d1-86e6-6d63bacbf9c7" providerId="ADAL" clId="{9BC4F4FD-55AC-4BDE-B6C7-96A74690FA1B}" dt="2026-09-22T18:08:56.126" v="254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7:57:45.472" v="5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00:27.263" v="112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08:08.342" v="250" actId="403"/>
          <ac:spMkLst>
            <pc:docMk/>
            <pc:sldMk cId="0" sldId="258"/>
            <ac:spMk id="16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05:57.370" v="116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7:59:53.168" v="110" actId="14100"/>
          <ac:spMkLst>
            <pc:docMk/>
            <pc:sldMk cId="0" sldId="258"/>
            <ac:spMk id="34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08:28.306" v="251" actId="20577"/>
          <ac:spMkLst>
            <pc:docMk/>
            <pc:sldMk cId="0" sldId="258"/>
            <ac:spMk id="36" creationId="{00000000-0000-0000-0000-000000000000}"/>
          </ac:spMkLst>
        </pc:spChg>
        <pc:graphicFrameChg chg="add mod">
          <ac:chgData name="Joycell Sundararaj - Chaucer" userId="45538bea-d8f3-45d1-86e6-6d63bacbf9c7" providerId="ADAL" clId="{9BC4F4FD-55AC-4BDE-B6C7-96A74690FA1B}" dt="2026-09-22T17:57:10.071" v="0"/>
          <ac:graphicFrameMkLst>
            <pc:docMk/>
            <pc:sldMk cId="0" sldId="258"/>
            <ac:graphicFrameMk id="37" creationId="{22E3AF8B-4B82-9556-62FC-96DD9795B7E7}"/>
          </ac:graphicFrameMkLst>
        </pc:graphicFrameChg>
      </pc:sldChg>
      <pc:sldChg chg="modSp mod">
        <pc:chgData name="Joycell Sundararaj - Chaucer" userId="45538bea-d8f3-45d1-86e6-6d63bacbf9c7" providerId="ADAL" clId="{9BC4F4FD-55AC-4BDE-B6C7-96A74690FA1B}" dt="2026-09-22T18:10:57.338" v="281" actId="404"/>
        <pc:sldMkLst>
          <pc:docMk/>
          <pc:sldMk cId="0" sldId="259"/>
        </pc:sldMkLst>
        <pc:spChg chg="mod">
          <ac:chgData name="Joycell Sundararaj - Chaucer" userId="45538bea-d8f3-45d1-86e6-6d63bacbf9c7" providerId="ADAL" clId="{9BC4F4FD-55AC-4BDE-B6C7-96A74690FA1B}" dt="2026-09-22T18:09:47.820" v="274" actId="6549"/>
          <ac:spMkLst>
            <pc:docMk/>
            <pc:sldMk cId="0" sldId="259"/>
            <ac:spMk id="6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10:02.518" v="275" actId="14100"/>
          <ac:spMkLst>
            <pc:docMk/>
            <pc:sldMk cId="0" sldId="259"/>
            <ac:spMk id="39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10:49.373" v="279" actId="404"/>
          <ac:spMkLst>
            <pc:docMk/>
            <pc:sldMk cId="0" sldId="259"/>
            <ac:spMk id="50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10:57.338" v="281" actId="404"/>
          <ac:spMkLst>
            <pc:docMk/>
            <pc:sldMk cId="0" sldId="259"/>
            <ac:spMk id="56" creationId="{00000000-0000-0000-0000-000000000000}"/>
          </ac:spMkLst>
        </pc:spChg>
      </pc:sldChg>
      <pc:sldChg chg="modSp mod">
        <pc:chgData name="Joycell Sundararaj - Chaucer" userId="45538bea-d8f3-45d1-86e6-6d63bacbf9c7" providerId="ADAL" clId="{9BC4F4FD-55AC-4BDE-B6C7-96A74690FA1B}" dt="2026-09-22T18:27:49.299" v="545" actId="20577"/>
        <pc:sldMkLst>
          <pc:docMk/>
          <pc:sldMk cId="0" sldId="260"/>
        </pc:sldMkLst>
        <pc:spChg chg="mod">
          <ac:chgData name="Joycell Sundararaj - Chaucer" userId="45538bea-d8f3-45d1-86e6-6d63bacbf9c7" providerId="ADAL" clId="{9BC4F4FD-55AC-4BDE-B6C7-96A74690FA1B}" dt="2026-09-22T18:18:01.149" v="341" actId="6549"/>
          <ac:spMkLst>
            <pc:docMk/>
            <pc:sldMk cId="0" sldId="260"/>
            <ac:spMk id="6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15:42.454" v="320" actId="2057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16:15.514" v="321" actId="14100"/>
          <ac:spMkLst>
            <pc:docMk/>
            <pc:sldMk cId="0" sldId="260"/>
            <ac:spMk id="35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21:45.006" v="344" actId="20577"/>
          <ac:spMkLst>
            <pc:docMk/>
            <pc:sldMk cId="0" sldId="260"/>
            <ac:spMk id="39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19:14.140" v="343" actId="20577"/>
          <ac:spMkLst>
            <pc:docMk/>
            <pc:sldMk cId="0" sldId="260"/>
            <ac:spMk id="43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27:49.299" v="545" actId="20577"/>
          <ac:spMkLst>
            <pc:docMk/>
            <pc:sldMk cId="0" sldId="260"/>
            <ac:spMk id="49" creationId="{00000000-0000-0000-0000-000000000000}"/>
          </ac:spMkLst>
        </pc:spChg>
      </pc:sldChg>
      <pc:sldChg chg="modSp mod">
        <pc:chgData name="Joycell Sundararaj - Chaucer" userId="45538bea-d8f3-45d1-86e6-6d63bacbf9c7" providerId="ADAL" clId="{9BC4F4FD-55AC-4BDE-B6C7-96A74690FA1B}" dt="2026-09-22T18:14:17.139" v="318" actId="14100"/>
        <pc:sldMkLst>
          <pc:docMk/>
          <pc:sldMk cId="0" sldId="261"/>
        </pc:sldMkLst>
        <pc:spChg chg="mod">
          <ac:chgData name="Joycell Sundararaj - Chaucer" userId="45538bea-d8f3-45d1-86e6-6d63bacbf9c7" providerId="ADAL" clId="{9BC4F4FD-55AC-4BDE-B6C7-96A74690FA1B}" dt="2026-09-22T18:12:57.830" v="285" actId="108"/>
          <ac:spMkLst>
            <pc:docMk/>
            <pc:sldMk cId="0" sldId="261"/>
            <ac:spMk id="18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13:19.868" v="309" actId="1410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Joycell Sundararaj - Chaucer" userId="45538bea-d8f3-45d1-86e6-6d63bacbf9c7" providerId="ADAL" clId="{9BC4F4FD-55AC-4BDE-B6C7-96A74690FA1B}" dt="2026-09-22T18:14:03.069" v="314" actId="14100"/>
          <ac:spMkLst>
            <pc:docMk/>
            <pc:sldMk cId="0" sldId="261"/>
            <ac:spMk id="28" creationId="{32EEDF85-88ED-3CF0-9738-E72455560E8F}"/>
          </ac:spMkLst>
        </pc:spChg>
        <pc:spChg chg="mod">
          <ac:chgData name="Joycell Sundararaj - Chaucer" userId="45538bea-d8f3-45d1-86e6-6d63bacbf9c7" providerId="ADAL" clId="{9BC4F4FD-55AC-4BDE-B6C7-96A74690FA1B}" dt="2026-09-22T18:14:17.139" v="318" actId="14100"/>
          <ac:spMkLst>
            <pc:docMk/>
            <pc:sldMk cId="0" sldId="261"/>
            <ac:spMk id="30" creationId="{B4A25D50-9BB3-8986-F384-F08A4C5532D0}"/>
          </ac:spMkLst>
        </pc:spChg>
        <pc:spChg chg="mod">
          <ac:chgData name="Joycell Sundararaj - Chaucer" userId="45538bea-d8f3-45d1-86e6-6d63bacbf9c7" providerId="ADAL" clId="{9BC4F4FD-55AC-4BDE-B6C7-96A74690FA1B}" dt="2026-09-22T18:14:14.997" v="317" actId="1076"/>
          <ac:spMkLst>
            <pc:docMk/>
            <pc:sldMk cId="0" sldId="261"/>
            <ac:spMk id="38" creationId="{DB796042-A80D-F962-E435-526766287840}"/>
          </ac:spMkLst>
        </pc:spChg>
        <pc:spChg chg="mod">
          <ac:chgData name="Joycell Sundararaj - Chaucer" userId="45538bea-d8f3-45d1-86e6-6d63bacbf9c7" providerId="ADAL" clId="{9BC4F4FD-55AC-4BDE-B6C7-96A74690FA1B}" dt="2026-09-22T18:13:07.784" v="307" actId="20577"/>
          <ac:spMkLst>
            <pc:docMk/>
            <pc:sldMk cId="0" sldId="261"/>
            <ac:spMk id="44" creationId="{838CD20B-3C07-EDCE-7826-67307D9F2B2F}"/>
          </ac:spMkLst>
        </pc:spChg>
        <pc:spChg chg="mod">
          <ac:chgData name="Joycell Sundararaj - Chaucer" userId="45538bea-d8f3-45d1-86e6-6d63bacbf9c7" providerId="ADAL" clId="{9BC4F4FD-55AC-4BDE-B6C7-96A74690FA1B}" dt="2026-09-22T18:13:52.133" v="312" actId="20577"/>
          <ac:spMkLst>
            <pc:docMk/>
            <pc:sldMk cId="0" sldId="261"/>
            <ac:spMk id="60" creationId="{06393D4B-63A7-D7DD-6C0D-7F762FA1375B}"/>
          </ac:spMkLst>
        </pc:spChg>
        <pc:spChg chg="mod">
          <ac:chgData name="Joycell Sundararaj - Chaucer" userId="45538bea-d8f3-45d1-86e6-6d63bacbf9c7" providerId="ADAL" clId="{9BC4F4FD-55AC-4BDE-B6C7-96A74690FA1B}" dt="2026-09-22T18:14:06.196" v="315" actId="14100"/>
          <ac:spMkLst>
            <pc:docMk/>
            <pc:sldMk cId="0" sldId="261"/>
            <ac:spMk id="61" creationId="{AA89BE25-0107-B66B-BE59-90117CE6A42E}"/>
          </ac:spMkLst>
        </pc:spChg>
      </pc:sldChg>
    </pc:docChg>
  </pc:docChgLst>
  <pc:docChgLst>
    <pc:chgData name="Joycell Sundararaj - Chaucer" userId="S::joycell.sundararaj@chaucergroup.com::45538bea-d8f3-45d1-86e6-6d63bacbf9c7" providerId="AD" clId="Web-{2212EBE8-5CAC-B1C3-4280-693B2DB146A5}"/>
    <pc:docChg chg="modSld">
      <pc:chgData name="Joycell Sundararaj - Chaucer" userId="S::joycell.sundararaj@chaucergroup.com::45538bea-d8f3-45d1-86e6-6d63bacbf9c7" providerId="AD" clId="Web-{2212EBE8-5CAC-B1C3-4280-693B2DB146A5}" dt="2026-09-22T17:56:52.623" v="39"/>
      <pc:docMkLst>
        <pc:docMk/>
      </pc:docMkLst>
      <pc:sldChg chg="addSp delSp modSp">
        <pc:chgData name="Joycell Sundararaj - Chaucer" userId="S::joycell.sundararaj@chaucergroup.com::45538bea-d8f3-45d1-86e6-6d63bacbf9c7" providerId="AD" clId="Web-{2212EBE8-5CAC-B1C3-4280-693B2DB146A5}" dt="2026-09-22T17:56:52.623" v="39"/>
        <pc:sldMkLst>
          <pc:docMk/>
          <pc:sldMk cId="0" sldId="258"/>
        </pc:sldMkLst>
        <pc:spChg chg="mod">
          <ac:chgData name="Joycell Sundararaj - Chaucer" userId="S::joycell.sundararaj@chaucergroup.com::45538bea-d8f3-45d1-86e6-6d63bacbf9c7" providerId="AD" clId="Web-{2212EBE8-5CAC-B1C3-4280-693B2DB146A5}" dt="2026-09-22T17:55:47.011" v="4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oycell Sundararaj - Chaucer" userId="S::joycell.sundararaj@chaucergroup.com::45538bea-d8f3-45d1-86e6-6d63bacbf9c7" providerId="AD" clId="Web-{2212EBE8-5CAC-B1C3-4280-693B2DB146A5}" dt="2026-09-22T17:56:49.467" v="37" actId="20577"/>
          <ac:spMkLst>
            <pc:docMk/>
            <pc:sldMk cId="0" sldId="258"/>
            <ac:spMk id="14" creationId="{00000000-0000-0000-0000-000000000000}"/>
          </ac:spMkLst>
        </pc:spChg>
        <pc:graphicFrameChg chg="add del mod">
          <ac:chgData name="Joycell Sundararaj - Chaucer" userId="S::joycell.sundararaj@chaucergroup.com::45538bea-d8f3-45d1-86e6-6d63bacbf9c7" providerId="AD" clId="Web-{2212EBE8-5CAC-B1C3-4280-693B2DB146A5}" dt="2026-09-22T17:56:52.623" v="39"/>
          <ac:graphicFrameMkLst>
            <pc:docMk/>
            <pc:sldMk cId="0" sldId="258"/>
            <ac:graphicFrameMk id="38" creationId="{29DC6CFC-B79A-0038-98C0-5722BF0BE18D}"/>
          </ac:graphicFrameMkLst>
        </pc:graphicFrameChg>
      </pc:sldChg>
    </pc:docChg>
  </pc:docChgLst>
  <pc:docChgLst>
    <pc:chgData name="Joycell Sundararaj - Chaucer" userId="S::joycell.sundararaj@chaucergroup.com::45538bea-d8f3-45d1-86e6-6d63bacbf9c7" providerId="AD" clId="Web-{1D0E2FD6-C0DF-565B-ABC8-1364AADDDBC4}"/>
    <pc:docChg chg="modSld">
      <pc:chgData name="Joycell Sundararaj - Chaucer" userId="S::joycell.sundararaj@chaucergroup.com::45538bea-d8f3-45d1-86e6-6d63bacbf9c7" providerId="AD" clId="Web-{1D0E2FD6-C0DF-565B-ABC8-1364AADDDBC4}" dt="2026-09-23T08:50:07.188" v="30" actId="1076"/>
      <pc:docMkLst>
        <pc:docMk/>
      </pc:docMkLst>
      <pc:sldChg chg="modSp">
        <pc:chgData name="Joycell Sundararaj - Chaucer" userId="S::joycell.sundararaj@chaucergroup.com::45538bea-d8f3-45d1-86e6-6d63bacbf9c7" providerId="AD" clId="Web-{1D0E2FD6-C0DF-565B-ABC8-1364AADDDBC4}" dt="2026-09-23T08:50:07.188" v="30" actId="1076"/>
        <pc:sldMkLst>
          <pc:docMk/>
          <pc:sldMk cId="0" sldId="262"/>
        </pc:sldMkLst>
        <pc:spChg chg="mod">
          <ac:chgData name="Joycell Sundararaj - Chaucer" userId="S::joycell.sundararaj@chaucergroup.com::45538bea-d8f3-45d1-86e6-6d63bacbf9c7" providerId="AD" clId="Web-{1D0E2FD6-C0DF-565B-ABC8-1364AADDDBC4}" dt="2026-09-23T08:48:46.154" v="14"/>
          <ac:spMkLst>
            <pc:docMk/>
            <pc:sldMk cId="0" sldId="262"/>
            <ac:spMk id="9" creationId="{00000000-0000-0000-0000-000000000000}"/>
          </ac:spMkLst>
        </pc:spChg>
        <pc:spChg chg="mod">
          <ac:chgData name="Joycell Sundararaj - Chaucer" userId="S::joycell.sundararaj@chaucergroup.com::45538bea-d8f3-45d1-86e6-6d63bacbf9c7" providerId="AD" clId="Web-{1D0E2FD6-C0DF-565B-ABC8-1364AADDDBC4}" dt="2026-09-23T08:49:08.076" v="22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oycell Sundararaj - Chaucer" userId="S::joycell.sundararaj@chaucergroup.com::45538bea-d8f3-45d1-86e6-6d63bacbf9c7" providerId="AD" clId="Web-{1D0E2FD6-C0DF-565B-ABC8-1364AADDDBC4}" dt="2026-09-23T08:48:49.857" v="18"/>
          <ac:spMkLst>
            <pc:docMk/>
            <pc:sldMk cId="0" sldId="262"/>
            <ac:spMk id="19" creationId="{00000000-0000-0000-0000-000000000000}"/>
          </ac:spMkLst>
        </pc:spChg>
        <pc:spChg chg="mod">
          <ac:chgData name="Joycell Sundararaj - Chaucer" userId="S::joycell.sundararaj@chaucergroup.com::45538bea-d8f3-45d1-86e6-6d63bacbf9c7" providerId="AD" clId="Web-{1D0E2FD6-C0DF-565B-ABC8-1364AADDDBC4}" dt="2026-09-23T08:50:07.188" v="30" actId="1076"/>
          <ac:spMkLst>
            <pc:docMk/>
            <pc:sldMk cId="0" sldId="262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070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Greenfield APIM build. Five decisions: reference architecture and edge, hosting model, ingress, egress, HA/DR.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APIM is the single control point for external APIs. Front Door is the only public surface; APIM sits private behind Private Link and aligns to the SIF layering.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Hosting model is Premium classic, managed gateway, VNet injection, Internal mode. Self-hosted gateway is an add-on for on-prem and data-residency backends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Single WAF at the edge, APIM for identity and quota. App Gateway only by exception. Palo Alto deliberately out of the HTTPS ingress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Routing intent removes per-spoke UDR management. Palo Alto inspects north-south egress and east-west. PaaS never hairpins through the hub or the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 units means 2 zones. Warm standby is billed as a full unit 24/7, so the cheapest credible DR is rebuild-on-demand from IaC plus backups, validated by a quarterly drill.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64203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19502C-567E-E748-8DF4-E5FBC27E3B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5D587-6A6C-4975-AF4F-7459FB8481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84000" y="2232000"/>
            <a:ext cx="7668000" cy="576000"/>
          </a:xfrm>
        </p:spPr>
        <p:txBody>
          <a:bodyPr anchor="t" anchorCtr="0">
            <a:noAutofit/>
          </a:bodyPr>
          <a:lstStyle>
            <a:lvl1pPr algn="l"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24ED0-E62B-4C25-B719-7CF88B56AD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4000" y="2816041"/>
            <a:ext cx="7668000" cy="576000"/>
          </a:xfrm>
        </p:spPr>
        <p:txBody>
          <a:bodyPr>
            <a:noAutofit/>
          </a:bodyPr>
          <a:lstStyle>
            <a:lvl1pPr marL="0" indent="0" algn="l">
              <a:buNone/>
              <a:defRPr sz="45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F50A6-DF49-40FB-AD77-B8B22500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2391E2A-4CDA-8844-93BC-12BACE14FB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4000" y="432000"/>
            <a:ext cx="3240000" cy="288000"/>
          </a:xfrm>
        </p:spPr>
        <p:txBody>
          <a:bodyPr>
            <a:normAutofit/>
          </a:bodyPr>
          <a:lstStyle>
            <a:lvl1pPr marL="0" indent="0">
              <a:buNone/>
              <a:defRPr sz="22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GB"/>
              <a:t>01 Month 2020</a:t>
            </a:r>
          </a:p>
        </p:txBody>
      </p:sp>
    </p:spTree>
    <p:extLst>
      <p:ext uri="{BB962C8B-B14F-4D97-AF65-F5344CB8AC3E}">
        <p14:creationId xmlns:p14="http://schemas.microsoft.com/office/powerpoint/2010/main" val="2272185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D587-6A6C-4975-AF4F-7459FB8481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84000" y="2232000"/>
            <a:ext cx="7668000" cy="576000"/>
          </a:xfrm>
        </p:spPr>
        <p:txBody>
          <a:bodyPr anchor="t" anchorCtr="0">
            <a:noAutofit/>
          </a:bodyPr>
          <a:lstStyle>
            <a:lvl1pPr algn="l"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Divider page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24ED0-E62B-4C25-B719-7CF88B56AD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4000" y="2816041"/>
            <a:ext cx="7668000" cy="576000"/>
          </a:xfrm>
        </p:spPr>
        <p:txBody>
          <a:bodyPr>
            <a:noAutofit/>
          </a:bodyPr>
          <a:lstStyle>
            <a:lvl1pPr marL="0" indent="0" algn="l">
              <a:buNone/>
              <a:defRPr sz="45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F50A6-DF49-40FB-AD77-B8B22500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D0C494-4023-7F4E-A0BC-142346DC337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9" y="6323484"/>
            <a:ext cx="857758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875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1477FD-E8A8-ED47-8E80-E5021B465A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5352D4-4DE5-4E9D-A342-AA7CF37CD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396000"/>
            <a:ext cx="11664000" cy="324000"/>
          </a:xfrm>
        </p:spPr>
        <p:txBody>
          <a:bodyPr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55495-2822-4D2C-8BD8-20BB02CB5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515FF2-736A-034B-9FA6-AD18C7530C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1260000"/>
            <a:ext cx="11664001" cy="5040000"/>
          </a:xfrm>
        </p:spPr>
        <p:txBody>
          <a:bodyPr numCol="2" spcCol="54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905A3-DF64-8B43-A11B-C17B15AC61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998" y="702000"/>
            <a:ext cx="11664001" cy="324000"/>
          </a:xfrm>
        </p:spPr>
        <p:txBody>
          <a:bodyPr>
            <a:noAutofit/>
          </a:bodyPr>
          <a:lstStyle>
            <a:lvl1pPr marL="0" indent="0">
              <a:buNone/>
              <a:defRPr sz="2250">
                <a:latin typeface="+mj-lt"/>
              </a:defRPr>
            </a:lvl1pPr>
            <a:lvl2pPr marL="216000" indent="0">
              <a:buNone/>
              <a:defRPr/>
            </a:lvl2pPr>
          </a:lstStyle>
          <a:p>
            <a:pPr lvl="0"/>
            <a:r>
              <a:rPr lang="en-GB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39259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Text Columns with Images and Bo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52D4-4DE5-4E9D-A342-AA7CF37CD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396000"/>
            <a:ext cx="11602799" cy="324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55495-2822-4D2C-8BD8-20BB02CB5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515FF2-736A-034B-9FA6-AD18C7530C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260000"/>
            <a:ext cx="7668000" cy="5040000"/>
          </a:xfrm>
        </p:spPr>
        <p:txBody>
          <a:bodyPr numCol="2" spcCol="360000"/>
          <a:lstStyle>
            <a:lvl5pPr marL="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E5512A-C41C-CB48-81D4-441A70C246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6339" y="4776788"/>
            <a:ext cx="7560000" cy="1558925"/>
          </a:xfr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0649BBA-E598-704B-9283-3C46EC20AA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29600" y="1260000"/>
            <a:ext cx="3660775" cy="3327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6213CA7-2297-9549-B513-E6387429BD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998" y="702000"/>
            <a:ext cx="11664001" cy="324000"/>
          </a:xfrm>
        </p:spPr>
        <p:txBody>
          <a:bodyPr>
            <a:noAutofit/>
          </a:bodyPr>
          <a:lstStyle>
            <a:lvl1pPr marL="0" indent="0">
              <a:buNone/>
              <a:defRPr sz="2250">
                <a:latin typeface="+mj-lt"/>
              </a:defRPr>
            </a:lvl1pPr>
            <a:lvl2pPr marL="216000" indent="0">
              <a:buNone/>
              <a:defRPr/>
            </a:lvl2pPr>
          </a:lstStyle>
          <a:p>
            <a:pPr lvl="0"/>
            <a:r>
              <a:rPr lang="en-GB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548057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3F68-8CA1-4A54-A511-10982D57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C81E5-9424-4ACC-85EB-F3567D8DA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000" y="1260000"/>
            <a:ext cx="3708000" cy="50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23E64-5608-4C18-A391-541B243BB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6000" y="1260000"/>
            <a:ext cx="3708000" cy="50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DC898-D739-4A13-A308-AC206C68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05D00CB-07BC-FC48-8C35-CB96E14682B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44000" y="1277092"/>
            <a:ext cx="3708000" cy="50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5E2D39B-1087-7C4E-838C-54723E7308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998" y="702000"/>
            <a:ext cx="11664001" cy="324000"/>
          </a:xfrm>
        </p:spPr>
        <p:txBody>
          <a:bodyPr>
            <a:noAutofit/>
          </a:bodyPr>
          <a:lstStyle>
            <a:lvl1pPr marL="0" indent="0">
              <a:buNone/>
              <a:defRPr sz="2250">
                <a:latin typeface="+mj-lt"/>
              </a:defRPr>
            </a:lvl1pPr>
            <a:lvl2pPr marL="216000" indent="0">
              <a:buNone/>
              <a:defRPr/>
            </a:lvl2pPr>
          </a:lstStyle>
          <a:p>
            <a:pPr lvl="0"/>
            <a:r>
              <a:rPr lang="en-GB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089702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3F68-8CA1-4A54-A511-10982D57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23E64-5608-4C18-A391-541B243BB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6000" y="1260000"/>
            <a:ext cx="7686000" cy="50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DC898-D739-4A13-A308-AC206C68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65F3D9-FCF9-E848-A922-B85CCE4B86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738" y="1260475"/>
            <a:ext cx="3708000" cy="5040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4385DCC-53E0-E144-AA6A-AB42C7BD8A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998" y="702000"/>
            <a:ext cx="11664001" cy="324000"/>
          </a:xfrm>
        </p:spPr>
        <p:txBody>
          <a:bodyPr>
            <a:noAutofit/>
          </a:bodyPr>
          <a:lstStyle>
            <a:lvl1pPr marL="0" indent="0">
              <a:buNone/>
              <a:defRPr sz="2250">
                <a:latin typeface="+mj-lt"/>
              </a:defRPr>
            </a:lvl1pPr>
            <a:lvl2pPr marL="216000" indent="0">
              <a:buNone/>
              <a:defRPr/>
            </a:lvl2pPr>
          </a:lstStyle>
          <a:p>
            <a:pPr lvl="0"/>
            <a:r>
              <a:rPr lang="en-GB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44059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BEC08-0C20-46DD-BF50-3CB388C01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8B5AD-7CA8-4CA6-8DD4-E3FA59625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4170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26946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52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4068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3926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15308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4024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20179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35248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10839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15013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56457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59584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04486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3553096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740247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9930300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14473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13921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6856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364668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5516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467769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97510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752185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915082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655943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437560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90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32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32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8486DD-DC80-4105-B5C1-F24DF1E1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396000"/>
            <a:ext cx="11664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11E34-3616-4A64-8CC2-B6148A83C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000" y="1260000"/>
            <a:ext cx="11664000" cy="43513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5616D-0293-4E67-9011-BACFE61DE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8000" y="6426000"/>
            <a:ext cx="27432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93153-1063-4BCC-93D0-269BCCE6E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6000"/>
            <a:ext cx="41148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43AD7-2F25-4C5B-BAD2-57612C564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000" y="6426000"/>
            <a:ext cx="720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 b="1">
                <a:solidFill>
                  <a:schemeClr val="tx1"/>
                </a:solidFill>
                <a:latin typeface="+mj-lt"/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554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System Font Regular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System Font Regular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21600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+mj-lt"/>
        <a:buAutoNum type="arabicPeriod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5000"/>
        </a:lnSpc>
        <a:spcBef>
          <a:spcPts val="0"/>
        </a:spcBef>
        <a:spcAft>
          <a:spcPts val="2000"/>
        </a:spcAft>
        <a:buFont typeface="Arial" panose="020B0604020202020204" pitchFamily="34" charset="0"/>
        <a:buNone/>
        <a:defRPr sz="2700" b="1" kern="1200">
          <a:solidFill>
            <a:schemeClr val="tx1"/>
          </a:solidFill>
          <a:latin typeface="+mj-lt"/>
          <a:ea typeface="+mn-ea"/>
          <a:cs typeface="+mn-cs"/>
        </a:defRPr>
      </a:lvl5pPr>
      <a:lvl6pPr marL="21600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System Font Regular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System Font Regular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432000" indent="-21600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5000"/>
        </a:lnSpc>
        <a:spcBef>
          <a:spcPts val="0"/>
        </a:spcBef>
        <a:spcAft>
          <a:spcPts val="750"/>
        </a:spcAft>
        <a:buFont typeface="Arial" panose="020B0604020202020204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58FD96F-21B2-46E2-AE53-1EAD3D1198D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51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  <p:sldLayoutId id="2147483758" r:id="rId26"/>
    <p:sldLayoutId id="2147483759" r:id="rId27"/>
    <p:sldLayoutId id="2147483760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1463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</a:t>
            </a:r>
            <a:endParaRPr lang="en-US" sz="1300"/>
          </a:p>
        </p:txBody>
      </p:sp>
      <p:sp>
        <p:nvSpPr>
          <p:cNvPr id="3" name="Text 1"/>
          <p:cNvSpPr txBox="1"/>
          <p:nvPr/>
        </p:nvSpPr>
        <p:spPr>
          <a:xfrm>
            <a:off x="1234440" y="17602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420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Build-Out Design</a:t>
            </a:r>
            <a:endParaRPr lang="en-US" sz="4200"/>
          </a:p>
        </p:txBody>
      </p:sp>
      <p:sp>
        <p:nvSpPr>
          <p:cNvPr id="4" name="Text 2"/>
          <p:cNvSpPr txBox="1"/>
          <p:nvPr/>
        </p:nvSpPr>
        <p:spPr>
          <a:xfrm>
            <a:off x="1295400" y="3154680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40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has been prepared to support design discussions and decision-making. The proposed architecture and recommendations are presented for review for </a:t>
            </a:r>
            <a:r>
              <a:rPr lang="en-US" sz="140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Service, APIM hosting, ingress, egress and resilience decisions</a:t>
            </a:r>
          </a:p>
          <a:p>
            <a:pPr marL="0" indent="0" algn="l">
              <a:buNone/>
            </a:pP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102412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/>
          </a:p>
        </p:txBody>
      </p:sp>
      <p:sp>
        <p:nvSpPr>
          <p:cNvPr id="7" name="Text 5"/>
          <p:cNvSpPr txBox="1"/>
          <p:nvPr/>
        </p:nvSpPr>
        <p:spPr>
          <a:xfrm>
            <a:off x="102412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5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301752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321868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/>
          </a:p>
        </p:txBody>
      </p:sp>
      <p:sp>
        <p:nvSpPr>
          <p:cNvPr id="10" name="Text 8"/>
          <p:cNvSpPr txBox="1"/>
          <p:nvPr/>
        </p:nvSpPr>
        <p:spPr>
          <a:xfrm>
            <a:off x="321868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5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21208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541324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/>
          </a:p>
        </p:txBody>
      </p:sp>
      <p:sp>
        <p:nvSpPr>
          <p:cNvPr id="13" name="Text 11"/>
          <p:cNvSpPr txBox="1"/>
          <p:nvPr/>
        </p:nvSpPr>
        <p:spPr>
          <a:xfrm>
            <a:off x="541324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5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740664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760780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/>
          </a:p>
        </p:txBody>
      </p:sp>
      <p:sp>
        <p:nvSpPr>
          <p:cNvPr id="16" name="Text 14"/>
          <p:cNvSpPr txBox="1"/>
          <p:nvPr/>
        </p:nvSpPr>
        <p:spPr>
          <a:xfrm>
            <a:off x="760780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5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960120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980236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/>
          </a:p>
        </p:txBody>
      </p:sp>
      <p:sp>
        <p:nvSpPr>
          <p:cNvPr id="19" name="Text 17"/>
          <p:cNvSpPr txBox="1"/>
          <p:nvPr/>
        </p:nvSpPr>
        <p:spPr>
          <a:xfrm>
            <a:off x="980236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&amp; DR</a:t>
            </a:r>
            <a:endParaRPr lang="en-US" sz="125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95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APIM &amp; Edge Service Component Selection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policy-enforced front door for every external API. APIM itself holds no public endpoint.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874520" cy="2194560"/>
          </a:xfrm>
          <a:prstGeom prst="roundRect">
            <a:avLst>
              <a:gd name="adj" fmla="val 2927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667512" y="156362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900"/>
          </a:p>
        </p:txBody>
      </p:sp>
      <p:sp>
        <p:nvSpPr>
          <p:cNvPr id="9" name="Text 7"/>
          <p:cNvSpPr txBox="1"/>
          <p:nvPr/>
        </p:nvSpPr>
        <p:spPr>
          <a:xfrm>
            <a:off x="667512" y="182880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50"/>
          </a:p>
        </p:txBody>
      </p:sp>
      <p:sp>
        <p:nvSpPr>
          <p:cNvPr id="10" name="Text 8"/>
          <p:cNvSpPr txBox="1"/>
          <p:nvPr/>
        </p:nvSpPr>
        <p:spPr>
          <a:xfrm>
            <a:off x="657860" y="209215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/ B2B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SaaS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2926080" y="1417320"/>
            <a:ext cx="2423160" cy="2194560"/>
          </a:xfrm>
          <a:prstGeom prst="roundRect">
            <a:avLst>
              <a:gd name="adj" fmla="val 2500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090672" y="1563624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3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PUBLIC</a:t>
            </a:r>
            <a:endParaRPr lang="en-US" sz="900"/>
          </a:p>
        </p:txBody>
      </p:sp>
      <p:sp>
        <p:nvSpPr>
          <p:cNvPr id="13" name="Text 11"/>
          <p:cNvSpPr txBox="1"/>
          <p:nvPr/>
        </p:nvSpPr>
        <p:spPr>
          <a:xfrm>
            <a:off x="3090672" y="182880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 Premium</a:t>
            </a:r>
            <a:endParaRPr lang="en-US" sz="1250"/>
          </a:p>
        </p:txBody>
      </p:sp>
      <p:sp>
        <p:nvSpPr>
          <p:cNvPr id="14" name="Text 12"/>
          <p:cNvSpPr txBox="1"/>
          <p:nvPr/>
        </p:nvSpPr>
        <p:spPr>
          <a:xfrm>
            <a:off x="3090672" y="2350008"/>
            <a:ext cx="2093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WAF: managed DRS + bot rules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protection, TLS 1.2 / 1.3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anycast + caching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public entry point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5897880" y="1417320"/>
            <a:ext cx="2560320" cy="2194560"/>
          </a:xfrm>
          <a:prstGeom prst="roundRect">
            <a:avLst>
              <a:gd name="adj" fmla="val 2500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6062472" y="1563624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PRIVATE</a:t>
            </a:r>
            <a:endParaRPr lang="en-US" sz="900"/>
          </a:p>
        </p:txBody>
      </p:sp>
      <p:sp>
        <p:nvSpPr>
          <p:cNvPr id="17" name="Text 15"/>
          <p:cNvSpPr txBox="1"/>
          <p:nvPr/>
        </p:nvSpPr>
        <p:spPr>
          <a:xfrm>
            <a:off x="6062472" y="1828800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 V2 · Internal VNet</a:t>
            </a:r>
            <a:endParaRPr lang="en-US" sz="1250"/>
          </a:p>
        </p:txBody>
      </p:sp>
      <p:sp>
        <p:nvSpPr>
          <p:cNvPr id="18" name="Text 16"/>
          <p:cNvSpPr txBox="1"/>
          <p:nvPr/>
        </p:nvSpPr>
        <p:spPr>
          <a:xfrm>
            <a:off x="6062472" y="2350008"/>
            <a:ext cx="2231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JWT validation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versions, revisions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Quota, throttle, schema checks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response shaping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006840" y="1417320"/>
            <a:ext cx="2679192" cy="2194560"/>
          </a:xfrm>
          <a:prstGeom prst="roundRect">
            <a:avLst>
              <a:gd name="adj" fmla="val 2500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9171432" y="1563624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 — PRIVATE</a:t>
            </a:r>
            <a:endParaRPr lang="en-US" sz="900"/>
          </a:p>
        </p:txBody>
      </p:sp>
      <p:sp>
        <p:nvSpPr>
          <p:cNvPr id="21" name="Text 19"/>
          <p:cNvSpPr txBox="1"/>
          <p:nvPr/>
        </p:nvSpPr>
        <p:spPr>
          <a:xfrm>
            <a:off x="9171432" y="18288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 &amp; services</a:t>
            </a:r>
            <a:endParaRPr lang="en-US" sz="1250"/>
          </a:p>
        </p:txBody>
      </p:sp>
      <p:sp>
        <p:nvSpPr>
          <p:cNvPr id="22" name="Text 20"/>
          <p:cNvSpPr txBox="1"/>
          <p:nvPr/>
        </p:nvSpPr>
        <p:spPr>
          <a:xfrm>
            <a:off x="9171432" y="2350008"/>
            <a:ext cx="2350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PaaS via Private Endpoint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</a:p>
          <a:p>
            <a:pPr>
              <a:spcAft>
                <a:spcPts val="500"/>
              </a:spcAft>
              <a:buSzPct val="100000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AKS / Container Apps</a:t>
            </a:r>
            <a:endParaRPr lang="en-US" sz="1050"/>
          </a:p>
          <a:p>
            <a:pPr>
              <a:spcAft>
                <a:spcPts val="500"/>
              </a:spcAft>
              <a:buSzPct val="100000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Functions &amp; Logic Apps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2487168" y="2514600"/>
            <a:ext cx="329184" cy="0"/>
          </a:xfrm>
          <a:prstGeom prst="line">
            <a:avLst/>
          </a:prstGeom>
          <a:noFill/>
          <a:ln w="25400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228600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/>
          </a:p>
        </p:txBody>
      </p:sp>
      <p:sp>
        <p:nvSpPr>
          <p:cNvPr id="25" name="Shape 23"/>
          <p:cNvSpPr/>
          <p:nvPr/>
        </p:nvSpPr>
        <p:spPr>
          <a:xfrm>
            <a:off x="5458968" y="2514600"/>
            <a:ext cx="329184" cy="0"/>
          </a:xfrm>
          <a:prstGeom prst="line">
            <a:avLst/>
          </a:prstGeom>
          <a:noFill/>
          <a:ln w="25400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25780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8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00" b="1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800"/>
          </a:p>
        </p:txBody>
      </p:sp>
      <p:sp>
        <p:nvSpPr>
          <p:cNvPr id="27" name="Shape 25"/>
          <p:cNvSpPr/>
          <p:nvPr/>
        </p:nvSpPr>
        <p:spPr>
          <a:xfrm>
            <a:off x="8567928" y="2514600"/>
            <a:ext cx="329184" cy="0"/>
          </a:xfrm>
          <a:prstGeom prst="line">
            <a:avLst/>
          </a:prstGeom>
          <a:noFill/>
          <a:ln w="25400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836676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</a:t>
            </a:r>
            <a:endParaRPr lang="en-US" sz="800"/>
          </a:p>
        </p:txBody>
      </p:sp>
      <p:sp>
        <p:nvSpPr>
          <p:cNvPr id="39" name="Shape 37"/>
          <p:cNvSpPr/>
          <p:nvPr/>
        </p:nvSpPr>
        <p:spPr>
          <a:xfrm>
            <a:off x="447548" y="4297679"/>
            <a:ext cx="11183112" cy="643929"/>
          </a:xfrm>
          <a:prstGeom prst="roundRect">
            <a:avLst>
              <a:gd name="adj" fmla="val 9677"/>
            </a:avLst>
          </a:prstGeom>
          <a:solidFill>
            <a:srgbClr val="F0F5FA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657860" y="4374681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DECISION  </a:t>
            </a:r>
            <a:r>
              <a:rPr lang="en-US" sz="11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 (WAF) → Private Link → APIM internal. No public IP on APIM.</a:t>
            </a:r>
          </a:p>
          <a:p>
            <a:r>
              <a:rPr lang="en-GB" sz="900"/>
              <a:t>Front Door Premium establishes a hardened security boundary in front of the API platform. WAF policies, DDoS protection, and centralised traffic control help ensure secure, reliable, and governed access to digital services</a:t>
            </a:r>
          </a:p>
          <a:p>
            <a:pPr marL="0" indent="0">
              <a:buNone/>
            </a:pPr>
            <a:r>
              <a:rPr lang="en-US" sz="11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425D5FD-F370-4513-2576-37CF08D05F80}"/>
              </a:ext>
            </a:extLst>
          </p:cNvPr>
          <p:cNvSpPr/>
          <p:nvPr/>
        </p:nvSpPr>
        <p:spPr>
          <a:xfrm>
            <a:off x="424688" y="5266943"/>
            <a:ext cx="11183112" cy="854723"/>
          </a:xfrm>
          <a:prstGeom prst="roundRect">
            <a:avLst>
              <a:gd name="adj" fmla="val 9677"/>
            </a:avLst>
          </a:prstGeom>
          <a:solidFill>
            <a:srgbClr val="F0F5FA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50C1DE78-5DE2-3DC3-6D23-607AD1D6EA24}"/>
              </a:ext>
            </a:extLst>
          </p:cNvPr>
          <p:cNvSpPr txBox="1"/>
          <p:nvPr/>
        </p:nvSpPr>
        <p:spPr>
          <a:xfrm>
            <a:off x="621284" y="54864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DECISION </a:t>
            </a:r>
            <a:r>
              <a:rPr lang="en-US" sz="11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V2</a:t>
            </a:r>
          </a:p>
          <a:p>
            <a:pPr marL="0" indent="0">
              <a:buNone/>
            </a:pPr>
            <a:endParaRPr lang="en-US" sz="1100">
              <a:solidFill>
                <a:srgbClr val="1B28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GB" sz="1000"/>
              <a:t>Premium V2 delivers the network isolation, performance, and governance controls required for strategic API management. It enables consistent policy enforcement, secure connectivity, and future growth without architectural redesign.</a:t>
            </a:r>
          </a:p>
          <a:p>
            <a:pPr marL="0" indent="0">
              <a:buNone/>
            </a:pP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HOSTING MODEL</a:t>
            </a:r>
            <a:endParaRPr lang="en-US" sz="95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VNet-Injected or Self-Hosted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 = Premium V2, Managed gateway, VNet injection in Internal mode. 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12700">
            <a:solidFill>
              <a:srgbClr val="5E6D7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685800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2566416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5E6D7C"/>
          </a:solidFill>
          <a:ln w="12700">
            <a:solidFill>
              <a:srgbClr val="5E6D7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2566416" y="1563624"/>
            <a:ext cx="1298448" cy="23774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SUFFICIENT</a:t>
            </a:r>
            <a:endParaRPr lang="en-US" sz="850"/>
          </a:p>
        </p:txBody>
      </p:sp>
      <p:sp>
        <p:nvSpPr>
          <p:cNvPr id="11" name="Text 9"/>
          <p:cNvSpPr txBox="1"/>
          <p:nvPr/>
        </p:nvSpPr>
        <p:spPr>
          <a:xfrm>
            <a:off x="685800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>
                <a:solidFill>
                  <a:srgbClr val="0E3F6E"/>
                </a:solidFill>
                <a:latin typeface="Calibri"/>
                <a:ea typeface="Calibri"/>
                <a:cs typeface="Calibri"/>
              </a:rPr>
              <a:t>VNet Injection – External mode</a:t>
            </a: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ts val="1900"/>
              </a:lnSpc>
              <a:buNone/>
            </a:pPr>
            <a:endParaRPr lang="en-US" sz="1500" b="1">
              <a:solidFill>
                <a:srgbClr val="0E3F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85800" y="2350008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</a:t>
            </a:r>
            <a:endParaRPr lang="en-US" sz="800"/>
          </a:p>
        </p:txBody>
      </p:sp>
      <p:sp>
        <p:nvSpPr>
          <p:cNvPr id="13" name="Text 11"/>
          <p:cNvSpPr txBox="1"/>
          <p:nvPr/>
        </p:nvSpPr>
        <p:spPr>
          <a:xfrm>
            <a:off x="685800" y="2551176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000" i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gateway injected into the </a:t>
            </a:r>
            <a:r>
              <a:rPr lang="en-US" sz="1000" i="1" err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</a:t>
            </a:r>
            <a:r>
              <a:rPr lang="en-US" sz="1000" i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External mode · public inbound VIP</a:t>
            </a:r>
            <a:endParaRPr lang="en-US" sz="1000"/>
          </a:p>
        </p:txBody>
      </p:sp>
      <p:sp>
        <p:nvSpPr>
          <p:cNvPr id="14" name="Text 12"/>
          <p:cNvSpPr txBox="1"/>
          <p:nvPr/>
        </p:nvSpPr>
        <p:spPr>
          <a:xfrm>
            <a:off x="685800" y="3026664"/>
            <a:ext cx="31790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 managed service with minimal operational overhead.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GB" sz="1050">
                <a:latin typeface="Calibri"/>
                <a:ea typeface="Calibri"/>
                <a:cs typeface="Calibri"/>
              </a:rPr>
              <a:t>Supports Public IP resulting in public exposure.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GB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>
                <a:latin typeface="Calibri"/>
                <a:ea typeface="Calibri"/>
                <a:cs typeface="Calibri"/>
              </a:rPr>
              <a:t>Suitable for Public-facing APIs that need direct, secure access to private database backends.</a:t>
            </a:r>
            <a:endParaRPr lang="en-GB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5800" y="4416552"/>
            <a:ext cx="3179064" cy="539496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22960" y="4416552"/>
            <a:ext cx="29047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00000"/>
              </a:lnSpc>
              <a:buNone/>
            </a:pPr>
            <a:r>
              <a:rPr lang="en-GB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Does not meet private first security posture as it retains a public attack surface</a:t>
            </a:r>
          </a:p>
        </p:txBody>
      </p:sp>
      <p:sp>
        <p:nvSpPr>
          <p:cNvPr id="17" name="Shape 15"/>
          <p:cNvSpPr/>
          <p:nvPr/>
        </p:nvSpPr>
        <p:spPr>
          <a:xfrm>
            <a:off x="4322064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254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4504944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6385560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6385560" y="15636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MODEL</a:t>
            </a:r>
            <a:endParaRPr lang="en-US" sz="850"/>
          </a:p>
        </p:txBody>
      </p:sp>
      <p:sp>
        <p:nvSpPr>
          <p:cNvPr id="21" name="Text 19"/>
          <p:cNvSpPr txBox="1"/>
          <p:nvPr/>
        </p:nvSpPr>
        <p:spPr>
          <a:xfrm>
            <a:off x="4504944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Injection - Internal mode</a:t>
            </a:r>
            <a:endParaRPr lang="en-US" sz="1500"/>
          </a:p>
        </p:txBody>
      </p:sp>
      <p:sp>
        <p:nvSpPr>
          <p:cNvPr id="22" name="Text 20"/>
          <p:cNvSpPr txBox="1"/>
          <p:nvPr/>
        </p:nvSpPr>
        <p:spPr>
          <a:xfrm>
            <a:off x="4504944" y="2253996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</a:t>
            </a:r>
            <a:endParaRPr lang="en-US" sz="800"/>
          </a:p>
        </p:txBody>
      </p:sp>
      <p:sp>
        <p:nvSpPr>
          <p:cNvPr id="23" name="Text 21"/>
          <p:cNvSpPr txBox="1"/>
          <p:nvPr/>
        </p:nvSpPr>
        <p:spPr>
          <a:xfrm>
            <a:off x="4504944" y="2433828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i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gateway injected into the VNet · Internal mode ·  Premium V2</a:t>
            </a:r>
            <a:endParaRPr lang="en-US" sz="1000"/>
          </a:p>
        </p:txBody>
      </p:sp>
      <p:sp>
        <p:nvSpPr>
          <p:cNvPr id="24" name="Text 22"/>
          <p:cNvSpPr txBox="1"/>
          <p:nvPr/>
        </p:nvSpPr>
        <p:spPr>
          <a:xfrm>
            <a:off x="4504944" y="2807208"/>
            <a:ext cx="31790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gateway deployed within the enterprise network boundary.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APIM endpoint; access is through approved private connectivity.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connectivity to Azure services, spoke networks, and on-premises systems.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of routing, security policies, and outbound traffic flows.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504944" y="4416552"/>
            <a:ext cx="3179064" cy="539496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4642104" y="4416552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0"/>
              </a:lnSpc>
            </a:pPr>
            <a:r>
              <a:rPr lang="en-GB" sz="10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required private connectivity, network control, and security posture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8141208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12700">
            <a:solidFill>
              <a:srgbClr val="3F6B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8324088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10204704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3F6B8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10204704" y="15636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ADD-ON</a:t>
            </a:r>
            <a:endParaRPr lang="en-US" sz="850"/>
          </a:p>
        </p:txBody>
      </p:sp>
      <p:sp>
        <p:nvSpPr>
          <p:cNvPr id="31" name="Text 29"/>
          <p:cNvSpPr txBox="1"/>
          <p:nvPr/>
        </p:nvSpPr>
        <p:spPr>
          <a:xfrm>
            <a:off x="8324088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Gateway</a:t>
            </a:r>
            <a:endParaRPr lang="en-US" sz="1500"/>
          </a:p>
        </p:txBody>
      </p:sp>
      <p:sp>
        <p:nvSpPr>
          <p:cNvPr id="32" name="Text 30"/>
          <p:cNvSpPr txBox="1"/>
          <p:nvPr/>
        </p:nvSpPr>
        <p:spPr>
          <a:xfrm>
            <a:off x="8324088" y="2350008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</a:t>
            </a:r>
            <a:endParaRPr lang="en-US" sz="800"/>
          </a:p>
        </p:txBody>
      </p:sp>
      <p:sp>
        <p:nvSpPr>
          <p:cNvPr id="33" name="Text 31"/>
          <p:cNvSpPr txBox="1"/>
          <p:nvPr/>
        </p:nvSpPr>
        <p:spPr>
          <a:xfrm>
            <a:off x="8324088" y="2551176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i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container on AKS / on-prem · control plane stays in Azure APIM</a:t>
            </a:r>
            <a:endParaRPr lang="en-US" sz="1000"/>
          </a:p>
        </p:txBody>
      </p:sp>
      <p:sp>
        <p:nvSpPr>
          <p:cNvPr id="34" name="Text 32"/>
          <p:cNvSpPr txBox="1"/>
          <p:nvPr/>
        </p:nvSpPr>
        <p:spPr>
          <a:xfrm>
            <a:off x="8324088" y="2891028"/>
            <a:ext cx="3179064" cy="134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Overhead for maintenance of the Gateway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plane next to the backend, removes hairpin round-trips</a:t>
            </a:r>
            <a:endParaRPr lang="en-US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regulated traffic inside its own boundary</a:t>
            </a:r>
            <a:endParaRPr lang="en-US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as one logical APIM instance and policy set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8324088" y="4297680"/>
            <a:ext cx="3179064" cy="658368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 txBox="1"/>
          <p:nvPr/>
        </p:nvSpPr>
        <p:spPr>
          <a:xfrm>
            <a:off x="8461248" y="4297680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00000"/>
              </a:lnSpc>
              <a:buNone/>
            </a:pPr>
            <a:r>
              <a:rPr lang="en-GB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Self-hosted gateways are intended for on-premises or data-residency scenarios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INGRESS</a:t>
            </a:r>
            <a:endParaRPr lang="en-US" sz="95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Ingress with WAF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L7 inspection point at the edge; every layer below adds identity and control, no secondary WAF.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24418" y="1325880"/>
            <a:ext cx="11183112" cy="109728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713232" y="1444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REQUEST FLOW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1161965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1198541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50"/>
          </a:p>
        </p:txBody>
      </p:sp>
      <p:sp>
        <p:nvSpPr>
          <p:cNvPr id="11" name="Text 9"/>
          <p:cNvSpPr txBox="1"/>
          <p:nvPr/>
        </p:nvSpPr>
        <p:spPr>
          <a:xfrm>
            <a:off x="1198541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caller</a:t>
            </a:r>
            <a:endParaRPr lang="en-US" sz="750"/>
          </a:p>
        </p:txBody>
      </p:sp>
      <p:sp>
        <p:nvSpPr>
          <p:cNvPr id="12" name="Shape 10"/>
          <p:cNvSpPr/>
          <p:nvPr/>
        </p:nvSpPr>
        <p:spPr>
          <a:xfrm>
            <a:off x="2523067" y="2002536"/>
            <a:ext cx="351190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874258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2910834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DNS</a:t>
            </a:r>
            <a:endParaRPr lang="en-US" sz="850"/>
          </a:p>
        </p:txBody>
      </p:sp>
      <p:sp>
        <p:nvSpPr>
          <p:cNvPr id="15" name="Text 13"/>
          <p:cNvSpPr txBox="1"/>
          <p:nvPr/>
        </p:nvSpPr>
        <p:spPr>
          <a:xfrm>
            <a:off x="2910834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CNAME → AFD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>
          <a:xfrm>
            <a:off x="4251016" y="2002536"/>
            <a:ext cx="354583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605599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4642175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</a:t>
            </a:r>
            <a:endParaRPr lang="en-US" sz="850"/>
          </a:p>
        </p:txBody>
      </p:sp>
      <p:sp>
        <p:nvSpPr>
          <p:cNvPr id="19" name="Text 17"/>
          <p:cNvSpPr txBox="1"/>
          <p:nvPr/>
        </p:nvSpPr>
        <p:spPr>
          <a:xfrm>
            <a:off x="4642175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· TLS · DDoS</a:t>
            </a:r>
            <a:endParaRPr lang="en-US" sz="750"/>
          </a:p>
        </p:txBody>
      </p:sp>
      <p:sp>
        <p:nvSpPr>
          <p:cNvPr id="20" name="Shape 18"/>
          <p:cNvSpPr/>
          <p:nvPr/>
        </p:nvSpPr>
        <p:spPr>
          <a:xfrm>
            <a:off x="5988050" y="2002536"/>
            <a:ext cx="525700" cy="9144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521501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558077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</a:t>
            </a:r>
            <a:endParaRPr lang="en-US" sz="850"/>
          </a:p>
        </p:txBody>
      </p:sp>
      <p:sp>
        <p:nvSpPr>
          <p:cNvPr id="23" name="Text 21"/>
          <p:cNvSpPr txBox="1"/>
          <p:nvPr/>
        </p:nvSpPr>
        <p:spPr>
          <a:xfrm>
            <a:off x="6558077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inbound</a:t>
            </a:r>
            <a:endParaRPr lang="en-US" sz="750"/>
          </a:p>
        </p:txBody>
      </p:sp>
      <p:sp>
        <p:nvSpPr>
          <p:cNvPr id="24" name="Shape 22"/>
          <p:cNvSpPr/>
          <p:nvPr/>
        </p:nvSpPr>
        <p:spPr>
          <a:xfrm>
            <a:off x="7894320" y="2002536"/>
            <a:ext cx="441814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8336135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8372711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</a:t>
            </a:r>
            <a:endParaRPr lang="en-US" sz="850"/>
          </a:p>
        </p:txBody>
      </p:sp>
      <p:sp>
        <p:nvSpPr>
          <p:cNvPr id="31" name="Text 29"/>
          <p:cNvSpPr txBox="1"/>
          <p:nvPr/>
        </p:nvSpPr>
        <p:spPr>
          <a:xfrm>
            <a:off x="8372711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· quota · schema</a:t>
            </a:r>
            <a:endParaRPr lang="en-US" sz="750"/>
          </a:p>
        </p:txBody>
      </p:sp>
      <p:sp>
        <p:nvSpPr>
          <p:cNvPr id="32" name="Shape 30"/>
          <p:cNvSpPr/>
          <p:nvPr/>
        </p:nvSpPr>
        <p:spPr>
          <a:xfrm>
            <a:off x="9701204" y="2002536"/>
            <a:ext cx="391159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10110651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 txBox="1"/>
          <p:nvPr/>
        </p:nvSpPr>
        <p:spPr>
          <a:xfrm>
            <a:off x="10147227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/>
          </a:p>
        </p:txBody>
      </p:sp>
      <p:sp>
        <p:nvSpPr>
          <p:cNvPr id="35" name="Text 33"/>
          <p:cNvSpPr txBox="1"/>
          <p:nvPr/>
        </p:nvSpPr>
        <p:spPr>
          <a:xfrm>
            <a:off x="10147227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</a:t>
            </a:r>
            <a:endParaRPr lang="en-US" sz="750"/>
          </a:p>
        </p:txBody>
      </p:sp>
      <p:sp>
        <p:nvSpPr>
          <p:cNvPr id="36" name="Shape 34"/>
          <p:cNvSpPr/>
          <p:nvPr/>
        </p:nvSpPr>
        <p:spPr>
          <a:xfrm>
            <a:off x="685797" y="2505456"/>
            <a:ext cx="3544824" cy="1614638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3F6B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868677" y="2752344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</a:t>
            </a:r>
            <a:endParaRPr lang="en-US" sz="1250"/>
          </a:p>
        </p:txBody>
      </p:sp>
      <p:sp>
        <p:nvSpPr>
          <p:cNvPr id="38" name="Shape 36"/>
          <p:cNvSpPr/>
          <p:nvPr/>
        </p:nvSpPr>
        <p:spPr>
          <a:xfrm>
            <a:off x="3041098" y="275234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3F6B8F"/>
          </a:solidFill>
          <a:ln w="12700">
            <a:solidFill>
              <a:srgbClr val="3F6B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3087620" y="2747772"/>
            <a:ext cx="9111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WAF</a:t>
            </a:r>
            <a:endParaRPr lang="en-US" sz="850"/>
          </a:p>
        </p:txBody>
      </p:sp>
      <p:sp>
        <p:nvSpPr>
          <p:cNvPr id="40" name="Text 38"/>
          <p:cNvSpPr txBox="1"/>
          <p:nvPr/>
        </p:nvSpPr>
        <p:spPr>
          <a:xfrm>
            <a:off x="727662" y="3099816"/>
            <a:ext cx="31790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WAF rules (DRS 2.1) with bot protection.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termination, DDoS protection, rate limiting, and geo-filtering.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public entry point for all internet-facing APIs.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traffic routing and health-based failover.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security and access controls before APIM.</a:t>
            </a:r>
            <a:endParaRPr lang="en-US" sz="800"/>
          </a:p>
        </p:txBody>
      </p:sp>
      <p:sp>
        <p:nvSpPr>
          <p:cNvPr id="46" name="Shape 44"/>
          <p:cNvSpPr/>
          <p:nvPr/>
        </p:nvSpPr>
        <p:spPr>
          <a:xfrm>
            <a:off x="4532350" y="2505456"/>
            <a:ext cx="3544824" cy="1563624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 txBox="1"/>
          <p:nvPr/>
        </p:nvSpPr>
        <p:spPr>
          <a:xfrm>
            <a:off x="4715230" y="2752344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 — Internal</a:t>
            </a:r>
            <a:endParaRPr lang="en-US" sz="1250"/>
          </a:p>
        </p:txBody>
      </p:sp>
      <p:sp>
        <p:nvSpPr>
          <p:cNvPr id="48" name="Shape 46"/>
          <p:cNvSpPr/>
          <p:nvPr/>
        </p:nvSpPr>
        <p:spPr>
          <a:xfrm>
            <a:off x="6842734" y="275234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 txBox="1"/>
          <p:nvPr/>
        </p:nvSpPr>
        <p:spPr>
          <a:xfrm>
            <a:off x="6842734" y="27523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850"/>
          </a:p>
        </p:txBody>
      </p:sp>
      <p:sp>
        <p:nvSpPr>
          <p:cNvPr id="50" name="Text 48"/>
          <p:cNvSpPr txBox="1"/>
          <p:nvPr/>
        </p:nvSpPr>
        <p:spPr>
          <a:xfrm>
            <a:off x="4589803" y="3013162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and authorizes API access.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rate limits and usage controls.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requests before they reach backend services.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traffic securely to backend systems over private connectivity</a:t>
            </a:r>
            <a:r>
              <a:rPr lang="en-GB" sz="10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/>
          </a:p>
        </p:txBody>
      </p:sp>
      <p:sp>
        <p:nvSpPr>
          <p:cNvPr id="54" name="Shape 52"/>
          <p:cNvSpPr/>
          <p:nvPr/>
        </p:nvSpPr>
        <p:spPr>
          <a:xfrm>
            <a:off x="668226" y="4251960"/>
            <a:ext cx="7408948" cy="1463040"/>
          </a:xfrm>
          <a:prstGeom prst="roundRect">
            <a:avLst>
              <a:gd name="adj" fmla="val 4138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851106" y="43982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SUFFICIENCY</a:t>
            </a:r>
            <a:endParaRPr lang="en-US" sz="950"/>
          </a:p>
        </p:txBody>
      </p:sp>
      <p:sp>
        <p:nvSpPr>
          <p:cNvPr id="56" name="Text 54"/>
          <p:cNvSpPr txBox="1"/>
          <p:nvPr/>
        </p:nvSpPr>
        <p:spPr>
          <a:xfrm>
            <a:off x="851106" y="4690872"/>
            <a:ext cx="5088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common web application attacks.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malicious internet traffic before it reaches APIM.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protect against bots and excessive request volumes.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centralised monitoring and security logging.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consistent security controls across all APIs.</a:t>
            </a:r>
            <a:endParaRPr lang="en-US" sz="800"/>
          </a:p>
        </p:txBody>
      </p:sp>
      <p:sp>
        <p:nvSpPr>
          <p:cNvPr id="57" name="Shape 55"/>
          <p:cNvSpPr/>
          <p:nvPr/>
        </p:nvSpPr>
        <p:spPr>
          <a:xfrm>
            <a:off x="608076" y="5894030"/>
            <a:ext cx="7469098" cy="566928"/>
          </a:xfrm>
          <a:prstGeom prst="roundRect">
            <a:avLst>
              <a:gd name="adj" fmla="val 9677"/>
            </a:avLst>
          </a:prstGeom>
          <a:solidFill>
            <a:srgbClr val="F0F5FA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727662" y="591905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DECISION  </a:t>
            </a:r>
            <a:r>
              <a:rPr lang="en-US" sz="11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 WAF covers OWASP top-10 and bot protection for external APIs. 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EGRESS</a:t>
            </a:r>
            <a:endParaRPr lang="en-US" sz="95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via Palo Alto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intent forces internet and private traffic through the NGFW; Azure PaaS stays on private endpoints.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83870" y="1325880"/>
            <a:ext cx="11183112" cy="109728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713232" y="1444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REQUEST FLOW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713232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749808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GATEWAY</a:t>
            </a:r>
            <a:endParaRPr lang="en-US" sz="850"/>
          </a:p>
        </p:txBody>
      </p:sp>
      <p:sp>
        <p:nvSpPr>
          <p:cNvPr id="11" name="Text 9"/>
          <p:cNvSpPr txBox="1"/>
          <p:nvPr/>
        </p:nvSpPr>
        <p:spPr>
          <a:xfrm>
            <a:off x="749808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subnet</a:t>
            </a:r>
            <a:endParaRPr lang="en-US" sz="750"/>
          </a:p>
        </p:txBody>
      </p:sp>
      <p:sp>
        <p:nvSpPr>
          <p:cNvPr id="12" name="Shape 10"/>
          <p:cNvSpPr/>
          <p:nvPr/>
        </p:nvSpPr>
        <p:spPr>
          <a:xfrm flipV="1">
            <a:off x="2357628" y="2001647"/>
            <a:ext cx="458852" cy="889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827147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2737485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vWAN HUB</a:t>
            </a:r>
            <a:endParaRPr lang="en-US" sz="850"/>
          </a:p>
        </p:txBody>
      </p:sp>
      <p:sp>
        <p:nvSpPr>
          <p:cNvPr id="19" name="Text 17"/>
          <p:cNvSpPr txBox="1"/>
          <p:nvPr/>
        </p:nvSpPr>
        <p:spPr>
          <a:xfrm>
            <a:off x="2737485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intent</a:t>
            </a:r>
            <a:endParaRPr lang="en-US" sz="750"/>
          </a:p>
        </p:txBody>
      </p:sp>
      <p:sp>
        <p:nvSpPr>
          <p:cNvPr id="21" name="Shape 19"/>
          <p:cNvSpPr/>
          <p:nvPr/>
        </p:nvSpPr>
        <p:spPr>
          <a:xfrm>
            <a:off x="5083810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5120386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NGFW</a:t>
            </a:r>
            <a:endParaRPr lang="en-US" sz="850"/>
          </a:p>
        </p:txBody>
      </p:sp>
      <p:sp>
        <p:nvSpPr>
          <p:cNvPr id="23" name="Text 21"/>
          <p:cNvSpPr txBox="1"/>
          <p:nvPr/>
        </p:nvSpPr>
        <p:spPr>
          <a:xfrm>
            <a:off x="5120386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proxy · FQDN</a:t>
            </a:r>
            <a:endParaRPr lang="en-US" sz="750"/>
          </a:p>
        </p:txBody>
      </p:sp>
      <p:sp>
        <p:nvSpPr>
          <p:cNvPr id="24" name="Shape 22"/>
          <p:cNvSpPr/>
          <p:nvPr/>
        </p:nvSpPr>
        <p:spPr>
          <a:xfrm>
            <a:off x="6709918" y="2001645"/>
            <a:ext cx="652907" cy="891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377811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7414387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SNAT</a:t>
            </a:r>
            <a:endParaRPr lang="en-US" sz="850"/>
          </a:p>
        </p:txBody>
      </p:sp>
      <p:sp>
        <p:nvSpPr>
          <p:cNvPr id="27" name="Text 25"/>
          <p:cNvSpPr txBox="1"/>
          <p:nvPr/>
        </p:nvSpPr>
        <p:spPr>
          <a:xfrm>
            <a:off x="7414387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egress IP</a:t>
            </a:r>
            <a:endParaRPr lang="en-US" sz="750"/>
          </a:p>
        </p:txBody>
      </p:sp>
      <p:sp>
        <p:nvSpPr>
          <p:cNvPr id="28" name="Shape 26"/>
          <p:cNvSpPr/>
          <p:nvPr/>
        </p:nvSpPr>
        <p:spPr>
          <a:xfrm>
            <a:off x="9003919" y="2001645"/>
            <a:ext cx="827405" cy="891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9849612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9886188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SaaS</a:t>
            </a:r>
            <a:endParaRPr lang="en-US" sz="850"/>
          </a:p>
        </p:txBody>
      </p:sp>
      <p:sp>
        <p:nvSpPr>
          <p:cNvPr id="31" name="Text 29"/>
          <p:cNvSpPr txBox="1"/>
          <p:nvPr/>
        </p:nvSpPr>
        <p:spPr>
          <a:xfrm>
            <a:off x="9886188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5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allow-listed</a:t>
            </a:r>
            <a:endParaRPr lang="en-US" sz="750"/>
          </a:p>
        </p:txBody>
      </p:sp>
      <p:sp>
        <p:nvSpPr>
          <p:cNvPr id="32" name="Shape 30"/>
          <p:cNvSpPr/>
          <p:nvPr/>
        </p:nvSpPr>
        <p:spPr>
          <a:xfrm>
            <a:off x="502920" y="2606040"/>
            <a:ext cx="3544824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685800" y="2752344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— APIM VNET</a:t>
            </a:r>
            <a:endParaRPr lang="en-US" sz="900"/>
          </a:p>
        </p:txBody>
      </p:sp>
      <p:sp>
        <p:nvSpPr>
          <p:cNvPr id="34" name="Text 32"/>
          <p:cNvSpPr txBox="1"/>
          <p:nvPr/>
        </p:nvSpPr>
        <p:spPr>
          <a:xfrm>
            <a:off x="685800" y="300837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Gateway subnet</a:t>
            </a:r>
            <a:endParaRPr lang="en-US" sz="1200"/>
          </a:p>
        </p:txBody>
      </p:sp>
      <p:sp>
        <p:nvSpPr>
          <p:cNvPr id="35" name="Text 33"/>
          <p:cNvSpPr txBox="1"/>
          <p:nvPr/>
        </p:nvSpPr>
        <p:spPr>
          <a:xfrm>
            <a:off x="713232" y="3337560"/>
            <a:ext cx="31790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IP, no NAT gateway</a:t>
            </a:r>
            <a:endParaRPr lang="en-US"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endpoints off - private endpoints only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4322064" y="2606040"/>
            <a:ext cx="3544824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254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504944" y="2752344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WAN SECURED HUB</a:t>
            </a:r>
            <a:endParaRPr lang="en-US" sz="900"/>
          </a:p>
        </p:txBody>
      </p:sp>
      <p:sp>
        <p:nvSpPr>
          <p:cNvPr id="38" name="Text 36"/>
          <p:cNvSpPr txBox="1"/>
          <p:nvPr/>
        </p:nvSpPr>
        <p:spPr>
          <a:xfrm>
            <a:off x="4504944" y="300837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intent: Internet + Private</a:t>
            </a:r>
            <a:endParaRPr lang="en-US" sz="1200"/>
          </a:p>
        </p:txBody>
      </p:sp>
      <p:sp>
        <p:nvSpPr>
          <p:cNvPr id="39" name="Text 37"/>
          <p:cNvSpPr txBox="1"/>
          <p:nvPr/>
        </p:nvSpPr>
        <p:spPr>
          <a:xfrm>
            <a:off x="4504944" y="3337560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Cloud NGFW (SaaS) or VM-Series in the hub</a:t>
            </a:r>
            <a:endParaRPr lang="en-US"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forward proxy, FQDN allow-list</a:t>
            </a:r>
            <a:endParaRPr lang="en-US"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routing policy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8141208" y="2606040"/>
            <a:ext cx="3544824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8324088" y="2752344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900"/>
          </a:p>
        </p:txBody>
      </p:sp>
      <p:sp>
        <p:nvSpPr>
          <p:cNvPr id="42" name="Text 40"/>
          <p:cNvSpPr txBox="1"/>
          <p:nvPr/>
        </p:nvSpPr>
        <p:spPr>
          <a:xfrm>
            <a:off x="8324088" y="300837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default, allow by exception</a:t>
            </a:r>
            <a:endParaRPr lang="en-US" sz="1200"/>
          </a:p>
        </p:txBody>
      </p:sp>
      <p:sp>
        <p:nvSpPr>
          <p:cNvPr id="43" name="Text 41"/>
          <p:cNvSpPr txBox="1"/>
          <p:nvPr/>
        </p:nvSpPr>
        <p:spPr>
          <a:xfrm>
            <a:off x="8324088" y="3337560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SaaS APIs over allow-listed FQDNs</a:t>
            </a:r>
            <a:endParaRPr lang="en-US"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systems via ExpressRoute</a:t>
            </a:r>
            <a:endParaRPr lang="en-US"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PaaS via Private Endpoint</a:t>
            </a:r>
            <a:endParaRPr lang="en-US" sz="1000"/>
          </a:p>
        </p:txBody>
      </p:sp>
      <p:sp>
        <p:nvSpPr>
          <p:cNvPr id="44" name="Shape 42"/>
          <p:cNvSpPr/>
          <p:nvPr/>
        </p:nvSpPr>
        <p:spPr>
          <a:xfrm>
            <a:off x="502920" y="4297680"/>
            <a:ext cx="5454396" cy="1234440"/>
          </a:xfrm>
          <a:prstGeom prst="roundRect">
            <a:avLst>
              <a:gd name="adj" fmla="val 4444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667512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DESIGN</a:t>
            </a:r>
            <a:endParaRPr lang="en-US" sz="950"/>
          </a:p>
        </p:txBody>
      </p:sp>
      <p:sp>
        <p:nvSpPr>
          <p:cNvPr id="46" name="Text 44"/>
          <p:cNvSpPr txBox="1"/>
          <p:nvPr/>
        </p:nvSpPr>
        <p:spPr>
          <a:xfrm>
            <a:off x="667512" y="4718304"/>
            <a:ext cx="512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is connected across the hub and all application networks.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resolution works seamlessly between on-premises and Azure.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users resolve the API endpoint to the private APIM address.</a:t>
            </a:r>
            <a:endParaRPr lang="en-US" sz="1050"/>
          </a:p>
        </p:txBody>
      </p:sp>
      <p:sp>
        <p:nvSpPr>
          <p:cNvPr id="47" name="Shape 45"/>
          <p:cNvSpPr/>
          <p:nvPr/>
        </p:nvSpPr>
        <p:spPr>
          <a:xfrm>
            <a:off x="6245421" y="4261104"/>
            <a:ext cx="5454396" cy="1234440"/>
          </a:xfrm>
          <a:prstGeom prst="roundRect">
            <a:avLst>
              <a:gd name="adj" fmla="val 4444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 txBox="1"/>
          <p:nvPr/>
        </p:nvSpPr>
        <p:spPr>
          <a:xfrm>
            <a:off x="6396228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CONTROLS</a:t>
            </a:r>
            <a:endParaRPr lang="en-US" sz="950"/>
          </a:p>
        </p:txBody>
      </p:sp>
      <p:sp>
        <p:nvSpPr>
          <p:cNvPr id="49" name="Text 47"/>
          <p:cNvSpPr txBox="1"/>
          <p:nvPr/>
        </p:nvSpPr>
        <p:spPr>
          <a:xfrm>
            <a:off x="6396228" y="4718304"/>
            <a:ext cx="512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Approved outbound endpoints documented per API.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outbound traffic is logged and auditable at firewall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V2 isolates platform dependencies from Chaucer VNet and no firewall exemptions required</a:t>
            </a:r>
            <a:endParaRPr lang="en-GB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02920" y="571500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F0F5FA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 txBox="1"/>
          <p:nvPr/>
        </p:nvSpPr>
        <p:spPr>
          <a:xfrm>
            <a:off x="713232" y="57150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DECISION  </a:t>
            </a:r>
            <a:r>
              <a:rPr lang="en-US" sz="11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WAN routing intent with Palo Alto in the secured hub.</a:t>
            </a:r>
            <a:endParaRPr lang="en-US" sz="1100"/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B28A5521-101C-62F0-DB64-5D46229AE4AA}"/>
              </a:ext>
            </a:extLst>
          </p:cNvPr>
          <p:cNvSpPr/>
          <p:nvPr/>
        </p:nvSpPr>
        <p:spPr>
          <a:xfrm flipV="1">
            <a:off x="4453256" y="2001645"/>
            <a:ext cx="607694" cy="889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&amp; DISASTER RECOVERY</a:t>
            </a:r>
            <a:endParaRPr lang="en-US" sz="95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and DR Strategy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units across 2 zones in the primary region. Secondary-region cost is a straight trade against RTO.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323589" y="1252728"/>
            <a:ext cx="5454396" cy="3884112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254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6413241" y="133273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REGION – MULTIPLE UNITS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10217762" y="1425796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10217762" y="14308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850"/>
          </a:p>
        </p:txBody>
      </p:sp>
      <p:sp>
        <p:nvSpPr>
          <p:cNvPr id="16" name="Text 14"/>
          <p:cNvSpPr txBox="1"/>
          <p:nvPr/>
        </p:nvSpPr>
        <p:spPr>
          <a:xfrm>
            <a:off x="6398162" y="3555505"/>
            <a:ext cx="4855314" cy="120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 is deployed across multiple Azure regions, with multiple units provisioned in each region to provide both regional and platform resilience.</a:t>
            </a: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 is maintained through geographic distribution, reducing the impact of infrastructure, availability zone, or regional failures.</a:t>
            </a: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can be routed between regions using approved failover or load-balancing mechanisms to support service continuity during disaster scenarios.</a:t>
            </a: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represents the highest resilience tier, combining backup, zonal resilience, and cross-region redundancy for business-critical production services.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528315" y="1297432"/>
            <a:ext cx="5454396" cy="178308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2222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GB" b="1"/>
          </a:p>
        </p:txBody>
      </p:sp>
      <p:sp>
        <p:nvSpPr>
          <p:cNvPr id="18" name="Text 16"/>
          <p:cNvSpPr txBox="1"/>
          <p:nvPr/>
        </p:nvSpPr>
        <p:spPr>
          <a:xfrm>
            <a:off x="619755" y="1361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kern="0" spc="12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REGION- SINGLE UNIT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619755" y="1796532"/>
            <a:ext cx="3291840" cy="978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single Azure API Management unit is deployed in one Azure region, with no secondary region or active-active configuration.</a:t>
            </a:r>
          </a:p>
          <a:p>
            <a:pPr marL="171450" lvl="0" indent="-1714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resilience relies on Azure platform recovery and standard restoration processes rather than cross-region or cross-zone failover.</a:t>
            </a:r>
          </a:p>
          <a:p>
            <a:pPr marL="171450" lvl="0" indent="-1714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additional gateway units or regional replicas are provisioned, minimising infrastructure and operating costs.</a:t>
            </a:r>
          </a:p>
          <a:p>
            <a:pPr marL="171450" lvl="0" indent="-1714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approach prioritises cost efficiency and aligns with Bronze-tier resilience requirements where extended recovery times are acceptable.</a:t>
            </a:r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A80B9F96-3B99-B108-32C2-4F15916783AE}"/>
              </a:ext>
            </a:extLst>
          </p:cNvPr>
          <p:cNvSpPr/>
          <p:nvPr/>
        </p:nvSpPr>
        <p:spPr>
          <a:xfrm>
            <a:off x="4516966" y="1385665"/>
            <a:ext cx="1085750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pPr algn="ctr"/>
            <a:r>
              <a:rPr lang="en-GB" sz="85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BRONZE</a:t>
            </a:r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C20E27B3-5993-1796-539E-46075210D5EA}"/>
              </a:ext>
            </a:extLst>
          </p:cNvPr>
          <p:cNvSpPr/>
          <p:nvPr/>
        </p:nvSpPr>
        <p:spPr>
          <a:xfrm>
            <a:off x="528315" y="3408690"/>
            <a:ext cx="5454396" cy="2452614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254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838CD20B-3C07-EDCE-7826-67307D9F2B2F}"/>
              </a:ext>
            </a:extLst>
          </p:cNvPr>
          <p:cNvSpPr txBox="1"/>
          <p:nvPr/>
        </p:nvSpPr>
        <p:spPr>
          <a:xfrm>
            <a:off x="711195" y="343713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REGION – MORE THAN 1 UNIT</a:t>
            </a:r>
            <a:endParaRPr lang="en-US" sz="950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710D087C-5AF0-6BA4-3163-8EF57F51DE69}"/>
              </a:ext>
            </a:extLst>
          </p:cNvPr>
          <p:cNvSpPr/>
          <p:nvPr/>
        </p:nvSpPr>
        <p:spPr>
          <a:xfrm>
            <a:off x="4748271" y="354585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7AA89157-2A04-AFC1-D095-AF09BCB1863E}"/>
              </a:ext>
            </a:extLst>
          </p:cNvPr>
          <p:cNvSpPr txBox="1"/>
          <p:nvPr/>
        </p:nvSpPr>
        <p:spPr>
          <a:xfrm>
            <a:off x="4748271" y="354585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50"/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06393D4B-63A7-D7DD-6C0D-7F762FA1375B}"/>
              </a:ext>
            </a:extLst>
          </p:cNvPr>
          <p:cNvSpPr txBox="1"/>
          <p:nvPr/>
        </p:nvSpPr>
        <p:spPr>
          <a:xfrm>
            <a:off x="711195" y="4017772"/>
            <a:ext cx="3108960" cy="1173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is deployed in a single Azure region with multiple units, providing increased capacity and resilience within the region.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units reduce the impact of underlying infrastructure failures and support continued service availability during platform maintenance events by using availability zones.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 capabilities remain in place as part of the baseline resilience controls inherited from the Bronze tier.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GB" sz="8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aligns with the Silver resilience tier, delivering enhanced availability for production services without the additional cost and complexity of cross-region deployment</a:t>
            </a:r>
            <a:r>
              <a:rPr lang="en-GB" sz="100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32EEDF85-88ED-3CF0-9738-E72455560E8F}"/>
              </a:ext>
            </a:extLst>
          </p:cNvPr>
          <p:cNvSpPr/>
          <p:nvPr/>
        </p:nvSpPr>
        <p:spPr>
          <a:xfrm>
            <a:off x="6492654" y="2319450"/>
            <a:ext cx="1852858" cy="952500"/>
          </a:xfrm>
          <a:prstGeom prst="roundRect">
            <a:avLst>
              <a:gd name="adj" fmla="val 43333"/>
            </a:avLst>
          </a:prstGeom>
          <a:solidFill>
            <a:schemeClr val="tx2">
              <a:lumMod val="75000"/>
            </a:schemeClr>
          </a:solidFill>
          <a:ln w="12700">
            <a:solidFill>
              <a:srgbClr val="E3EC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B4A25D50-9BB3-8986-F384-F08A4C5532D0}"/>
              </a:ext>
            </a:extLst>
          </p:cNvPr>
          <p:cNvSpPr/>
          <p:nvPr/>
        </p:nvSpPr>
        <p:spPr>
          <a:xfrm>
            <a:off x="9038201" y="2326641"/>
            <a:ext cx="1942550" cy="952500"/>
          </a:xfrm>
          <a:prstGeom prst="roundRect">
            <a:avLst>
              <a:gd name="adj" fmla="val 43333"/>
            </a:avLst>
          </a:prstGeom>
          <a:solidFill>
            <a:schemeClr val="tx2"/>
          </a:solidFill>
          <a:ln w="12700">
            <a:solidFill>
              <a:srgbClr val="E3EC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781362" y="2477064"/>
            <a:ext cx="1143000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698360" y="2475657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90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FA3E06F5-1943-D903-4CA2-DE8B6DA7D20B}"/>
              </a:ext>
            </a:extLst>
          </p:cNvPr>
          <p:cNvSpPr/>
          <p:nvPr/>
        </p:nvSpPr>
        <p:spPr>
          <a:xfrm>
            <a:off x="6780613" y="2846969"/>
            <a:ext cx="1143000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8D9F436F-13B7-3D18-0C21-C329B2C9D6B8}"/>
              </a:ext>
            </a:extLst>
          </p:cNvPr>
          <p:cNvSpPr txBox="1"/>
          <p:nvPr/>
        </p:nvSpPr>
        <p:spPr>
          <a:xfrm>
            <a:off x="6697611" y="284556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90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2A1312AE-3846-BEBF-FA82-05AD6E3CFF90}"/>
              </a:ext>
            </a:extLst>
          </p:cNvPr>
          <p:cNvSpPr/>
          <p:nvPr/>
        </p:nvSpPr>
        <p:spPr>
          <a:xfrm>
            <a:off x="9424386" y="2711216"/>
            <a:ext cx="1143000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DB796042-A80D-F962-E435-526766287840}"/>
              </a:ext>
            </a:extLst>
          </p:cNvPr>
          <p:cNvSpPr txBox="1"/>
          <p:nvPr/>
        </p:nvSpPr>
        <p:spPr>
          <a:xfrm>
            <a:off x="9412223" y="2684215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90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F47FA95-62CE-5036-80BD-E728AA5BA066}"/>
              </a:ext>
            </a:extLst>
          </p:cNvPr>
          <p:cNvSpPr/>
          <p:nvPr/>
        </p:nvSpPr>
        <p:spPr>
          <a:xfrm>
            <a:off x="6926960" y="2034383"/>
            <a:ext cx="914400" cy="17785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39308141-443D-1D0C-6849-77C8A15D1135}"/>
              </a:ext>
            </a:extLst>
          </p:cNvPr>
          <p:cNvSpPr txBox="1"/>
          <p:nvPr/>
        </p:nvSpPr>
        <p:spPr>
          <a:xfrm>
            <a:off x="6812660" y="1962583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1</a:t>
            </a:r>
            <a:endParaRPr lang="en-US" sz="90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A293620-D5C5-D266-4ABC-D57A478BB5BB}"/>
              </a:ext>
            </a:extLst>
          </p:cNvPr>
          <p:cNvSpPr/>
          <p:nvPr/>
        </p:nvSpPr>
        <p:spPr>
          <a:xfrm>
            <a:off x="9510718" y="2026087"/>
            <a:ext cx="914400" cy="17785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E90FF846-B4AD-2720-B3D6-3E09069E5B71}"/>
              </a:ext>
            </a:extLst>
          </p:cNvPr>
          <p:cNvSpPr txBox="1"/>
          <p:nvPr/>
        </p:nvSpPr>
        <p:spPr>
          <a:xfrm>
            <a:off x="9539822" y="2024680"/>
            <a:ext cx="856360" cy="17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2</a:t>
            </a:r>
            <a:endParaRPr lang="en-US" sz="900"/>
          </a:p>
        </p:txBody>
      </p:sp>
      <p:sp>
        <p:nvSpPr>
          <p:cNvPr id="61" name="Arrow: Left-Right 60">
            <a:extLst>
              <a:ext uri="{FF2B5EF4-FFF2-40B4-BE49-F238E27FC236}">
                <a16:creationId xmlns:a16="http://schemas.microsoft.com/office/drawing/2014/main" id="{AA89BE25-0107-B66B-BE59-90117CE6A42E}"/>
              </a:ext>
            </a:extLst>
          </p:cNvPr>
          <p:cNvSpPr/>
          <p:nvPr/>
        </p:nvSpPr>
        <p:spPr>
          <a:xfrm>
            <a:off x="8309798" y="2775343"/>
            <a:ext cx="728402" cy="71626"/>
          </a:xfrm>
          <a:prstGeom prst="left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0" name="RegionLabel200"/>
          <p:cNvSpPr/>
          <p:nvPr/>
        </p:nvSpPr>
        <p:spPr>
          <a:xfrm>
            <a:off x="4389120" y="1965960"/>
            <a:ext cx="1051560" cy="2194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900" b="1" spc="60">
                <a:solidFill>
                  <a:srgbClr val="0E3F6E"/>
                </a:solidFill>
                <a:latin typeface="Calibri"/>
              </a:rPr>
              <a:t>Region 1</a:t>
            </a:r>
          </a:p>
        </p:txBody>
      </p:sp>
      <p:sp>
        <p:nvSpPr>
          <p:cNvPr id="201" name="RegionPod201"/>
          <p:cNvSpPr/>
          <p:nvPr/>
        </p:nvSpPr>
        <p:spPr>
          <a:xfrm>
            <a:off x="4069080" y="2320773"/>
            <a:ext cx="1691640" cy="640080"/>
          </a:xfrm>
          <a:prstGeom prst="roundRect">
            <a:avLst>
              <a:gd name="adj" fmla="val 28000"/>
            </a:avLst>
          </a:prstGeom>
          <a:solidFill>
            <a:schemeClr val="tx2">
              <a:lumMod val="75000"/>
            </a:schemeClr>
          </a:solidFill>
          <a:ln w="12700">
            <a:solidFill>
              <a:srgbClr val="E3ECF4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2" name="ZonePill202"/>
          <p:cNvSpPr/>
          <p:nvPr/>
        </p:nvSpPr>
        <p:spPr>
          <a:xfrm>
            <a:off x="4297680" y="2503653"/>
            <a:ext cx="1234440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900" b="1" spc="80">
                <a:solidFill>
                  <a:srgbClr val="0E3F6E"/>
                </a:solidFill>
                <a:latin typeface="Calibri"/>
              </a:rPr>
              <a:t>ZONE 1</a:t>
            </a:r>
          </a:p>
        </p:txBody>
      </p:sp>
      <p:sp>
        <p:nvSpPr>
          <p:cNvPr id="210" name="RegionLabel210"/>
          <p:cNvSpPr/>
          <p:nvPr/>
        </p:nvSpPr>
        <p:spPr>
          <a:xfrm>
            <a:off x="4297680" y="4509086"/>
            <a:ext cx="1097280" cy="2194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900" b="1" spc="60">
                <a:solidFill>
                  <a:srgbClr val="0E3F6E"/>
                </a:solidFill>
                <a:latin typeface="Calibri"/>
              </a:rPr>
              <a:t>Region 1</a:t>
            </a:r>
          </a:p>
        </p:txBody>
      </p:sp>
      <p:sp>
        <p:nvSpPr>
          <p:cNvPr id="211" name="RegionPod211"/>
          <p:cNvSpPr/>
          <p:nvPr/>
        </p:nvSpPr>
        <p:spPr>
          <a:xfrm>
            <a:off x="3794760" y="4809192"/>
            <a:ext cx="2103120" cy="658368"/>
          </a:xfrm>
          <a:prstGeom prst="roundRect">
            <a:avLst>
              <a:gd name="adj" fmla="val 26000"/>
            </a:avLst>
          </a:prstGeom>
          <a:solidFill>
            <a:schemeClr val="tx2">
              <a:lumMod val="75000"/>
            </a:schemeClr>
          </a:solidFill>
          <a:ln w="12700">
            <a:solidFill>
              <a:srgbClr val="E3ECF4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2" name="ZonePill212"/>
          <p:cNvSpPr/>
          <p:nvPr/>
        </p:nvSpPr>
        <p:spPr>
          <a:xfrm>
            <a:off x="3931920" y="5010360"/>
            <a:ext cx="859536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850" b="1" spc="40">
                <a:solidFill>
                  <a:srgbClr val="0E3F6E"/>
                </a:solidFill>
                <a:latin typeface="Calibri"/>
              </a:rPr>
              <a:t>ZONE 1</a:t>
            </a:r>
          </a:p>
        </p:txBody>
      </p:sp>
      <p:sp>
        <p:nvSpPr>
          <p:cNvPr id="213" name="ZonePill213"/>
          <p:cNvSpPr/>
          <p:nvPr/>
        </p:nvSpPr>
        <p:spPr>
          <a:xfrm>
            <a:off x="4901184" y="5010360"/>
            <a:ext cx="859536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850" b="1" spc="40">
                <a:solidFill>
                  <a:srgbClr val="0E3F6E"/>
                </a:solidFill>
                <a:latin typeface="Calibri"/>
              </a:rPr>
              <a:t>ZONE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&amp; DISASTER RECOVERY</a:t>
            </a:r>
            <a:endParaRPr lang="en-US" sz="95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Topology — Bronze, Silver, Gold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and Silver run the primary region only, standing up the secondary on DR via IaC to keep cost minimal. Gold runs active-active across both regions.</a:t>
            </a:r>
            <a:endParaRPr lang="en-US" sz="1200"/>
          </a:p>
        </p:txBody>
      </p:sp>
      <p:pic>
        <p:nvPicPr>
          <p:cNvPr id="200" name="Resilience Topolog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667" y="1371600"/>
            <a:ext cx="92783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EDGE SERVICE OPTIONS</a:t>
            </a:r>
            <a:endParaRPr lang="en-US" sz="95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 Tiers &amp; Offerings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comes in several SKUs. Premium is the chosen tier because it adds the managed WAF and Private Link origin a governed API edge requires.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4933518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12700">
            <a:solidFill>
              <a:srgbClr val="5E6D7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1077484" y="1581912"/>
            <a:ext cx="2036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694836" y="1563624"/>
            <a:ext cx="1807118" cy="237744"/>
          </a:xfrm>
          <a:prstGeom prst="roundRect">
            <a:avLst>
              <a:gd name="adj" fmla="val 50000"/>
            </a:avLst>
          </a:prstGeom>
          <a:solidFill>
            <a:srgbClr val="5E6D7C"/>
          </a:solidFill>
          <a:ln w="12700">
            <a:solidFill>
              <a:srgbClr val="5E6D7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3694836" y="1563624"/>
            <a:ext cx="1807118" cy="23774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/>
          </a:p>
        </p:txBody>
      </p:sp>
      <p:sp>
        <p:nvSpPr>
          <p:cNvPr id="11" name="Text 9"/>
          <p:cNvSpPr txBox="1"/>
          <p:nvPr/>
        </p:nvSpPr>
        <p:spPr>
          <a:xfrm>
            <a:off x="1077484" y="1920240"/>
            <a:ext cx="442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>
                <a:solidFill>
                  <a:srgbClr val="0E3F6E"/>
                </a:solidFill>
                <a:latin typeface="Calibri"/>
                <a:ea typeface="Calibri"/>
                <a:cs typeface="Calibri"/>
              </a:rPr>
              <a:t>Front Door Standard</a:t>
            </a: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ts val="1900"/>
              </a:lnSpc>
              <a:buNone/>
            </a:pPr>
            <a:endParaRPr lang="en-US" sz="1500" b="1">
              <a:solidFill>
                <a:srgbClr val="0E3F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077484" y="2350008"/>
            <a:ext cx="442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PROFILE</a:t>
            </a:r>
            <a:endParaRPr lang="en-US" sz="800"/>
          </a:p>
        </p:txBody>
      </p:sp>
      <p:sp>
        <p:nvSpPr>
          <p:cNvPr id="13" name="Text 11"/>
          <p:cNvSpPr txBox="1"/>
          <p:nvPr/>
        </p:nvSpPr>
        <p:spPr>
          <a:xfrm>
            <a:off x="1077484" y="2551176"/>
            <a:ext cx="442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000" i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+ global Layer 7 routing, no advanced security</a:t>
            </a:r>
            <a:endParaRPr lang="en-US" sz="1000"/>
          </a:p>
        </p:txBody>
      </p:sp>
      <p:sp>
        <p:nvSpPr>
          <p:cNvPr id="14" name="Text 12"/>
          <p:cNvSpPr txBox="1"/>
          <p:nvPr/>
        </p:nvSpPr>
        <p:spPr>
          <a:xfrm>
            <a:off x="1077484" y="3026664"/>
            <a:ext cx="442447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Anycast routing, caching, TLS termination and custom domains.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GB" sz="1050">
                <a:latin typeface="Calibri"/>
                <a:ea typeface="Calibri"/>
                <a:cs typeface="Calibri"/>
              </a:rPr>
              <a:t>No managed WAF or bot protection, and no Private Link origin support.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GB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>
                <a:latin typeface="Calibri"/>
                <a:ea typeface="Calibri"/>
                <a:cs typeface="Calibri"/>
              </a:rPr>
              <a:t>Lower cost; suited to content delivery, not a secured API edge.</a:t>
            </a:r>
            <a:endParaRPr lang="en-GB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7484" y="4416552"/>
            <a:ext cx="4424471" cy="539496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1268376" y="4416552"/>
            <a:ext cx="404268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00000"/>
              </a:lnSpc>
              <a:buNone/>
            </a:pPr>
            <a:r>
              <a:rPr lang="en-GB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sufficient: no WAF and no Private Link origin for internal APIM.</a:t>
            </a:r>
          </a:p>
        </p:txBody>
      </p:sp>
      <p:sp>
        <p:nvSpPr>
          <p:cNvPr id="17" name="Shape 15"/>
          <p:cNvSpPr/>
          <p:nvPr/>
        </p:nvSpPr>
        <p:spPr>
          <a:xfrm>
            <a:off x="6423990" y="1417320"/>
            <a:ext cx="4933518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254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6678514" y="1581912"/>
            <a:ext cx="2036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9295866" y="1563624"/>
            <a:ext cx="1807118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9295866" y="1563624"/>
            <a:ext cx="180711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850"/>
          </a:p>
        </p:txBody>
      </p:sp>
      <p:sp>
        <p:nvSpPr>
          <p:cNvPr id="21" name="Text 19"/>
          <p:cNvSpPr txBox="1"/>
          <p:nvPr/>
        </p:nvSpPr>
        <p:spPr>
          <a:xfrm>
            <a:off x="6678514" y="1920240"/>
            <a:ext cx="442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</a:t>
            </a:r>
            <a:endParaRPr lang="en-US" sz="1500"/>
          </a:p>
        </p:txBody>
      </p:sp>
      <p:sp>
        <p:nvSpPr>
          <p:cNvPr id="22" name="Text 20"/>
          <p:cNvSpPr txBox="1"/>
          <p:nvPr/>
        </p:nvSpPr>
        <p:spPr>
          <a:xfrm>
            <a:off x="6678514" y="2253996"/>
            <a:ext cx="442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PROFILE</a:t>
            </a:r>
            <a:endParaRPr lang="en-US" sz="800"/>
          </a:p>
        </p:txBody>
      </p:sp>
      <p:sp>
        <p:nvSpPr>
          <p:cNvPr id="23" name="Text 21"/>
          <p:cNvSpPr txBox="1"/>
          <p:nvPr/>
        </p:nvSpPr>
        <p:spPr>
          <a:xfrm>
            <a:off x="6678514" y="2433828"/>
            <a:ext cx="442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i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managed WAF + Private Link origin</a:t>
            </a:r>
            <a:endParaRPr lang="en-US" sz="1000"/>
          </a:p>
        </p:txBody>
      </p:sp>
      <p:sp>
        <p:nvSpPr>
          <p:cNvPr id="24" name="Text 22"/>
          <p:cNvSpPr txBox="1"/>
          <p:nvPr/>
        </p:nvSpPr>
        <p:spPr>
          <a:xfrm>
            <a:off x="6678514" y="2807208"/>
            <a:ext cx="4424471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WAF (DRS 2.1) with bot protection and rate limiting.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 origin to an internal-mode APIM, so no public IP.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 and enhanced security analytics.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hardened, governed edge this design requires.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6678514" y="4416552"/>
            <a:ext cx="4424471" cy="539496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6869406" y="4416552"/>
            <a:ext cx="404268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0"/>
              </a:lnSpc>
            </a:pPr>
            <a:r>
              <a:rPr lang="en-GB" sz="10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WAF plus Private Link origin gives a secure, private API edge.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APIM GATEWAY TIERS</a:t>
            </a:r>
            <a:endParaRPr lang="en-US" sz="95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Gateway Tiers &amp; Offerings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offers several tiers. Premium v2 provides the network isolation, scale and governance a strategic API platform needs.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12700">
            <a:solidFill>
              <a:srgbClr val="5E6D7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685800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TIERS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2566416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5E6D7C"/>
          </a:solidFill>
          <a:ln w="12700">
            <a:solidFill>
              <a:srgbClr val="5E6D7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2566416" y="1563624"/>
            <a:ext cx="1298448" cy="23774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SUFFICIENT</a:t>
            </a:r>
            <a:endParaRPr lang="en-US" sz="850"/>
          </a:p>
        </p:txBody>
      </p:sp>
      <p:sp>
        <p:nvSpPr>
          <p:cNvPr id="11" name="Text 9"/>
          <p:cNvSpPr txBox="1"/>
          <p:nvPr/>
        </p:nvSpPr>
        <p:spPr>
          <a:xfrm>
            <a:off x="685800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>
                <a:solidFill>
                  <a:srgbClr val="0E3F6E"/>
                </a:solidFill>
                <a:latin typeface="Calibri"/>
                <a:ea typeface="Calibri"/>
                <a:cs typeface="Calibri"/>
              </a:rPr>
              <a:t>Consumption / Developer / Basic / Standard</a:t>
            </a: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ts val="1900"/>
              </a:lnSpc>
              <a:buNone/>
            </a:pPr>
            <a:endParaRPr lang="en-US" sz="1500" b="1">
              <a:solidFill>
                <a:srgbClr val="0E3F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85800" y="2350008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PROFILE</a:t>
            </a:r>
            <a:endParaRPr lang="en-US" sz="800"/>
          </a:p>
        </p:txBody>
      </p:sp>
      <p:sp>
        <p:nvSpPr>
          <p:cNvPr id="13" name="Text 11"/>
          <p:cNvSpPr txBox="1"/>
          <p:nvPr/>
        </p:nvSpPr>
        <p:spPr>
          <a:xfrm>
            <a:off x="685800" y="2551176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000" i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non-production and entry production tiers</a:t>
            </a:r>
            <a:endParaRPr lang="en-US" sz="1000"/>
          </a:p>
        </p:txBody>
      </p:sp>
      <p:sp>
        <p:nvSpPr>
          <p:cNvPr id="14" name="Text 12"/>
          <p:cNvSpPr txBox="1"/>
          <p:nvPr/>
        </p:nvSpPr>
        <p:spPr>
          <a:xfrm>
            <a:off x="685800" y="3026664"/>
            <a:ext cx="31790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 is serverless and per-call; Developer has no SLA (non-prod only).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GB" sz="1050">
                <a:latin typeface="Calibri"/>
                <a:ea typeface="Calibri"/>
                <a:cs typeface="Calibri"/>
              </a:rPr>
              <a:t>Basic and Standard carry a production SLA but no VNet injection.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GB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>
                <a:latin typeface="Calibri"/>
                <a:ea typeface="Calibri"/>
                <a:cs typeface="Calibri"/>
              </a:rPr>
              <a:t>None provide the private networking or isolation this design needs.</a:t>
            </a:r>
            <a:endParaRPr lang="en-GB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5800" y="4416552"/>
            <a:ext cx="3179064" cy="539496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22960" y="4416552"/>
            <a:ext cx="29047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00000"/>
              </a:lnSpc>
              <a:buNone/>
            </a:pPr>
            <a:r>
              <a:rPr lang="en-GB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sufficient: no VNet injection or private isolation for the platform.</a:t>
            </a:r>
          </a:p>
        </p:txBody>
      </p:sp>
      <p:sp>
        <p:nvSpPr>
          <p:cNvPr id="17" name="Shape 15"/>
          <p:cNvSpPr/>
          <p:nvPr/>
        </p:nvSpPr>
        <p:spPr>
          <a:xfrm>
            <a:off x="4322064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254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4504944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TIER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6385560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6385560" y="15636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850"/>
          </a:p>
        </p:txBody>
      </p:sp>
      <p:sp>
        <p:nvSpPr>
          <p:cNvPr id="21" name="Text 19"/>
          <p:cNvSpPr txBox="1"/>
          <p:nvPr/>
        </p:nvSpPr>
        <p:spPr>
          <a:xfrm>
            <a:off x="4504944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v2</a:t>
            </a:r>
            <a:endParaRPr lang="en-US" sz="1500"/>
          </a:p>
        </p:txBody>
      </p:sp>
      <p:sp>
        <p:nvSpPr>
          <p:cNvPr id="22" name="Text 20"/>
          <p:cNvSpPr txBox="1"/>
          <p:nvPr/>
        </p:nvSpPr>
        <p:spPr>
          <a:xfrm>
            <a:off x="4504944" y="2253996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PROFILE</a:t>
            </a:r>
            <a:endParaRPr lang="en-US" sz="800"/>
          </a:p>
        </p:txBody>
      </p:sp>
      <p:sp>
        <p:nvSpPr>
          <p:cNvPr id="23" name="Text 21"/>
          <p:cNvSpPr txBox="1"/>
          <p:nvPr/>
        </p:nvSpPr>
        <p:spPr>
          <a:xfrm>
            <a:off x="4504944" y="2433828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i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injection · internal mode · zones · scale units</a:t>
            </a:r>
            <a:endParaRPr lang="en-US" sz="1000"/>
          </a:p>
        </p:txBody>
      </p:sp>
      <p:sp>
        <p:nvSpPr>
          <p:cNvPr id="24" name="Text 22"/>
          <p:cNvSpPr txBox="1"/>
          <p:nvPr/>
        </p:nvSpPr>
        <p:spPr>
          <a:xfrm>
            <a:off x="4504944" y="2807208"/>
            <a:ext cx="31790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injection in internal mode, with no public endpoint.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Private Link and availability-zone support.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networking versus classic Premium.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units, workspaces and full policy governance.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504944" y="4416552"/>
            <a:ext cx="3179064" cy="539496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4642104" y="4416552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0"/>
              </a:lnSpc>
            </a:pPr>
            <a:r>
              <a:rPr lang="en-GB" sz="10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the isolation, scale and governance a strategic platform needs.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8141208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12700">
            <a:solidFill>
              <a:srgbClr val="3F6B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8324088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10204704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3F6B8F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10204704" y="15636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MULTI-REGION</a:t>
            </a:r>
            <a:endParaRPr lang="en-US" sz="850"/>
          </a:p>
        </p:txBody>
      </p:sp>
      <p:sp>
        <p:nvSpPr>
          <p:cNvPr id="31" name="Text 29"/>
          <p:cNvSpPr txBox="1"/>
          <p:nvPr/>
        </p:nvSpPr>
        <p:spPr>
          <a:xfrm>
            <a:off x="8324088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Premium</a:t>
            </a:r>
            <a:endParaRPr lang="en-US" sz="1500"/>
          </a:p>
        </p:txBody>
      </p:sp>
      <p:sp>
        <p:nvSpPr>
          <p:cNvPr id="32" name="Text 30"/>
          <p:cNvSpPr txBox="1"/>
          <p:nvPr/>
        </p:nvSpPr>
        <p:spPr>
          <a:xfrm>
            <a:off x="8324088" y="2350008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PROFILE</a:t>
            </a:r>
            <a:endParaRPr lang="en-US" sz="800"/>
          </a:p>
        </p:txBody>
      </p:sp>
      <p:sp>
        <p:nvSpPr>
          <p:cNvPr id="33" name="Text 31"/>
          <p:cNvSpPr txBox="1"/>
          <p:nvPr/>
        </p:nvSpPr>
        <p:spPr>
          <a:xfrm>
            <a:off x="8324088" y="2551176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i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line · instance multi-region today</a:t>
            </a:r>
            <a:endParaRPr lang="en-US" sz="1000"/>
          </a:p>
        </p:txBody>
      </p:sp>
      <p:sp>
        <p:nvSpPr>
          <p:cNvPr id="34" name="Text 32"/>
          <p:cNvSpPr txBox="1"/>
          <p:nvPr/>
        </p:nvSpPr>
        <p:spPr>
          <a:xfrm>
            <a:off x="8324088" y="2891028"/>
            <a:ext cx="3179064" cy="134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tier with instance-level multi-region deployment today.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injection and workspaces; established and mature.</a:t>
            </a:r>
            <a:endParaRPr lang="en-US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control-plane bypass route that v2 removes.</a:t>
            </a:r>
            <a:endParaRPr lang="en-US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where multi-region is needed on day one.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8324088" y="4297680"/>
            <a:ext cx="3179064" cy="658368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 txBox="1"/>
          <p:nvPr/>
        </p:nvSpPr>
        <p:spPr>
          <a:xfrm>
            <a:off x="8461248" y="4297680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00000"/>
              </a:lnSpc>
              <a:buNone/>
            </a:pPr>
            <a:r>
              <a:rPr lang="en-GB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Alternative: use if instance multi-region is needed before v2 supports it.</a:t>
            </a:r>
          </a:p>
        </p:txBody>
      </p:sp>
      <p:sp>
        <p:nvSpPr>
          <p:cNvPr id="300" name="envlabel"/>
          <p:cNvSpPr txBox="1"/>
          <p:nvPr/>
        </p:nvSpPr>
        <p:spPr>
          <a:xfrm>
            <a:off x="822960" y="5230368"/>
            <a:ext cx="105156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1100" b="1">
                <a:solidFill>
                  <a:srgbClr val="5A6B7D"/>
                </a:solidFill>
                <a:latin typeface="Calibri"/>
              </a:rPr>
              <a:t>ENVIRONMENT → TIER MAPPING</a:t>
            </a:r>
          </a:p>
        </p:txBody>
      </p:sp>
      <p:sp>
        <p:nvSpPr>
          <p:cNvPr id="301" name="dev"/>
          <p:cNvSpPr/>
          <p:nvPr/>
        </p:nvSpPr>
        <p:spPr>
          <a:xfrm>
            <a:off x="868680" y="5596128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E4ECF5"/>
          </a:solidFill>
          <a:ln w="12700">
            <a:solidFill>
              <a:srgbClr val="C9D4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2" name="devt"/>
          <p:cNvSpPr txBox="1"/>
          <p:nvPr/>
        </p:nvSpPr>
        <p:spPr>
          <a:xfrm>
            <a:off x="868680" y="5596128"/>
            <a:ext cx="123444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500" b="1">
                <a:solidFill>
                  <a:srgbClr val="1B2836"/>
                </a:solidFill>
                <a:latin typeface="Calibri"/>
              </a:rPr>
              <a:t>DEV</a:t>
            </a:r>
          </a:p>
          <a:p>
            <a:pPr algn="ctr"/>
            <a:r>
              <a:rPr lang="en-US" sz="950" b="0">
                <a:solidFill>
                  <a:srgbClr val="5A6B7D"/>
                </a:solidFill>
                <a:latin typeface="Calibri"/>
              </a:rPr>
              <a:t>Non-prod</a:t>
            </a:r>
          </a:p>
        </p:txBody>
      </p:sp>
      <p:sp>
        <p:nvSpPr>
          <p:cNvPr id="303" name="sit"/>
          <p:cNvSpPr/>
          <p:nvPr/>
        </p:nvSpPr>
        <p:spPr>
          <a:xfrm>
            <a:off x="2231136" y="5596128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E4ECF5"/>
          </a:solidFill>
          <a:ln w="12700">
            <a:solidFill>
              <a:srgbClr val="C9D4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4" name="sitt"/>
          <p:cNvSpPr txBox="1"/>
          <p:nvPr/>
        </p:nvSpPr>
        <p:spPr>
          <a:xfrm>
            <a:off x="2231136" y="5596128"/>
            <a:ext cx="123444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500" b="1">
                <a:solidFill>
                  <a:srgbClr val="1B2836"/>
                </a:solidFill>
                <a:latin typeface="Calibri"/>
              </a:rPr>
              <a:t>SIT</a:t>
            </a:r>
          </a:p>
          <a:p>
            <a:pPr algn="ctr"/>
            <a:r>
              <a:rPr lang="en-US" sz="950" b="0">
                <a:solidFill>
                  <a:srgbClr val="5A6B7D"/>
                </a:solidFill>
                <a:latin typeface="Calibri"/>
              </a:rPr>
              <a:t>Non-prod</a:t>
            </a:r>
          </a:p>
        </p:txBody>
      </p:sp>
      <p:cxnSp>
        <p:nvCxnSpPr>
          <p:cNvPr id="305" name="arr1"/>
          <p:cNvCxnSpPr/>
          <p:nvPr/>
        </p:nvCxnSpPr>
        <p:spPr>
          <a:xfrm>
            <a:off x="3538728" y="6021324"/>
            <a:ext cx="457200" cy="1"/>
          </a:xfrm>
          <a:prstGeom prst="straightConnector1">
            <a:avLst/>
          </a:prstGeom>
          <a:ln w="19050">
            <a:solidFill>
              <a:srgbClr val="3F6B8F"/>
            </a:solidFill>
            <a:tailEnd type="triangle"/>
          </a:ln>
        </p:spPr>
      </p:cxnSp>
      <p:sp>
        <p:nvSpPr>
          <p:cNvPr id="306" name="devtier"/>
          <p:cNvSpPr/>
          <p:nvPr/>
        </p:nvSpPr>
        <p:spPr>
          <a:xfrm>
            <a:off x="4105656" y="5596128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EDF2F7"/>
          </a:solidFill>
          <a:ln w="12700">
            <a:solidFill>
              <a:srgbClr val="3F6B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7" name="devtiert"/>
          <p:cNvSpPr txBox="1"/>
          <p:nvPr/>
        </p:nvSpPr>
        <p:spPr>
          <a:xfrm>
            <a:off x="4105656" y="5596128"/>
            <a:ext cx="182880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300" b="1">
                <a:solidFill>
                  <a:srgbClr val="0E3F6E"/>
                </a:solidFill>
                <a:latin typeface="Calibri"/>
              </a:rPr>
              <a:t>Developer tier</a:t>
            </a:r>
          </a:p>
          <a:p>
            <a:pPr algn="ctr"/>
            <a:r>
              <a:rPr lang="en-US" sz="950" b="0">
                <a:solidFill>
                  <a:srgbClr val="5A6B7D"/>
                </a:solidFill>
                <a:latin typeface="Calibri"/>
              </a:rPr>
              <a:t>full features · no SLA</a:t>
            </a:r>
          </a:p>
        </p:txBody>
      </p:sp>
      <p:sp>
        <p:nvSpPr>
          <p:cNvPr id="311" name="uat"/>
          <p:cNvSpPr/>
          <p:nvPr/>
        </p:nvSpPr>
        <p:spPr>
          <a:xfrm>
            <a:off x="6355080" y="5596128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E4ECF5"/>
          </a:solidFill>
          <a:ln w="12700">
            <a:solidFill>
              <a:srgbClr val="C9D4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2" name="uatt"/>
          <p:cNvSpPr txBox="1"/>
          <p:nvPr/>
        </p:nvSpPr>
        <p:spPr>
          <a:xfrm>
            <a:off x="6355080" y="5596128"/>
            <a:ext cx="123444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500" b="1">
                <a:solidFill>
                  <a:srgbClr val="1B2836"/>
                </a:solidFill>
                <a:latin typeface="Calibri"/>
              </a:rPr>
              <a:t>UAT</a:t>
            </a:r>
          </a:p>
          <a:p>
            <a:pPr algn="ctr"/>
            <a:r>
              <a:rPr lang="en-US" sz="950" b="0">
                <a:solidFill>
                  <a:srgbClr val="5A6B7D"/>
                </a:solidFill>
                <a:latin typeface="Calibri"/>
              </a:rPr>
              <a:t>Prod-like</a:t>
            </a:r>
          </a:p>
        </p:txBody>
      </p:sp>
      <p:sp>
        <p:nvSpPr>
          <p:cNvPr id="313" name="prod"/>
          <p:cNvSpPr/>
          <p:nvPr/>
        </p:nvSpPr>
        <p:spPr>
          <a:xfrm>
            <a:off x="7717536" y="5596128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E4ECF5"/>
          </a:solidFill>
          <a:ln w="12700">
            <a:solidFill>
              <a:srgbClr val="C9D4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4" name="prodt"/>
          <p:cNvSpPr txBox="1"/>
          <p:nvPr/>
        </p:nvSpPr>
        <p:spPr>
          <a:xfrm>
            <a:off x="7717536" y="5596128"/>
            <a:ext cx="123444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500" b="1">
                <a:solidFill>
                  <a:srgbClr val="1B2836"/>
                </a:solidFill>
                <a:latin typeface="Calibri"/>
              </a:rPr>
              <a:t>PROD</a:t>
            </a:r>
          </a:p>
          <a:p>
            <a:pPr algn="ctr"/>
            <a:r>
              <a:rPr lang="en-US" sz="950" b="0">
                <a:solidFill>
                  <a:srgbClr val="5A6B7D"/>
                </a:solidFill>
                <a:latin typeface="Calibri"/>
              </a:rPr>
              <a:t>Production</a:t>
            </a:r>
          </a:p>
        </p:txBody>
      </p:sp>
      <p:cxnSp>
        <p:nvCxnSpPr>
          <p:cNvPr id="315" name="arr2"/>
          <p:cNvCxnSpPr/>
          <p:nvPr/>
        </p:nvCxnSpPr>
        <p:spPr>
          <a:xfrm>
            <a:off x="9025128" y="6021324"/>
            <a:ext cx="457200" cy="1"/>
          </a:xfrm>
          <a:prstGeom prst="straightConnector1">
            <a:avLst/>
          </a:prstGeom>
          <a:ln w="19050">
            <a:solidFill>
              <a:srgbClr val="2E7D5B"/>
            </a:solidFill>
            <a:tailEnd type="triangle"/>
          </a:ln>
        </p:spPr>
      </p:cxnSp>
      <p:sp>
        <p:nvSpPr>
          <p:cNvPr id="316" name="premtier"/>
          <p:cNvSpPr/>
          <p:nvPr/>
        </p:nvSpPr>
        <p:spPr>
          <a:xfrm>
            <a:off x="9592056" y="5596128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0E3F6E"/>
          </a:solidFill>
          <a:ln w="12700">
            <a:solidFill>
              <a:srgbClr val="0E3F6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7" name="premtiert"/>
          <p:cNvSpPr txBox="1"/>
          <p:nvPr/>
        </p:nvSpPr>
        <p:spPr>
          <a:xfrm>
            <a:off x="9592056" y="5596128"/>
            <a:ext cx="1828800" cy="8686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</a:rPr>
              <a:t>Premium v2</a:t>
            </a:r>
          </a:p>
          <a:p>
            <a:pPr algn="ctr"/>
            <a:r>
              <a:rPr lang="en-US" sz="950" b="0">
                <a:solidFill>
                  <a:srgbClr val="CBD9EA"/>
                </a:solidFill>
                <a:latin typeface="Calibri"/>
              </a:rPr>
              <a:t>VNet · internal · SLA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GLOBAL ROUTING</a:t>
            </a:r>
            <a:endParaRPr lang="en-US" sz="95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 vs Traffic Manager</a:t>
            </a:r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route across regions but at different layers. Azure Front Door is the chosen edge for HTTPS APIs; Traffic Manager only wins for non-HTTP or non-Azure routing.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4933518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12700">
            <a:solidFill>
              <a:srgbClr val="5E6D7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1077484" y="1581912"/>
            <a:ext cx="2036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3694836" y="1563624"/>
            <a:ext cx="1807118" cy="237744"/>
          </a:xfrm>
          <a:prstGeom prst="roundRect">
            <a:avLst>
              <a:gd name="adj" fmla="val 50000"/>
            </a:avLst>
          </a:prstGeom>
          <a:solidFill>
            <a:srgbClr val="5E6D7C"/>
          </a:solidFill>
          <a:ln w="12700">
            <a:solidFill>
              <a:srgbClr val="5E6D7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3694836" y="1563624"/>
            <a:ext cx="1807118" cy="237744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850"/>
          </a:p>
        </p:txBody>
      </p:sp>
      <p:sp>
        <p:nvSpPr>
          <p:cNvPr id="11" name="Text 9"/>
          <p:cNvSpPr txBox="1"/>
          <p:nvPr/>
        </p:nvSpPr>
        <p:spPr>
          <a:xfrm>
            <a:off x="1077484" y="1920240"/>
            <a:ext cx="442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>
                <a:solidFill>
                  <a:srgbClr val="0E3F6E"/>
                </a:solidFill>
                <a:latin typeface="Calibri"/>
                <a:ea typeface="Calibri"/>
                <a:cs typeface="Calibri"/>
              </a:rPr>
              <a:t>Azure Front Door</a:t>
            </a: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ts val="1900"/>
              </a:lnSpc>
              <a:buNone/>
            </a:pPr>
            <a:endParaRPr lang="en-US" sz="1500" b="1">
              <a:solidFill>
                <a:srgbClr val="0E3F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077484" y="2350008"/>
            <a:ext cx="442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&amp; ROLE</a:t>
            </a:r>
            <a:endParaRPr lang="en-US" sz="800"/>
          </a:p>
        </p:txBody>
      </p:sp>
      <p:sp>
        <p:nvSpPr>
          <p:cNvPr id="13" name="Text 11"/>
          <p:cNvSpPr txBox="1"/>
          <p:nvPr/>
        </p:nvSpPr>
        <p:spPr>
          <a:xfrm>
            <a:off x="1077484" y="2551176"/>
            <a:ext cx="442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000" i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· global anycast · edge WAF · Private Link origin</a:t>
            </a:r>
            <a:endParaRPr lang="en-US" sz="1000"/>
          </a:p>
        </p:txBody>
      </p:sp>
      <p:sp>
        <p:nvSpPr>
          <p:cNvPr id="14" name="Text 12"/>
          <p:cNvSpPr txBox="1"/>
          <p:nvPr/>
        </p:nvSpPr>
        <p:spPr>
          <a:xfrm>
            <a:off x="1077484" y="3026664"/>
            <a:ext cx="442447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Built-in WAF, TLS termination, DDoS and caching at the Microsoft edge.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GB" sz="1050">
                <a:latin typeface="Calibri"/>
                <a:ea typeface="Calibri"/>
                <a:cs typeface="Calibri"/>
              </a:rPr>
              <a:t>Anycast routing with fast, sub-minute health-based regional failover.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GB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050">
                <a:latin typeface="Calibri"/>
                <a:ea typeface="Calibri"/>
                <a:cs typeface="Calibri"/>
              </a:rPr>
              <a:t>One global hostname; Private Link origin into internal-mode APIM.</a:t>
            </a:r>
            <a:endParaRPr lang="en-GB" sz="105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7484" y="4416552"/>
            <a:ext cx="4424471" cy="539496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1268376" y="4416552"/>
            <a:ext cx="404268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t">
              <a:lnSpc>
                <a:spcPct val="100000"/>
              </a:lnSpc>
              <a:buNone/>
            </a:pPr>
            <a:r>
              <a:rPr lang="en-GB" sz="105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Chosen: every API is HTTPS and benefits from edge security and fast failover.</a:t>
            </a:r>
          </a:p>
        </p:txBody>
      </p:sp>
      <p:sp>
        <p:nvSpPr>
          <p:cNvPr id="17" name="Shape 15"/>
          <p:cNvSpPr/>
          <p:nvPr/>
        </p:nvSpPr>
        <p:spPr>
          <a:xfrm>
            <a:off x="6423990" y="1417320"/>
            <a:ext cx="4933518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254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6678514" y="1581912"/>
            <a:ext cx="2036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9295866" y="1563624"/>
            <a:ext cx="1807118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9271285" y="1545188"/>
            <a:ext cx="1850134" cy="27461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CHOSEN</a:t>
            </a:r>
            <a:endParaRPr lang="en-US" sz="850"/>
          </a:p>
        </p:txBody>
      </p:sp>
      <p:sp>
        <p:nvSpPr>
          <p:cNvPr id="21" name="Text 19"/>
          <p:cNvSpPr txBox="1"/>
          <p:nvPr/>
        </p:nvSpPr>
        <p:spPr>
          <a:xfrm>
            <a:off x="6678514" y="1920240"/>
            <a:ext cx="442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Traffic Manager</a:t>
            </a:r>
            <a:endParaRPr lang="en-US" sz="1500"/>
          </a:p>
        </p:txBody>
      </p:sp>
      <p:sp>
        <p:nvSpPr>
          <p:cNvPr id="22" name="Text 20"/>
          <p:cNvSpPr txBox="1"/>
          <p:nvPr/>
        </p:nvSpPr>
        <p:spPr>
          <a:xfrm>
            <a:off x="6678514" y="2253996"/>
            <a:ext cx="442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&amp; ROLE</a:t>
            </a:r>
            <a:endParaRPr lang="en-US" sz="800"/>
          </a:p>
        </p:txBody>
      </p:sp>
      <p:sp>
        <p:nvSpPr>
          <p:cNvPr id="23" name="Text 21"/>
          <p:cNvSpPr txBox="1"/>
          <p:nvPr/>
        </p:nvSpPr>
        <p:spPr>
          <a:xfrm>
            <a:off x="6678514" y="2433828"/>
            <a:ext cx="442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i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layer · protocol-agnostic · no inline inspection</a:t>
            </a:r>
            <a:endParaRPr lang="en-US" sz="1000"/>
          </a:p>
        </p:txBody>
      </p:sp>
      <p:sp>
        <p:nvSpPr>
          <p:cNvPr id="24" name="Text 22"/>
          <p:cNvSpPr txBox="1"/>
          <p:nvPr/>
        </p:nvSpPr>
        <p:spPr>
          <a:xfrm>
            <a:off x="6678514" y="2807208"/>
            <a:ext cx="4424471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DNS to a healthy regional endpoint, then steps out of the path.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protocol, including non-HTTP and non-Azure endpoints.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WAF, TLS offload or caching of its own.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GB" sz="105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bounded by client DNS cache TTLs, so slower; cheaper per query.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6678514" y="4416552"/>
            <a:ext cx="4424471" cy="539496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6869406" y="4416552"/>
            <a:ext cx="404268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0"/>
              </a:lnSpc>
            </a:pPr>
            <a:r>
              <a:rPr lang="en-GB" sz="1050" b="1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chosen: no edge security and DNS-TTL failover is too slow for the RTO.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ucer V2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haucer">
      <a:majorFont>
        <a:latin typeface="Regular"/>
        <a:ea typeface=""/>
        <a:cs typeface=""/>
      </a:majorFont>
      <a:minorFont>
        <a:latin typeface="No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defRPr sz="110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haucer New Locked Powerpoint Template 2021" id="{B664D363-6541-4198-B173-396DDC8B384E}" vid="{3B86F81F-18B4-49DB-9A1E-D92E38AF7C4C}"/>
    </a:ext>
  </a:extLst>
</a:theme>
</file>

<file path=ppt/theme/theme2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10</Slides>
  <Notes>6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Chaucer V2 Theme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2026-09-22T10:49:43Z</dcterms:created>
  <dcterms:modified xsi:type="dcterms:W3CDTF">2026-09-24T09:20:57Z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034dab-5829-4c7a-a87e-18a6fc150b18_Enabled">
    <vt:lpwstr>true</vt:lpwstr>
  </property>
  <property fmtid="{D5CDD505-2E9C-101B-9397-08002B2CF9AE}" pid="3" name="MSIP_Label_66034dab-5829-4c7a-a87e-18a6fc150b18_SetDate">
    <vt:lpwstr>2026-09-22T12:18:02Z</vt:lpwstr>
  </property>
  <property fmtid="{D5CDD505-2E9C-101B-9397-08002B2CF9AE}" pid="4" name="MSIP_Label_66034dab-5829-4c7a-a87e-18a6fc150b18_Method">
    <vt:lpwstr>Standard</vt:lpwstr>
  </property>
  <property fmtid="{D5CDD505-2E9C-101B-9397-08002B2CF9AE}" pid="5" name="MSIP_Label_66034dab-5829-4c7a-a87e-18a6fc150b18_Name">
    <vt:lpwstr>Internal</vt:lpwstr>
  </property>
  <property fmtid="{D5CDD505-2E9C-101B-9397-08002B2CF9AE}" pid="6" name="MSIP_Label_66034dab-5829-4c7a-a87e-18a6fc150b18_SiteId">
    <vt:lpwstr>7c2d3141-755f-485a-aaae-ca6b3055ca0c</vt:lpwstr>
  </property>
  <property fmtid="{D5CDD505-2E9C-101B-9397-08002B2CF9AE}" pid="7" name="MSIP_Label_66034dab-5829-4c7a-a87e-18a6fc150b18_ActionId">
    <vt:lpwstr>71638389-f8a7-4740-8bbc-fff401d40e68</vt:lpwstr>
  </property>
  <property fmtid="{D5CDD505-2E9C-101B-9397-08002B2CF9AE}" pid="8" name="MSIP_Label_66034dab-5829-4c7a-a87e-18a6fc150b18_ContentBits">
    <vt:lpwstr>0</vt:lpwstr>
  </property>
  <property fmtid="{D5CDD505-2E9C-101B-9397-08002B2CF9AE}" pid="9" name="MSIP_Label_66034dab-5829-4c7a-a87e-18a6fc150b18_Tag">
    <vt:lpwstr>10, 3, 0, 1</vt:lpwstr>
  </property>
</Properties>
</file>
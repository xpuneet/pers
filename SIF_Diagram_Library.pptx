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Framework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diagram library — patterns updated in this review pass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7.4.2 Competing consumers (SFINT6)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throughput by letting several workers pull from one queue.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51760" y="3383280"/>
            <a:ext cx="64008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286000" y="3081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1645920"/>
            <a:ext cx="1783080" cy="1737360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94960" y="3383280"/>
            <a:ext cx="178308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600700" y="3081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3383280"/>
            <a:ext cx="1783080" cy="1737360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2225">
            <a:solidFill>
              <a:srgbClr val="7C8B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2926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6ECEC"/>
          </a:solidFill>
          <a:ln w="22225">
            <a:solidFill>
              <a:srgbClr val="2C7A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11887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4663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7.4.3 Asynchronous request-reply (SFINT7)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now, answer later, a 202 and a status endpoint instead of a held-open connection.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68880" y="3749040"/>
            <a:ext cx="59436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08026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59436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77774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3749040"/>
            <a:ext cx="59436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47522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2651760"/>
            <a:ext cx="9144" cy="594360"/>
          </a:xfrm>
          <a:prstGeom prst="line">
            <a:avLst/>
          </a:prstGeom>
          <a:noFill/>
          <a:ln w="19050">
            <a:solidFill>
              <a:srgbClr val="8A97A8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09760" y="2651760"/>
            <a:ext cx="9144" cy="594360"/>
          </a:xfrm>
          <a:prstGeom prst="line">
            <a:avLst/>
          </a:prstGeom>
          <a:noFill/>
          <a:ln w="19050">
            <a:solidFill>
              <a:srgbClr val="8A97A8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08760" y="2651760"/>
            <a:ext cx="800100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823460" y="2048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/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2225">
            <a:solidFill>
              <a:srgbClr val="7C8B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91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6324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CE7F5"/>
          </a:solidFill>
          <a:ln w="22225">
            <a:solidFill>
              <a:srgbClr val="2E54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632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+ status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6072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6ECEC"/>
          </a:solidFill>
          <a:ln w="22225">
            <a:solidFill>
              <a:srgbClr val="2C7A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5820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backend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7.4.6 Scheduled / timed trigger (SFINT10)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integration work on a clock when there is no event to react 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3474720"/>
            <a:ext cx="45720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92024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3474720"/>
            <a:ext cx="45720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61264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52560" y="3474720"/>
            <a:ext cx="45720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859536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2225">
            <a:solidFill>
              <a:srgbClr val="7C8B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34640" y="30175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9E2F5"/>
          </a:solidFill>
          <a:ln w="22225">
            <a:solidFill>
              <a:srgbClr val="4A2E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3017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/ Function App / WebJob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trigger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0" y="3017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3017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9760" y="3017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2225">
            <a:solidFill>
              <a:srgbClr val="7C8B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3017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7.5.5 Stream / telemetry ingestion (SFINT15)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high-volume continuous data and hand it to processors or the data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51760" y="3474720"/>
            <a:ext cx="54864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2402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3474720"/>
            <a:ext cx="54864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9834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38160" y="3474720"/>
            <a:ext cx="548640" cy="9144"/>
          </a:xfrm>
          <a:prstGeom prst="line">
            <a:avLst/>
          </a:prstGeom>
          <a:noFill/>
          <a:ln w="19050">
            <a:solidFill>
              <a:srgbClr val="8A97A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7266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2225">
            <a:solidFill>
              <a:srgbClr val="7C8B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/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7E2D4"/>
          </a:solidFill>
          <a:ln w="22225">
            <a:solidFill>
              <a:srgbClr val="B453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3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0175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/ ASA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0" y="3017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CE7F5"/>
          </a:solidFill>
          <a:ln w="22225">
            <a:solidFill>
              <a:srgbClr val="2E54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0" y="3017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7.5.5 Stream / telemetry ingestion (SFINT15)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roundRect">
            <a:avLst/>
          </a:prstGeom>
          <a:solidFill>
            <a:srgbClr val="3268B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387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2926080"/>
            <a:ext cx="822960" cy="822960"/>
          </a:xfrm>
          <a:prstGeom prst="roundRect">
            <a:avLst/>
          </a:prstGeom>
          <a:solidFill>
            <a:srgbClr val="D996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199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9.4.2 Push to the data platform via Kafka Connect (SFDEINT2)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roundRect">
            <a:avLst/>
          </a:prstGeom>
          <a:solidFill>
            <a:srgbClr val="3268B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387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2926080"/>
            <a:ext cx="822960" cy="822960"/>
          </a:xfrm>
          <a:prstGeom prst="roundRect">
            <a:avLst/>
          </a:prstGeom>
          <a:solidFill>
            <a:srgbClr val="1F8F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199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⚭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9.4.3 Micro-batch file ingestion: Snowpipe auto-ingest (SFDEINT3)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137160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311396" y="3337560"/>
            <a:ext cx="137160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05956" y="3337560"/>
            <a:ext cx="137160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00516" y="3337560"/>
            <a:ext cx="137160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9387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landing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88436" y="2926080"/>
            <a:ext cx="822960" cy="822960"/>
          </a:xfrm>
          <a:prstGeom prst="roundRect">
            <a:avLst/>
          </a:prstGeom>
          <a:solidFill>
            <a:srgbClr val="0072C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84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1226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82996" y="2926080"/>
            <a:ext cx="822960" cy="822960"/>
          </a:xfrm>
          <a:prstGeom prst="roundRect">
            <a:avLst/>
          </a:prstGeom>
          <a:solidFill>
            <a:srgbClr val="D996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8299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1723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7755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775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5117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9.4.4 Scheduled batch: watermark and CDC (SFDEINT4)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stage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19956" y="2926080"/>
            <a:ext cx="822960" cy="822960"/>
          </a:xfrm>
          <a:prstGeom prst="roundRect">
            <a:avLst/>
          </a:prstGeom>
          <a:solidFill>
            <a:srgbClr val="D99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199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9.4.5 Staged import, platform-driven ingestion (SFDEINT5)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roundRect">
            <a:avLst/>
          </a:prstGeom>
          <a:solidFill>
            <a:srgbClr val="1F8F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387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stage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9.4.6 Governed API write (SFDEINT6)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roundRect">
            <a:avLst/>
          </a:prstGeom>
          <a:solidFill>
            <a:srgbClr val="D996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387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2926080"/>
            <a:ext cx="822960" cy="822960"/>
          </a:xfrm>
          <a:prstGeom prst="hexagon">
            <a:avLst/>
          </a:prstGeom>
          <a:solidFill>
            <a:srgbClr val="0072C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199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7211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9.4.8 Orchestrated file export to ADLS (SFDEINT8)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1995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export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0072C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72116" y="2926080"/>
            <a:ext cx="822960" cy="822960"/>
          </a:xfrm>
          <a:prstGeom prst="cloud">
            <a:avLst/>
          </a:prstGeom>
          <a:solidFill>
            <a:srgbClr val="96999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9.4.9 Export from the data platform (SFDEINT9)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1995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/ Blob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72116" y="2926080"/>
            <a:ext cx="822960" cy="822960"/>
          </a:xfrm>
          <a:prstGeom prst="roundRect">
            <a:avLst/>
          </a:prstGeom>
          <a:solidFill>
            <a:srgbClr val="D996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7211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9.4.10 Curated reads through API Management (SFDEINT10)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683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68996" y="3337560"/>
            <a:ext cx="210312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93876" y="2926080"/>
            <a:ext cx="822960" cy="822960"/>
          </a:xfrm>
          <a:prstGeom prst="can">
            <a:avLst/>
          </a:prstGeom>
          <a:solidFill>
            <a:srgbClr val="5A9B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811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19956" y="2926080"/>
            <a:ext cx="822960" cy="822960"/>
          </a:xfrm>
          <a:prstGeom prst="hexagon">
            <a:avLst/>
          </a:prstGeom>
          <a:solidFill>
            <a:srgbClr val="0072C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1995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85419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6036" y="2926080"/>
            <a:ext cx="822960" cy="822960"/>
          </a:xfrm>
          <a:prstGeom prst="roundRect">
            <a:avLst/>
          </a:prstGeom>
          <a:solidFill>
            <a:srgbClr val="3F7D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4603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8027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72116" y="2926080"/>
            <a:ext cx="822960" cy="822960"/>
          </a:xfrm>
          <a:prstGeom prst="cloud">
            <a:avLst/>
          </a:prstGeom>
          <a:solidFill>
            <a:srgbClr val="96999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06356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2026-09-09T20:03:25Z</dcterms:created>
  <dcterms:modified xsi:type="dcterms:W3CDTF">2026-09-09T20:03:25Z</dcterms:modified>
</cp:coreProperties>
</file>
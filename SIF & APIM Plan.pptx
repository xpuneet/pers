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4"/>
    <p:sldMasterId id="2147483705" r:id="rId5"/>
    <p:sldMasterId id="2147483873" r:id="rId6"/>
  </p:sldMasterIdLst>
  <p:notesMasterIdLst>
    <p:notesMasterId r:id="rId29"/>
  </p:notesMasterIdLst>
  <p:handoutMasterIdLst>
    <p:handoutMasterId r:id="rId30"/>
  </p:handoutMasterIdLst>
  <p:sldIdLst>
    <p:sldId id="2147483571" r:id="rId7"/>
    <p:sldId id="2147483611" r:id="rId8"/>
    <p:sldId id="2147483626" r:id="rId9"/>
    <p:sldId id="2147471326" r:id="rId10"/>
    <p:sldId id="2147483623" r:id="rId11"/>
    <p:sldId id="2147483628" r:id="rId12"/>
    <p:sldId id="2147483629" r:id="rId13"/>
    <p:sldId id="2147483608" r:id="rId14"/>
    <p:sldId id="2147483644" r:id="rId15"/>
    <p:sldId id="2147483645" r:id="rId16"/>
    <p:sldId id="2147483641" r:id="rId17"/>
    <p:sldId id="2147483636" r:id="rId18"/>
    <p:sldId id="2147483631" r:id="rId19"/>
    <p:sldId id="2147483617" r:id="rId20"/>
    <p:sldId id="2147483625" r:id="rId21"/>
    <p:sldId id="2147483633" r:id="rId22"/>
    <p:sldId id="2147483637" r:id="rId23"/>
    <p:sldId id="2147483639" r:id="rId24"/>
    <p:sldId id="2147483619" r:id="rId25"/>
    <p:sldId id="2147483630" r:id="rId26"/>
    <p:sldId id="2147483618" r:id="rId27"/>
    <p:sldId id="256" r:id="rId28"/>
  </p:sldIdLst>
  <p:sldSz cx="12192000" cy="6858000"/>
  <p:notesSz cx="6858000" cy="9144000"/>
  <p:defaultTextStyle>
    <a:defPPr>
      <a:defRPr lang="en-US"/>
    </a:defPPr>
    <a:lvl1pPr marL="0" algn="l" defTabSz="914156" rtl="0" eaLnBrk="1" latinLnBrk="0" hangingPunct="1">
      <a:defRPr sz="1900" kern="1200">
        <a:solidFill>
          <a:schemeClr val="tx1"/>
        </a:solidFill>
        <a:latin typeface="+mn-lt"/>
        <a:ea typeface="+mn-ea"/>
        <a:cs typeface="+mn-cs"/>
      </a:defRPr>
    </a:lvl1pPr>
    <a:lvl2pPr marL="457077" algn="l" defTabSz="914156" rtl="0" eaLnBrk="1" latinLnBrk="0" hangingPunct="1">
      <a:defRPr sz="1900" kern="1200">
        <a:solidFill>
          <a:schemeClr val="tx1"/>
        </a:solidFill>
        <a:latin typeface="+mn-lt"/>
        <a:ea typeface="+mn-ea"/>
        <a:cs typeface="+mn-cs"/>
      </a:defRPr>
    </a:lvl2pPr>
    <a:lvl3pPr marL="914156" algn="l" defTabSz="914156" rtl="0" eaLnBrk="1" latinLnBrk="0" hangingPunct="1">
      <a:defRPr sz="1900" kern="1200">
        <a:solidFill>
          <a:schemeClr val="tx1"/>
        </a:solidFill>
        <a:latin typeface="+mn-lt"/>
        <a:ea typeface="+mn-ea"/>
        <a:cs typeface="+mn-cs"/>
      </a:defRPr>
    </a:lvl3pPr>
    <a:lvl4pPr marL="1371234" algn="l" defTabSz="914156" rtl="0" eaLnBrk="1" latinLnBrk="0" hangingPunct="1">
      <a:defRPr sz="1900" kern="1200">
        <a:solidFill>
          <a:schemeClr val="tx1"/>
        </a:solidFill>
        <a:latin typeface="+mn-lt"/>
        <a:ea typeface="+mn-ea"/>
        <a:cs typeface="+mn-cs"/>
      </a:defRPr>
    </a:lvl4pPr>
    <a:lvl5pPr marL="1828312" algn="l" defTabSz="914156" rtl="0" eaLnBrk="1" latinLnBrk="0" hangingPunct="1">
      <a:defRPr sz="1900" kern="1200">
        <a:solidFill>
          <a:schemeClr val="tx1"/>
        </a:solidFill>
        <a:latin typeface="+mn-lt"/>
        <a:ea typeface="+mn-ea"/>
        <a:cs typeface="+mn-cs"/>
      </a:defRPr>
    </a:lvl5pPr>
    <a:lvl6pPr marL="2285389" algn="l" defTabSz="914156" rtl="0" eaLnBrk="1" latinLnBrk="0" hangingPunct="1">
      <a:defRPr sz="1900" kern="1200">
        <a:solidFill>
          <a:schemeClr val="tx1"/>
        </a:solidFill>
        <a:latin typeface="+mn-lt"/>
        <a:ea typeface="+mn-ea"/>
        <a:cs typeface="+mn-cs"/>
      </a:defRPr>
    </a:lvl6pPr>
    <a:lvl7pPr marL="2742468" algn="l" defTabSz="914156" rtl="0" eaLnBrk="1" latinLnBrk="0" hangingPunct="1">
      <a:defRPr sz="1900" kern="1200">
        <a:solidFill>
          <a:schemeClr val="tx1"/>
        </a:solidFill>
        <a:latin typeface="+mn-lt"/>
        <a:ea typeface="+mn-ea"/>
        <a:cs typeface="+mn-cs"/>
      </a:defRPr>
    </a:lvl7pPr>
    <a:lvl8pPr marL="3199546" algn="l" defTabSz="914156" rtl="0" eaLnBrk="1" latinLnBrk="0" hangingPunct="1">
      <a:defRPr sz="1900" kern="1200">
        <a:solidFill>
          <a:schemeClr val="tx1"/>
        </a:solidFill>
        <a:latin typeface="+mn-lt"/>
        <a:ea typeface="+mn-ea"/>
        <a:cs typeface="+mn-cs"/>
      </a:defRPr>
    </a:lvl8pPr>
    <a:lvl9pPr marL="3656625" algn="l" defTabSz="914156"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16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3CC33"/>
    <a:srgbClr val="00CC00"/>
    <a:srgbClr val="4186EB"/>
    <a:srgbClr val="CBFFD9"/>
    <a:srgbClr val="0E4EFF"/>
    <a:srgbClr val="BEF8C6"/>
    <a:srgbClr val="B40028"/>
    <a:srgbClr val="C7D848"/>
    <a:srgbClr val="17BE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0E7BEC-4599-42AF-BFA1-D3421FB6D207}" v="1" dt="2026-07-17T06:18:47.145"/>
    <p1510:client id="{373F261C-17CB-3AB9-EA30-7215ADD8B098}" v="2" dt="2026-07-16T20:59:49.148"/>
    <p1510:client id="{4349A51B-0C63-D854-8454-BD00787FCC4D}" v="3" dt="2026-07-16T15:23:53.885"/>
    <p1510:client id="{6DB43EDE-8AD8-21DF-6350-0C99F7BC8D59}" v="5" dt="2026-07-17T05:35:16.799"/>
    <p1510:client id="{9096B770-5577-3869-DF4A-C3E895328427}" v="51" dt="2026-07-17T05:48:37.899"/>
    <p1510:client id="{9658CDE9-8DD7-68B7-FAFF-47E550E29E50}" v="10" dt="2026-07-17T07:35:59.272"/>
    <p1510:client id="{A2C266DF-9800-EBC2-16B2-A190C8B784CD}" v="3" dt="2026-07-16T21:50:11.191"/>
    <p1510:client id="{B8A6FABF-58CB-8B8E-487F-28C0650B48A2}" v="84" dt="2026-07-16T17:31:58.786"/>
    <p1510:client id="{CB012FD6-F5EE-0FB0-2E22-95A76A577CCF}" v="89" dt="2026-07-17T09:20:34.688"/>
    <p1510:client id="{F64777FA-F703-B313-D738-6B8B8C4E184C}" v="14" dt="2026-07-16T16:22:13.613"/>
  </p1510:revLst>
</p1510:revInfo>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50" autoAdjust="0"/>
    <p:restoredTop sz="94660"/>
  </p:normalViewPr>
  <p:slideViewPr>
    <p:cSldViewPr snapToGrid="0">
      <p:cViewPr varScale="1">
        <p:scale>
          <a:sx n="94" d="100"/>
          <a:sy n="94" d="100"/>
        </p:scale>
        <p:origin x="86" y="154"/>
      </p:cViewPr>
      <p:guideLst>
        <p:guide orient="horz" pos="2160"/>
        <p:guide pos="3840"/>
        <p:guide orient="horz" pos="21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pathy, Pragyan Paramita (Cognizant)" userId="S::278697@cognizant.com::9cbc1172-2e9b-4caa-8d0f-76e257189035" providerId="AD" clId="Web-{6DB43EDE-8AD8-21DF-6350-0C99F7BC8D59}"/>
    <pc:docChg chg="addSld modSld">
      <pc:chgData name="Tripathy, Pragyan Paramita (Cognizant)" userId="S::278697@cognizant.com::9cbc1172-2e9b-4caa-8d0f-76e257189035" providerId="AD" clId="Web-{6DB43EDE-8AD8-21DF-6350-0C99F7BC8D59}" dt="2026-07-17T05:35:16.799" v="4"/>
      <pc:docMkLst>
        <pc:docMk/>
      </pc:docMkLst>
      <pc:sldChg chg="delSp modSp add">
        <pc:chgData name="Tripathy, Pragyan Paramita (Cognizant)" userId="S::278697@cognizant.com::9cbc1172-2e9b-4caa-8d0f-76e257189035" providerId="AD" clId="Web-{6DB43EDE-8AD8-21DF-6350-0C99F7BC8D59}" dt="2026-07-17T05:35:16.799" v="4"/>
        <pc:sldMkLst>
          <pc:docMk/>
          <pc:sldMk cId="4121491142" sldId="2147483642"/>
        </pc:sldMkLst>
        <pc:spChg chg="mod">
          <ac:chgData name="Tripathy, Pragyan Paramita (Cognizant)" userId="S::278697@cognizant.com::9cbc1172-2e9b-4caa-8d0f-76e257189035" providerId="AD" clId="Web-{6DB43EDE-8AD8-21DF-6350-0C99F7BC8D59}" dt="2026-07-17T05:33:58.736" v="3" actId="20577"/>
          <ac:spMkLst>
            <pc:docMk/>
            <pc:sldMk cId="4121491142" sldId="2147483642"/>
            <ac:spMk id="2" creationId="{00000000-0000-0000-0000-000000000000}"/>
          </ac:spMkLst>
        </pc:spChg>
        <pc:picChg chg="del">
          <ac:chgData name="Tripathy, Pragyan Paramita (Cognizant)" userId="S::278697@cognizant.com::9cbc1172-2e9b-4caa-8d0f-76e257189035" providerId="AD" clId="Web-{6DB43EDE-8AD8-21DF-6350-0C99F7BC8D59}" dt="2026-07-17T05:35:16.799" v="4"/>
          <ac:picMkLst>
            <pc:docMk/>
            <pc:sldMk cId="4121491142" sldId="2147483642"/>
            <ac:picMk id="15" creationId="{00000000-0000-0000-0000-000000000000}"/>
          </ac:picMkLst>
        </pc:picChg>
      </pc:sldChg>
    </pc:docChg>
  </pc:docChgLst>
  <pc:docChgLst>
    <pc:chgData name="Ravuri, Balaji (Cognizant)" userId="S::322361@cognizant.com::92356253-3b6e-4e1d-9f04-497131837ee8" providerId="AD" clId="Web-{D6108984-18FA-BDC3-1908-0AF57CC2D76D}"/>
    <pc:docChg chg="modSld">
      <pc:chgData name="Ravuri, Balaji (Cognizant)" userId="S::322361@cognizant.com::92356253-3b6e-4e1d-9f04-497131837ee8" providerId="AD" clId="Web-{D6108984-18FA-BDC3-1908-0AF57CC2D76D}" dt="2026-07-13T18:38:03.015" v="1" actId="14100"/>
      <pc:docMkLst>
        <pc:docMk/>
      </pc:docMkLst>
      <pc:sldChg chg="modSp">
        <pc:chgData name="Ravuri, Balaji (Cognizant)" userId="S::322361@cognizant.com::92356253-3b6e-4e1d-9f04-497131837ee8" providerId="AD" clId="Web-{D6108984-18FA-BDC3-1908-0AF57CC2D76D}" dt="2026-07-13T18:38:03.015" v="1" actId="14100"/>
        <pc:sldMkLst>
          <pc:docMk/>
          <pc:sldMk cId="3682074270" sldId="2147483571"/>
        </pc:sldMkLst>
        <pc:spChg chg="mod">
          <ac:chgData name="Ravuri, Balaji (Cognizant)" userId="S::322361@cognizant.com::92356253-3b6e-4e1d-9f04-497131837ee8" providerId="AD" clId="Web-{D6108984-18FA-BDC3-1908-0AF57CC2D76D}" dt="2026-07-13T18:38:03.015" v="1" actId="14100"/>
          <ac:spMkLst>
            <pc:docMk/>
            <pc:sldMk cId="3682074270" sldId="2147483571"/>
            <ac:spMk id="5" creationId="{09D9EB17-9965-3523-3F99-EF5E53642703}"/>
          </ac:spMkLst>
        </pc:spChg>
      </pc:sldChg>
    </pc:docChg>
  </pc:docChgLst>
  <pc:docChgLst>
    <pc:chgData name="Tripathy, Pragyan Paramita (Cognizant)" userId="S::278697@cognizant.com::9cbc1172-2e9b-4caa-8d0f-76e257189035" providerId="AD" clId="Web-{2F30E680-D2A4-6600-42B1-EF262A503B60}"/>
    <pc:docChg chg="modSld">
      <pc:chgData name="Tripathy, Pragyan Paramita (Cognizant)" userId="S::278697@cognizant.com::9cbc1172-2e9b-4caa-8d0f-76e257189035" providerId="AD" clId="Web-{2F30E680-D2A4-6600-42B1-EF262A503B60}" dt="2026-07-09T12:06:05.822" v="7" actId="20577"/>
      <pc:docMkLst>
        <pc:docMk/>
      </pc:docMkLst>
      <pc:sldChg chg="modSp">
        <pc:chgData name="Tripathy, Pragyan Paramita (Cognizant)" userId="S::278697@cognizant.com::9cbc1172-2e9b-4caa-8d0f-76e257189035" providerId="AD" clId="Web-{2F30E680-D2A4-6600-42B1-EF262A503B60}" dt="2026-07-09T12:06:05.822" v="7" actId="20577"/>
        <pc:sldMkLst>
          <pc:docMk/>
          <pc:sldMk cId="3939725123" sldId="2147483629"/>
        </pc:sldMkLst>
        <pc:spChg chg="mod">
          <ac:chgData name="Tripathy, Pragyan Paramita (Cognizant)" userId="S::278697@cognizant.com::9cbc1172-2e9b-4caa-8d0f-76e257189035" providerId="AD" clId="Web-{2F30E680-D2A4-6600-42B1-EF262A503B60}" dt="2026-07-09T11:43:26.009" v="5" actId="20577"/>
          <ac:spMkLst>
            <pc:docMk/>
            <pc:sldMk cId="3939725123" sldId="2147483629"/>
            <ac:spMk id="202" creationId="{00000000-0000-0000-0000-000000000000}"/>
          </ac:spMkLst>
        </pc:spChg>
        <pc:spChg chg="mod">
          <ac:chgData name="Tripathy, Pragyan Paramita (Cognizant)" userId="S::278697@cognizant.com::9cbc1172-2e9b-4caa-8d0f-76e257189035" providerId="AD" clId="Web-{2F30E680-D2A4-6600-42B1-EF262A503B60}" dt="2026-07-09T12:06:05.822" v="7" actId="20577"/>
          <ac:spMkLst>
            <pc:docMk/>
            <pc:sldMk cId="3939725123" sldId="2147483629"/>
            <ac:spMk id="212" creationId="{00000000-0000-0000-0000-000000000000}"/>
          </ac:spMkLst>
        </pc:spChg>
      </pc:sldChg>
    </pc:docChg>
  </pc:docChgLst>
  <pc:docChgLst>
    <pc:chgData name="Sundararaj, Joycell (Cognizant)" userId="S::455552@cognizant.com::29251fad-4175-4e5d-be5d-cb9d5ed048dd" providerId="AD" clId="Web-{E7A6825D-A9A6-2C6A-DEDC-82A2278A0D7A}"/>
    <pc:docChg chg="addSld delSld modSld sldOrd">
      <pc:chgData name="Sundararaj, Joycell (Cognizant)" userId="S::455552@cognizant.com::29251fad-4175-4e5d-be5d-cb9d5ed048dd" providerId="AD" clId="Web-{E7A6825D-A9A6-2C6A-DEDC-82A2278A0D7A}" dt="2026-07-13T15:40:37.041" v="378"/>
      <pc:docMkLst>
        <pc:docMk/>
      </pc:docMkLst>
      <pc:sldChg chg="addSp delSp modSp ord">
        <pc:chgData name="Sundararaj, Joycell (Cognizant)" userId="S::455552@cognizant.com::29251fad-4175-4e5d-be5d-cb9d5ed048dd" providerId="AD" clId="Web-{E7A6825D-A9A6-2C6A-DEDC-82A2278A0D7A}" dt="2026-07-13T15:00:19.576" v="310" actId="20577"/>
        <pc:sldMkLst>
          <pc:docMk/>
          <pc:sldMk cId="4119754774" sldId="2147471287"/>
        </pc:sldMkLst>
        <pc:spChg chg="mod">
          <ac:chgData name="Sundararaj, Joycell (Cognizant)" userId="S::455552@cognizant.com::29251fad-4175-4e5d-be5d-cb9d5ed048dd" providerId="AD" clId="Web-{E7A6825D-A9A6-2C6A-DEDC-82A2278A0D7A}" dt="2026-07-13T15:00:19.576" v="310" actId="20577"/>
          <ac:spMkLst>
            <pc:docMk/>
            <pc:sldMk cId="4119754774" sldId="2147471287"/>
            <ac:spMk id="7" creationId="{8E99B3C3-242C-8B4B-895A-D8BC99B2E344}"/>
          </ac:spMkLst>
        </pc:spChg>
        <pc:spChg chg="add mod">
          <ac:chgData name="Sundararaj, Joycell (Cognizant)" userId="S::455552@cognizant.com::29251fad-4175-4e5d-be5d-cb9d5ed048dd" providerId="AD" clId="Web-{E7A6825D-A9A6-2C6A-DEDC-82A2278A0D7A}" dt="2026-07-13T14:10:57.357" v="180" actId="14100"/>
          <ac:spMkLst>
            <pc:docMk/>
            <pc:sldMk cId="4119754774" sldId="2147471287"/>
            <ac:spMk id="9" creationId="{D71A12B0-8121-8F5D-EAF3-B0FFE5CEF3ED}"/>
          </ac:spMkLst>
        </pc:spChg>
      </pc:sldChg>
      <pc:sldChg chg="modSp">
        <pc:chgData name="Sundararaj, Joycell (Cognizant)" userId="S::455552@cognizant.com::29251fad-4175-4e5d-be5d-cb9d5ed048dd" providerId="AD" clId="Web-{E7A6825D-A9A6-2C6A-DEDC-82A2278A0D7A}" dt="2026-07-13T14:27:12.133" v="240" actId="1076"/>
        <pc:sldMkLst>
          <pc:docMk/>
          <pc:sldMk cId="3682074270" sldId="2147483571"/>
        </pc:sldMkLst>
        <pc:spChg chg="mod">
          <ac:chgData name="Sundararaj, Joycell (Cognizant)" userId="S::455552@cognizant.com::29251fad-4175-4e5d-be5d-cb9d5ed048dd" providerId="AD" clId="Web-{E7A6825D-A9A6-2C6A-DEDC-82A2278A0D7A}" dt="2026-07-13T14:27:12.133" v="240" actId="1076"/>
          <ac:spMkLst>
            <pc:docMk/>
            <pc:sldMk cId="3682074270" sldId="2147483571"/>
            <ac:spMk id="6" creationId="{F9762D68-47B3-C750-F834-1559EFFC6D12}"/>
          </ac:spMkLst>
        </pc:spChg>
      </pc:sldChg>
      <pc:sldChg chg="modSp ord">
        <pc:chgData name="Sundararaj, Joycell (Cognizant)" userId="S::455552@cognizant.com::29251fad-4175-4e5d-be5d-cb9d5ed048dd" providerId="AD" clId="Web-{E7A6825D-A9A6-2C6A-DEDC-82A2278A0D7A}" dt="2026-07-13T14:27:55.118" v="241" actId="1076"/>
        <pc:sldMkLst>
          <pc:docMk/>
          <pc:sldMk cId="2078466676" sldId="2147483608"/>
        </pc:sldMkLst>
        <pc:spChg chg="mod">
          <ac:chgData name="Sundararaj, Joycell (Cognizant)" userId="S::455552@cognizant.com::29251fad-4175-4e5d-be5d-cb9d5ed048dd" providerId="AD" clId="Web-{E7A6825D-A9A6-2C6A-DEDC-82A2278A0D7A}" dt="2026-07-13T14:27:55.118" v="241" actId="1076"/>
          <ac:spMkLst>
            <pc:docMk/>
            <pc:sldMk cId="2078466676" sldId="2147483608"/>
            <ac:spMk id="5" creationId="{2B217BCF-CC73-2550-993B-E313F93F86C3}"/>
          </ac:spMkLst>
        </pc:spChg>
      </pc:sldChg>
      <pc:sldChg chg="modSp">
        <pc:chgData name="Sundararaj, Joycell (Cognizant)" userId="S::455552@cognizant.com::29251fad-4175-4e5d-be5d-cb9d5ed048dd" providerId="AD" clId="Web-{E7A6825D-A9A6-2C6A-DEDC-82A2278A0D7A}" dt="2026-07-13T15:30:21.112" v="326" actId="20577"/>
        <pc:sldMkLst>
          <pc:docMk/>
          <pc:sldMk cId="374513259" sldId="2147483611"/>
        </pc:sldMkLst>
        <pc:spChg chg="mod">
          <ac:chgData name="Sundararaj, Joycell (Cognizant)" userId="S::455552@cognizant.com::29251fad-4175-4e5d-be5d-cb9d5ed048dd" providerId="AD" clId="Web-{E7A6825D-A9A6-2C6A-DEDC-82A2278A0D7A}" dt="2026-07-13T15:30:21.112" v="326" actId="20577"/>
          <ac:spMkLst>
            <pc:docMk/>
            <pc:sldMk cId="374513259" sldId="2147483611"/>
            <ac:spMk id="5" creationId="{846E670C-AC50-714F-B01C-697BDD06C0CB}"/>
          </ac:spMkLst>
        </pc:spChg>
      </pc:sldChg>
      <pc:sldChg chg="ord">
        <pc:chgData name="Sundararaj, Joycell (Cognizant)" userId="S::455552@cognizant.com::29251fad-4175-4e5d-be5d-cb9d5ed048dd" providerId="AD" clId="Web-{E7A6825D-A9A6-2C6A-DEDC-82A2278A0D7A}" dt="2026-07-13T14:21:31.692" v="186"/>
        <pc:sldMkLst>
          <pc:docMk/>
          <pc:sldMk cId="374513259" sldId="2147483617"/>
        </pc:sldMkLst>
      </pc:sldChg>
      <pc:sldChg chg="modSp">
        <pc:chgData name="Sundararaj, Joycell (Cognizant)" userId="S::455552@cognizant.com::29251fad-4175-4e5d-be5d-cb9d5ed048dd" providerId="AD" clId="Web-{E7A6825D-A9A6-2C6A-DEDC-82A2278A0D7A}" dt="2026-07-13T14:05:48.432" v="160" actId="1076"/>
        <pc:sldMkLst>
          <pc:docMk/>
          <pc:sldMk cId="374513259" sldId="2147483618"/>
        </pc:sldMkLst>
        <pc:spChg chg="mod">
          <ac:chgData name="Sundararaj, Joycell (Cognizant)" userId="S::455552@cognizant.com::29251fad-4175-4e5d-be5d-cb9d5ed048dd" providerId="AD" clId="Web-{E7A6825D-A9A6-2C6A-DEDC-82A2278A0D7A}" dt="2026-07-13T14:05:48.432" v="160" actId="1076"/>
          <ac:spMkLst>
            <pc:docMk/>
            <pc:sldMk cId="374513259" sldId="2147483618"/>
            <ac:spMk id="2" creationId="{59F325AE-12C9-34BB-C555-25B721CDE951}"/>
          </ac:spMkLst>
        </pc:spChg>
      </pc:sldChg>
      <pc:sldChg chg="modSp">
        <pc:chgData name="Sundararaj, Joycell (Cognizant)" userId="S::455552@cognizant.com::29251fad-4175-4e5d-be5d-cb9d5ed048dd" providerId="AD" clId="Web-{E7A6825D-A9A6-2C6A-DEDC-82A2278A0D7A}" dt="2026-07-13T14:58:53.857" v="308" actId="20577"/>
        <pc:sldMkLst>
          <pc:docMk/>
          <pc:sldMk cId="2218015526" sldId="2147483623"/>
        </pc:sldMkLst>
        <pc:spChg chg="mod">
          <ac:chgData name="Sundararaj, Joycell (Cognizant)" userId="S::455552@cognizant.com::29251fad-4175-4e5d-be5d-cb9d5ed048dd" providerId="AD" clId="Web-{E7A6825D-A9A6-2C6A-DEDC-82A2278A0D7A}" dt="2026-07-13T14:58:53.857" v="308" actId="20577"/>
          <ac:spMkLst>
            <pc:docMk/>
            <pc:sldMk cId="2218015526" sldId="2147483623"/>
            <ac:spMk id="5" creationId="{865A6449-B853-154A-BE5A-191BB3E37276}"/>
          </ac:spMkLst>
        </pc:spChg>
      </pc:sldChg>
      <pc:sldChg chg="modSp">
        <pc:chgData name="Sundararaj, Joycell (Cognizant)" userId="S::455552@cognizant.com::29251fad-4175-4e5d-be5d-cb9d5ed048dd" providerId="AD" clId="Web-{E7A6825D-A9A6-2C6A-DEDC-82A2278A0D7A}" dt="2026-07-13T14:38:07.234" v="280" actId="20577"/>
        <pc:sldMkLst>
          <pc:docMk/>
          <pc:sldMk cId="3636016922" sldId="2147483625"/>
        </pc:sldMkLst>
        <pc:spChg chg="mod">
          <ac:chgData name="Sundararaj, Joycell (Cognizant)" userId="S::455552@cognizant.com::29251fad-4175-4e5d-be5d-cb9d5ed048dd" providerId="AD" clId="Web-{E7A6825D-A9A6-2C6A-DEDC-82A2278A0D7A}" dt="2026-07-13T14:38:07.234" v="280" actId="20577"/>
          <ac:spMkLst>
            <pc:docMk/>
            <pc:sldMk cId="3636016922" sldId="2147483625"/>
            <ac:spMk id="5" creationId="{DB19D500-FDC1-0395-2E21-52A4F6C620B5}"/>
          </ac:spMkLst>
        </pc:spChg>
      </pc:sldChg>
      <pc:sldChg chg="modSp">
        <pc:chgData name="Sundararaj, Joycell (Cognizant)" userId="S::455552@cognizant.com::29251fad-4175-4e5d-be5d-cb9d5ed048dd" providerId="AD" clId="Web-{E7A6825D-A9A6-2C6A-DEDC-82A2278A0D7A}" dt="2026-07-13T14:40:30.735" v="299" actId="20577"/>
        <pc:sldMkLst>
          <pc:docMk/>
          <pc:sldMk cId="1612707846" sldId="2147483628"/>
        </pc:sldMkLst>
        <pc:spChg chg="mod">
          <ac:chgData name="Sundararaj, Joycell (Cognizant)" userId="S::455552@cognizant.com::29251fad-4175-4e5d-be5d-cb9d5ed048dd" providerId="AD" clId="Web-{E7A6825D-A9A6-2C6A-DEDC-82A2278A0D7A}" dt="2026-07-13T14:40:30.735" v="299" actId="20577"/>
          <ac:spMkLst>
            <pc:docMk/>
            <pc:sldMk cId="1612707846" sldId="2147483628"/>
            <ac:spMk id="6" creationId="{54856CAB-B370-DF63-BEDE-A5CC78FBC730}"/>
          </ac:spMkLst>
        </pc:spChg>
      </pc:sldChg>
      <pc:sldChg chg="ord">
        <pc:chgData name="Sundararaj, Joycell (Cognizant)" userId="S::455552@cognizant.com::29251fad-4175-4e5d-be5d-cb9d5ed048dd" providerId="AD" clId="Web-{E7A6825D-A9A6-2C6A-DEDC-82A2278A0D7A}" dt="2026-07-13T14:20:44.879" v="185"/>
        <pc:sldMkLst>
          <pc:docMk/>
          <pc:sldMk cId="1513332471" sldId="2147483630"/>
        </pc:sldMkLst>
      </pc:sldChg>
      <pc:sldChg chg="modSp ord">
        <pc:chgData name="Sundararaj, Joycell (Cognizant)" userId="S::455552@cognizant.com::29251fad-4175-4e5d-be5d-cb9d5ed048dd" providerId="AD" clId="Web-{E7A6825D-A9A6-2C6A-DEDC-82A2278A0D7A}" dt="2026-07-13T15:35:00.459" v="331" actId="20577"/>
        <pc:sldMkLst>
          <pc:docMk/>
          <pc:sldMk cId="2926591511" sldId="2147483631"/>
        </pc:sldMkLst>
        <pc:spChg chg="mod">
          <ac:chgData name="Sundararaj, Joycell (Cognizant)" userId="S::455552@cognizant.com::29251fad-4175-4e5d-be5d-cb9d5ed048dd" providerId="AD" clId="Web-{E7A6825D-A9A6-2C6A-DEDC-82A2278A0D7A}" dt="2026-07-13T14:02:22.195" v="116" actId="1076"/>
          <ac:spMkLst>
            <pc:docMk/>
            <pc:sldMk cId="2926591511" sldId="2147483631"/>
            <ac:spMk id="7" creationId="{10804F64-2C87-1E45-1B59-7AC2097C95BA}"/>
          </ac:spMkLst>
        </pc:spChg>
        <pc:spChg chg="mod">
          <ac:chgData name="Sundararaj, Joycell (Cognizant)" userId="S::455552@cognizant.com::29251fad-4175-4e5d-be5d-cb9d5ed048dd" providerId="AD" clId="Web-{E7A6825D-A9A6-2C6A-DEDC-82A2278A0D7A}" dt="2026-07-13T14:02:22.211" v="117" actId="1076"/>
          <ac:spMkLst>
            <pc:docMk/>
            <pc:sldMk cId="2926591511" sldId="2147483631"/>
            <ac:spMk id="8" creationId="{6B6E5085-B682-86F4-F721-22C1C9DC70DD}"/>
          </ac:spMkLst>
        </pc:spChg>
        <pc:spChg chg="mod">
          <ac:chgData name="Sundararaj, Joycell (Cognizant)" userId="S::455552@cognizant.com::29251fad-4175-4e5d-be5d-cb9d5ed048dd" providerId="AD" clId="Web-{E7A6825D-A9A6-2C6A-DEDC-82A2278A0D7A}" dt="2026-07-13T14:02:22.226" v="118" actId="1076"/>
          <ac:spMkLst>
            <pc:docMk/>
            <pc:sldMk cId="2926591511" sldId="2147483631"/>
            <ac:spMk id="9" creationId="{453D5166-360D-8800-340D-8F12EB8DBBD8}"/>
          </ac:spMkLst>
        </pc:spChg>
        <pc:spChg chg="mod">
          <ac:chgData name="Sundararaj, Joycell (Cognizant)" userId="S::455552@cognizant.com::29251fad-4175-4e5d-be5d-cb9d5ed048dd" providerId="AD" clId="Web-{E7A6825D-A9A6-2C6A-DEDC-82A2278A0D7A}" dt="2026-07-13T14:02:22.242" v="119" actId="1076"/>
          <ac:spMkLst>
            <pc:docMk/>
            <pc:sldMk cId="2926591511" sldId="2147483631"/>
            <ac:spMk id="10" creationId="{0A36D37F-B2DB-BBDA-66FD-CB74C4DC3F68}"/>
          </ac:spMkLst>
        </pc:spChg>
        <pc:spChg chg="mod">
          <ac:chgData name="Sundararaj, Joycell (Cognizant)" userId="S::455552@cognizant.com::29251fad-4175-4e5d-be5d-cb9d5ed048dd" providerId="AD" clId="Web-{E7A6825D-A9A6-2C6A-DEDC-82A2278A0D7A}" dt="2026-07-13T14:02:22.258" v="120" actId="1076"/>
          <ac:spMkLst>
            <pc:docMk/>
            <pc:sldMk cId="2926591511" sldId="2147483631"/>
            <ac:spMk id="11" creationId="{E26DAD37-40AB-4AF4-6615-A360E3778E55}"/>
          </ac:spMkLst>
        </pc:spChg>
        <pc:spChg chg="mod">
          <ac:chgData name="Sundararaj, Joycell (Cognizant)" userId="S::455552@cognizant.com::29251fad-4175-4e5d-be5d-cb9d5ed048dd" providerId="AD" clId="Web-{E7A6825D-A9A6-2C6A-DEDC-82A2278A0D7A}" dt="2026-07-13T14:02:22.273" v="121" actId="1076"/>
          <ac:spMkLst>
            <pc:docMk/>
            <pc:sldMk cId="2926591511" sldId="2147483631"/>
            <ac:spMk id="12" creationId="{EE87AEB9-C771-D4D2-D5A0-FF35F9BE3FEC}"/>
          </ac:spMkLst>
        </pc:spChg>
        <pc:spChg chg="mod">
          <ac:chgData name="Sundararaj, Joycell (Cognizant)" userId="S::455552@cognizant.com::29251fad-4175-4e5d-be5d-cb9d5ed048dd" providerId="AD" clId="Web-{E7A6825D-A9A6-2C6A-DEDC-82A2278A0D7A}" dt="2026-07-13T14:02:22.273" v="122" actId="1076"/>
          <ac:spMkLst>
            <pc:docMk/>
            <pc:sldMk cId="2926591511" sldId="2147483631"/>
            <ac:spMk id="13" creationId="{9F5F6A1C-2984-3518-1936-9647DF1CB1DA}"/>
          </ac:spMkLst>
        </pc:spChg>
        <pc:spChg chg="mod">
          <ac:chgData name="Sundararaj, Joycell (Cognizant)" userId="S::455552@cognizant.com::29251fad-4175-4e5d-be5d-cb9d5ed048dd" providerId="AD" clId="Web-{E7A6825D-A9A6-2C6A-DEDC-82A2278A0D7A}" dt="2026-07-13T14:02:22.289" v="123" actId="1076"/>
          <ac:spMkLst>
            <pc:docMk/>
            <pc:sldMk cId="2926591511" sldId="2147483631"/>
            <ac:spMk id="14" creationId="{F628A9E7-2D29-E17D-F3F2-F2D14E08D6FD}"/>
          </ac:spMkLst>
        </pc:spChg>
        <pc:spChg chg="mod">
          <ac:chgData name="Sundararaj, Joycell (Cognizant)" userId="S::455552@cognizant.com::29251fad-4175-4e5d-be5d-cb9d5ed048dd" providerId="AD" clId="Web-{E7A6825D-A9A6-2C6A-DEDC-82A2278A0D7A}" dt="2026-07-13T14:02:22.304" v="124" actId="1076"/>
          <ac:spMkLst>
            <pc:docMk/>
            <pc:sldMk cId="2926591511" sldId="2147483631"/>
            <ac:spMk id="15" creationId="{88F8F769-A8A3-5FF8-BD70-EE10850C5A3F}"/>
          </ac:spMkLst>
        </pc:spChg>
        <pc:spChg chg="mod">
          <ac:chgData name="Sundararaj, Joycell (Cognizant)" userId="S::455552@cognizant.com::29251fad-4175-4e5d-be5d-cb9d5ed048dd" providerId="AD" clId="Web-{E7A6825D-A9A6-2C6A-DEDC-82A2278A0D7A}" dt="2026-07-13T14:02:22.320" v="125" actId="1076"/>
          <ac:spMkLst>
            <pc:docMk/>
            <pc:sldMk cId="2926591511" sldId="2147483631"/>
            <ac:spMk id="16" creationId="{C28B2174-335D-75FE-29DA-610994F34D68}"/>
          </ac:spMkLst>
        </pc:spChg>
        <pc:spChg chg="mod">
          <ac:chgData name="Sundararaj, Joycell (Cognizant)" userId="S::455552@cognizant.com::29251fad-4175-4e5d-be5d-cb9d5ed048dd" providerId="AD" clId="Web-{E7A6825D-A9A6-2C6A-DEDC-82A2278A0D7A}" dt="2026-07-13T14:02:22.336" v="126" actId="1076"/>
          <ac:spMkLst>
            <pc:docMk/>
            <pc:sldMk cId="2926591511" sldId="2147483631"/>
            <ac:spMk id="17" creationId="{0A55036C-9B5F-1F6F-25C1-88ECE7FFB8CF}"/>
          </ac:spMkLst>
        </pc:spChg>
        <pc:spChg chg="mod">
          <ac:chgData name="Sundararaj, Joycell (Cognizant)" userId="S::455552@cognizant.com::29251fad-4175-4e5d-be5d-cb9d5ed048dd" providerId="AD" clId="Web-{E7A6825D-A9A6-2C6A-DEDC-82A2278A0D7A}" dt="2026-07-13T14:02:22.351" v="127" actId="1076"/>
          <ac:spMkLst>
            <pc:docMk/>
            <pc:sldMk cId="2926591511" sldId="2147483631"/>
            <ac:spMk id="18" creationId="{19343FD5-24A7-6488-40C1-75CD493E0FAE}"/>
          </ac:spMkLst>
        </pc:spChg>
        <pc:spChg chg="mod">
          <ac:chgData name="Sundararaj, Joycell (Cognizant)" userId="S::455552@cognizant.com::29251fad-4175-4e5d-be5d-cb9d5ed048dd" providerId="AD" clId="Web-{E7A6825D-A9A6-2C6A-DEDC-82A2278A0D7A}" dt="2026-07-13T14:02:22.367" v="128" actId="1076"/>
          <ac:spMkLst>
            <pc:docMk/>
            <pc:sldMk cId="2926591511" sldId="2147483631"/>
            <ac:spMk id="19" creationId="{AB4E8658-8F6B-60E2-27EA-0489C2D8DC43}"/>
          </ac:spMkLst>
        </pc:spChg>
        <pc:spChg chg="mod">
          <ac:chgData name="Sundararaj, Joycell (Cognizant)" userId="S::455552@cognizant.com::29251fad-4175-4e5d-be5d-cb9d5ed048dd" providerId="AD" clId="Web-{E7A6825D-A9A6-2C6A-DEDC-82A2278A0D7A}" dt="2026-07-13T14:02:22.383" v="129" actId="1076"/>
          <ac:spMkLst>
            <pc:docMk/>
            <pc:sldMk cId="2926591511" sldId="2147483631"/>
            <ac:spMk id="20" creationId="{26D6130C-7F37-E3A8-7596-522C437AFF07}"/>
          </ac:spMkLst>
        </pc:spChg>
        <pc:spChg chg="mod">
          <ac:chgData name="Sundararaj, Joycell (Cognizant)" userId="S::455552@cognizant.com::29251fad-4175-4e5d-be5d-cb9d5ed048dd" providerId="AD" clId="Web-{E7A6825D-A9A6-2C6A-DEDC-82A2278A0D7A}" dt="2026-07-13T14:02:22.398" v="130" actId="1076"/>
          <ac:spMkLst>
            <pc:docMk/>
            <pc:sldMk cId="2926591511" sldId="2147483631"/>
            <ac:spMk id="21" creationId="{E528011B-A6D8-305B-C9EC-14A1EF9CF359}"/>
          </ac:spMkLst>
        </pc:spChg>
        <pc:spChg chg="mod">
          <ac:chgData name="Sundararaj, Joycell (Cognizant)" userId="S::455552@cognizant.com::29251fad-4175-4e5d-be5d-cb9d5ed048dd" providerId="AD" clId="Web-{E7A6825D-A9A6-2C6A-DEDC-82A2278A0D7A}" dt="2026-07-13T14:02:22.414" v="131" actId="1076"/>
          <ac:spMkLst>
            <pc:docMk/>
            <pc:sldMk cId="2926591511" sldId="2147483631"/>
            <ac:spMk id="22" creationId="{DA2FC5F5-ADB3-2BD4-C361-BDB9A32D691C}"/>
          </ac:spMkLst>
        </pc:spChg>
        <pc:spChg chg="mod">
          <ac:chgData name="Sundararaj, Joycell (Cognizant)" userId="S::455552@cognizant.com::29251fad-4175-4e5d-be5d-cb9d5ed048dd" providerId="AD" clId="Web-{E7A6825D-A9A6-2C6A-DEDC-82A2278A0D7A}" dt="2026-07-13T14:02:22.429" v="132" actId="1076"/>
          <ac:spMkLst>
            <pc:docMk/>
            <pc:sldMk cId="2926591511" sldId="2147483631"/>
            <ac:spMk id="23" creationId="{5A1EC683-FE6E-C161-7D17-0D60424E9C09}"/>
          </ac:spMkLst>
        </pc:spChg>
        <pc:spChg chg="mod">
          <ac:chgData name="Sundararaj, Joycell (Cognizant)" userId="S::455552@cognizant.com::29251fad-4175-4e5d-be5d-cb9d5ed048dd" providerId="AD" clId="Web-{E7A6825D-A9A6-2C6A-DEDC-82A2278A0D7A}" dt="2026-07-13T14:02:22.445" v="133" actId="1076"/>
          <ac:spMkLst>
            <pc:docMk/>
            <pc:sldMk cId="2926591511" sldId="2147483631"/>
            <ac:spMk id="24" creationId="{C5145208-B147-B9A6-B342-B002E68B794F}"/>
          </ac:spMkLst>
        </pc:spChg>
        <pc:spChg chg="mod">
          <ac:chgData name="Sundararaj, Joycell (Cognizant)" userId="S::455552@cognizant.com::29251fad-4175-4e5d-be5d-cb9d5ed048dd" providerId="AD" clId="Web-{E7A6825D-A9A6-2C6A-DEDC-82A2278A0D7A}" dt="2026-07-13T14:02:22.461" v="134" actId="1076"/>
          <ac:spMkLst>
            <pc:docMk/>
            <pc:sldMk cId="2926591511" sldId="2147483631"/>
            <ac:spMk id="25" creationId="{0C3A953B-C12E-F4E5-4D08-0168E7D002E0}"/>
          </ac:spMkLst>
        </pc:spChg>
        <pc:spChg chg="mod">
          <ac:chgData name="Sundararaj, Joycell (Cognizant)" userId="S::455552@cognizant.com::29251fad-4175-4e5d-be5d-cb9d5ed048dd" providerId="AD" clId="Web-{E7A6825D-A9A6-2C6A-DEDC-82A2278A0D7A}" dt="2026-07-13T14:02:22.476" v="135" actId="1076"/>
          <ac:spMkLst>
            <pc:docMk/>
            <pc:sldMk cId="2926591511" sldId="2147483631"/>
            <ac:spMk id="26" creationId="{DD80952B-3066-637F-723F-655C06B1A691}"/>
          </ac:spMkLst>
        </pc:spChg>
        <pc:spChg chg="mod">
          <ac:chgData name="Sundararaj, Joycell (Cognizant)" userId="S::455552@cognizant.com::29251fad-4175-4e5d-be5d-cb9d5ed048dd" providerId="AD" clId="Web-{E7A6825D-A9A6-2C6A-DEDC-82A2278A0D7A}" dt="2026-07-13T14:02:22.492" v="136" actId="1076"/>
          <ac:spMkLst>
            <pc:docMk/>
            <pc:sldMk cId="2926591511" sldId="2147483631"/>
            <ac:spMk id="27" creationId="{818746BD-F053-9F68-A069-B58B3C28A3C8}"/>
          </ac:spMkLst>
        </pc:spChg>
        <pc:spChg chg="mod">
          <ac:chgData name="Sundararaj, Joycell (Cognizant)" userId="S::455552@cognizant.com::29251fad-4175-4e5d-be5d-cb9d5ed048dd" providerId="AD" clId="Web-{E7A6825D-A9A6-2C6A-DEDC-82A2278A0D7A}" dt="2026-07-13T14:02:22.508" v="137" actId="1076"/>
          <ac:spMkLst>
            <pc:docMk/>
            <pc:sldMk cId="2926591511" sldId="2147483631"/>
            <ac:spMk id="28" creationId="{107F9A67-0BD1-AA5C-BD9C-F43AED7F6F54}"/>
          </ac:spMkLst>
        </pc:spChg>
        <pc:spChg chg="mod">
          <ac:chgData name="Sundararaj, Joycell (Cognizant)" userId="S::455552@cognizant.com::29251fad-4175-4e5d-be5d-cb9d5ed048dd" providerId="AD" clId="Web-{E7A6825D-A9A6-2C6A-DEDC-82A2278A0D7A}" dt="2026-07-13T14:02:22.523" v="138" actId="1076"/>
          <ac:spMkLst>
            <pc:docMk/>
            <pc:sldMk cId="2926591511" sldId="2147483631"/>
            <ac:spMk id="29" creationId="{2F456A57-7F0E-4CD1-611E-A8239D85E9B9}"/>
          </ac:spMkLst>
        </pc:spChg>
        <pc:spChg chg="mod">
          <ac:chgData name="Sundararaj, Joycell (Cognizant)" userId="S::455552@cognizant.com::29251fad-4175-4e5d-be5d-cb9d5ed048dd" providerId="AD" clId="Web-{E7A6825D-A9A6-2C6A-DEDC-82A2278A0D7A}" dt="2026-07-13T14:02:22.539" v="139" actId="1076"/>
          <ac:spMkLst>
            <pc:docMk/>
            <pc:sldMk cId="2926591511" sldId="2147483631"/>
            <ac:spMk id="30" creationId="{93019A97-B7DF-9C9C-825E-EF3099D46738}"/>
          </ac:spMkLst>
        </pc:spChg>
        <pc:spChg chg="mod">
          <ac:chgData name="Sundararaj, Joycell (Cognizant)" userId="S::455552@cognizant.com::29251fad-4175-4e5d-be5d-cb9d5ed048dd" providerId="AD" clId="Web-{E7A6825D-A9A6-2C6A-DEDC-82A2278A0D7A}" dt="2026-07-13T14:02:22.554" v="140" actId="1076"/>
          <ac:spMkLst>
            <pc:docMk/>
            <pc:sldMk cId="2926591511" sldId="2147483631"/>
            <ac:spMk id="31" creationId="{121D262F-9AAF-4235-00EF-A3E7BB285296}"/>
          </ac:spMkLst>
        </pc:spChg>
        <pc:spChg chg="mod">
          <ac:chgData name="Sundararaj, Joycell (Cognizant)" userId="S::455552@cognizant.com::29251fad-4175-4e5d-be5d-cb9d5ed048dd" providerId="AD" clId="Web-{E7A6825D-A9A6-2C6A-DEDC-82A2278A0D7A}" dt="2026-07-13T14:02:22.570" v="141" actId="1076"/>
          <ac:spMkLst>
            <pc:docMk/>
            <pc:sldMk cId="2926591511" sldId="2147483631"/>
            <ac:spMk id="32" creationId="{906F7C9C-9972-AB3C-950D-2C830EB50979}"/>
          </ac:spMkLst>
        </pc:spChg>
        <pc:spChg chg="mod">
          <ac:chgData name="Sundararaj, Joycell (Cognizant)" userId="S::455552@cognizant.com::29251fad-4175-4e5d-be5d-cb9d5ed048dd" providerId="AD" clId="Web-{E7A6825D-A9A6-2C6A-DEDC-82A2278A0D7A}" dt="2026-07-13T14:02:22.586" v="142" actId="1076"/>
          <ac:spMkLst>
            <pc:docMk/>
            <pc:sldMk cId="2926591511" sldId="2147483631"/>
            <ac:spMk id="33" creationId="{26E5F1EF-E5BF-932E-E750-9A3D989A458F}"/>
          </ac:spMkLst>
        </pc:spChg>
        <pc:spChg chg="mod">
          <ac:chgData name="Sundararaj, Joycell (Cognizant)" userId="S::455552@cognizant.com::29251fad-4175-4e5d-be5d-cb9d5ed048dd" providerId="AD" clId="Web-{E7A6825D-A9A6-2C6A-DEDC-82A2278A0D7A}" dt="2026-07-13T14:02:22.601" v="143" actId="1076"/>
          <ac:spMkLst>
            <pc:docMk/>
            <pc:sldMk cId="2926591511" sldId="2147483631"/>
            <ac:spMk id="34" creationId="{A435F2CF-C7C4-265C-8AE8-B65BC511783D}"/>
          </ac:spMkLst>
        </pc:spChg>
        <pc:spChg chg="mod">
          <ac:chgData name="Sundararaj, Joycell (Cognizant)" userId="S::455552@cognizant.com::29251fad-4175-4e5d-be5d-cb9d5ed048dd" providerId="AD" clId="Web-{E7A6825D-A9A6-2C6A-DEDC-82A2278A0D7A}" dt="2026-07-13T14:02:22.617" v="144" actId="1076"/>
          <ac:spMkLst>
            <pc:docMk/>
            <pc:sldMk cId="2926591511" sldId="2147483631"/>
            <ac:spMk id="35" creationId="{D97D6067-DFD0-3EFA-8669-2B3CDD1BA7EC}"/>
          </ac:spMkLst>
        </pc:spChg>
        <pc:spChg chg="mod">
          <ac:chgData name="Sundararaj, Joycell (Cognizant)" userId="S::455552@cognizant.com::29251fad-4175-4e5d-be5d-cb9d5ed048dd" providerId="AD" clId="Web-{E7A6825D-A9A6-2C6A-DEDC-82A2278A0D7A}" dt="2026-07-13T14:02:22.633" v="145" actId="1076"/>
          <ac:spMkLst>
            <pc:docMk/>
            <pc:sldMk cId="2926591511" sldId="2147483631"/>
            <ac:spMk id="36" creationId="{5DEA325E-E5FE-E26D-BAB8-890307524B06}"/>
          </ac:spMkLst>
        </pc:spChg>
        <pc:spChg chg="mod">
          <ac:chgData name="Sundararaj, Joycell (Cognizant)" userId="S::455552@cognizant.com::29251fad-4175-4e5d-be5d-cb9d5ed048dd" providerId="AD" clId="Web-{E7A6825D-A9A6-2C6A-DEDC-82A2278A0D7A}" dt="2026-07-13T14:02:22.648" v="146" actId="1076"/>
          <ac:spMkLst>
            <pc:docMk/>
            <pc:sldMk cId="2926591511" sldId="2147483631"/>
            <ac:spMk id="37" creationId="{77FAE8AB-4A3C-EF3D-102E-42BDC9708EA7}"/>
          </ac:spMkLst>
        </pc:spChg>
        <pc:spChg chg="mod">
          <ac:chgData name="Sundararaj, Joycell (Cognizant)" userId="S::455552@cognizant.com::29251fad-4175-4e5d-be5d-cb9d5ed048dd" providerId="AD" clId="Web-{E7A6825D-A9A6-2C6A-DEDC-82A2278A0D7A}" dt="2026-07-13T14:02:22.664" v="147" actId="1076"/>
          <ac:spMkLst>
            <pc:docMk/>
            <pc:sldMk cId="2926591511" sldId="2147483631"/>
            <ac:spMk id="38" creationId="{50A3159E-5EC3-F6D8-0E95-1AAD338045CB}"/>
          </ac:spMkLst>
        </pc:spChg>
        <pc:spChg chg="mod">
          <ac:chgData name="Sundararaj, Joycell (Cognizant)" userId="S::455552@cognizant.com::29251fad-4175-4e5d-be5d-cb9d5ed048dd" providerId="AD" clId="Web-{E7A6825D-A9A6-2C6A-DEDC-82A2278A0D7A}" dt="2026-07-13T14:02:22.664" v="148" actId="1076"/>
          <ac:spMkLst>
            <pc:docMk/>
            <pc:sldMk cId="2926591511" sldId="2147483631"/>
            <ac:spMk id="39" creationId="{E85A548A-16FF-3353-CF19-7E4B437D804E}"/>
          </ac:spMkLst>
        </pc:spChg>
        <pc:spChg chg="mod">
          <ac:chgData name="Sundararaj, Joycell (Cognizant)" userId="S::455552@cognizant.com::29251fad-4175-4e5d-be5d-cb9d5ed048dd" providerId="AD" clId="Web-{E7A6825D-A9A6-2C6A-DEDC-82A2278A0D7A}" dt="2026-07-13T14:02:22.679" v="149" actId="1076"/>
          <ac:spMkLst>
            <pc:docMk/>
            <pc:sldMk cId="2926591511" sldId="2147483631"/>
            <ac:spMk id="40" creationId="{3E6BCD92-C627-1ABB-340E-4ADADF56AD23}"/>
          </ac:spMkLst>
        </pc:spChg>
        <pc:spChg chg="mod">
          <ac:chgData name="Sundararaj, Joycell (Cognizant)" userId="S::455552@cognizant.com::29251fad-4175-4e5d-be5d-cb9d5ed048dd" providerId="AD" clId="Web-{E7A6825D-A9A6-2C6A-DEDC-82A2278A0D7A}" dt="2026-07-13T14:02:22.695" v="150" actId="1076"/>
          <ac:spMkLst>
            <pc:docMk/>
            <pc:sldMk cId="2926591511" sldId="2147483631"/>
            <ac:spMk id="41" creationId="{461CDEC4-5D19-6047-A80D-F1E7F93D42F9}"/>
          </ac:spMkLst>
        </pc:spChg>
        <pc:spChg chg="mod">
          <ac:chgData name="Sundararaj, Joycell (Cognizant)" userId="S::455552@cognizant.com::29251fad-4175-4e5d-be5d-cb9d5ed048dd" providerId="AD" clId="Web-{E7A6825D-A9A6-2C6A-DEDC-82A2278A0D7A}" dt="2026-07-13T14:02:22.711" v="151" actId="1076"/>
          <ac:spMkLst>
            <pc:docMk/>
            <pc:sldMk cId="2926591511" sldId="2147483631"/>
            <ac:spMk id="42" creationId="{F41C8064-9248-7CAB-88F1-B55B328C2D40}"/>
          </ac:spMkLst>
        </pc:spChg>
        <pc:spChg chg="mod">
          <ac:chgData name="Sundararaj, Joycell (Cognizant)" userId="S::455552@cognizant.com::29251fad-4175-4e5d-be5d-cb9d5ed048dd" providerId="AD" clId="Web-{E7A6825D-A9A6-2C6A-DEDC-82A2278A0D7A}" dt="2026-07-13T15:34:36.725" v="328" actId="20577"/>
          <ac:spMkLst>
            <pc:docMk/>
            <pc:sldMk cId="2926591511" sldId="2147483631"/>
            <ac:spMk id="43" creationId="{6CDCA4CD-24C5-C595-90C4-CFC34AE513BD}"/>
          </ac:spMkLst>
        </pc:spChg>
        <pc:spChg chg="mod">
          <ac:chgData name="Sundararaj, Joycell (Cognizant)" userId="S::455552@cognizant.com::29251fad-4175-4e5d-be5d-cb9d5ed048dd" providerId="AD" clId="Web-{E7A6825D-A9A6-2C6A-DEDC-82A2278A0D7A}" dt="2026-07-13T14:05:29.588" v="158" actId="1076"/>
          <ac:spMkLst>
            <pc:docMk/>
            <pc:sldMk cId="2926591511" sldId="2147483631"/>
            <ac:spMk id="44" creationId="{C678181A-3E05-0BDB-1903-76AEC3814AA6}"/>
          </ac:spMkLst>
        </pc:spChg>
        <pc:spChg chg="mod">
          <ac:chgData name="Sundararaj, Joycell (Cognizant)" userId="S::455552@cognizant.com::29251fad-4175-4e5d-be5d-cb9d5ed048dd" providerId="AD" clId="Web-{E7A6825D-A9A6-2C6A-DEDC-82A2278A0D7A}" dt="2026-07-13T14:02:22.726" v="152" actId="1076"/>
          <ac:spMkLst>
            <pc:docMk/>
            <pc:sldMk cId="2926591511" sldId="2147483631"/>
            <ac:spMk id="47" creationId="{E658E87A-7698-62C3-FA75-9B73A81BD619}"/>
          </ac:spMkLst>
        </pc:spChg>
        <pc:spChg chg="mod">
          <ac:chgData name="Sundararaj, Joycell (Cognizant)" userId="S::455552@cognizant.com::29251fad-4175-4e5d-be5d-cb9d5ed048dd" providerId="AD" clId="Web-{E7A6825D-A9A6-2C6A-DEDC-82A2278A0D7A}" dt="2026-07-13T15:35:00.459" v="331" actId="20577"/>
          <ac:spMkLst>
            <pc:docMk/>
            <pc:sldMk cId="2926591511" sldId="2147483631"/>
            <ac:spMk id="48" creationId="{FA3E32BF-8379-93D8-7B19-451B18C4E160}"/>
          </ac:spMkLst>
        </pc:spChg>
        <pc:spChg chg="mod">
          <ac:chgData name="Sundararaj, Joycell (Cognizant)" userId="S::455552@cognizant.com::29251fad-4175-4e5d-be5d-cb9d5ed048dd" providerId="AD" clId="Web-{E7A6825D-A9A6-2C6A-DEDC-82A2278A0D7A}" dt="2026-07-13T14:02:22.758" v="154" actId="1076"/>
          <ac:spMkLst>
            <pc:docMk/>
            <pc:sldMk cId="2926591511" sldId="2147483631"/>
            <ac:spMk id="49" creationId="{2475B3FD-3D68-E5F3-EBB3-076B6008FAE5}"/>
          </ac:spMkLst>
        </pc:spChg>
      </pc:sldChg>
      <pc:sldChg chg="addSp delSp modSp new">
        <pc:chgData name="Sundararaj, Joycell (Cognizant)" userId="S::455552@cognizant.com::29251fad-4175-4e5d-be5d-cb9d5ed048dd" providerId="AD" clId="Web-{E7A6825D-A9A6-2C6A-DEDC-82A2278A0D7A}" dt="2026-07-13T15:40:37.041" v="378"/>
        <pc:sldMkLst>
          <pc:docMk/>
          <pc:sldMk cId="2746927870" sldId="2147483633"/>
        </pc:sldMkLst>
        <pc:spChg chg="add">
          <ac:chgData name="Sundararaj, Joycell (Cognizant)" userId="S::455552@cognizant.com::29251fad-4175-4e5d-be5d-cb9d5ed048dd" providerId="AD" clId="Web-{E7A6825D-A9A6-2C6A-DEDC-82A2278A0D7A}" dt="2026-07-13T14:06:08.479" v="162"/>
          <ac:spMkLst>
            <pc:docMk/>
            <pc:sldMk cId="2746927870" sldId="2147483633"/>
            <ac:spMk id="5" creationId="{FFBF7C43-E4E8-13E3-741D-8250C8E9A078}"/>
          </ac:spMkLst>
        </pc:spChg>
        <pc:spChg chg="add">
          <ac:chgData name="Sundararaj, Joycell (Cognizant)" userId="S::455552@cognizant.com::29251fad-4175-4e5d-be5d-cb9d5ed048dd" providerId="AD" clId="Web-{E7A6825D-A9A6-2C6A-DEDC-82A2278A0D7A}" dt="2026-07-13T14:06:08.479" v="163"/>
          <ac:spMkLst>
            <pc:docMk/>
            <pc:sldMk cId="2746927870" sldId="2147483633"/>
            <ac:spMk id="7" creationId="{6F4CA2F8-DDDA-96FE-6420-EEB44C82706A}"/>
          </ac:spMkLst>
        </pc:spChg>
        <pc:spChg chg="add">
          <ac:chgData name="Sundararaj, Joycell (Cognizant)" userId="S::455552@cognizant.com::29251fad-4175-4e5d-be5d-cb9d5ed048dd" providerId="AD" clId="Web-{E7A6825D-A9A6-2C6A-DEDC-82A2278A0D7A}" dt="2026-07-13T14:06:08.557" v="165"/>
          <ac:spMkLst>
            <pc:docMk/>
            <pc:sldMk cId="2746927870" sldId="2147483633"/>
            <ac:spMk id="11" creationId="{C2776F91-4594-8DB6-064B-9B14B338667A}"/>
          </ac:spMkLst>
        </pc:spChg>
        <pc:spChg chg="add mod">
          <ac:chgData name="Sundararaj, Joycell (Cognizant)" userId="S::455552@cognizant.com::29251fad-4175-4e5d-be5d-cb9d5ed048dd" providerId="AD" clId="Web-{E7A6825D-A9A6-2C6A-DEDC-82A2278A0D7A}" dt="2026-07-13T15:40:37.041" v="378"/>
          <ac:spMkLst>
            <pc:docMk/>
            <pc:sldMk cId="2746927870" sldId="2147483633"/>
            <ac:spMk id="15" creationId="{6A6C646D-46BD-D4B0-84A3-9DA860C27CE9}"/>
          </ac:spMkLst>
        </pc:spChg>
        <pc:graphicFrameChg chg="add mod modGraphic">
          <ac:chgData name="Sundararaj, Joycell (Cognizant)" userId="S::455552@cognizant.com::29251fad-4175-4e5d-be5d-cb9d5ed048dd" providerId="AD" clId="Web-{E7A6825D-A9A6-2C6A-DEDC-82A2278A0D7A}" dt="2026-07-13T15:40:17.556" v="374"/>
          <ac:graphicFrameMkLst>
            <pc:docMk/>
            <pc:sldMk cId="2746927870" sldId="2147483633"/>
            <ac:graphicFrameMk id="9" creationId="{8131DE56-2A8B-0C5C-11D1-6D5E10286EFA}"/>
          </ac:graphicFrameMkLst>
        </pc:graphicFrameChg>
      </pc:sldChg>
      <pc:sldChg chg="addSp modSp new">
        <pc:chgData name="Sundararaj, Joycell (Cognizant)" userId="S::455552@cognizant.com::29251fad-4175-4e5d-be5d-cb9d5ed048dd" providerId="AD" clId="Web-{E7A6825D-A9A6-2C6A-DEDC-82A2278A0D7A}" dt="2026-07-13T14:39:42.875" v="298" actId="20577"/>
        <pc:sldMkLst>
          <pc:docMk/>
          <pc:sldMk cId="4124227024" sldId="2147483636"/>
        </pc:sldMkLst>
        <pc:spChg chg="add">
          <ac:chgData name="Sundararaj, Joycell (Cognizant)" userId="S::455552@cognizant.com::29251fad-4175-4e5d-be5d-cb9d5ed048dd" providerId="AD" clId="Web-{E7A6825D-A9A6-2C6A-DEDC-82A2278A0D7A}" dt="2026-07-13T14:37:10.093" v="247"/>
          <ac:spMkLst>
            <pc:docMk/>
            <pc:sldMk cId="4124227024" sldId="2147483636"/>
            <ac:spMk id="5" creationId="{76411F35-F223-17EE-5D73-2691FAEEC38E}"/>
          </ac:spMkLst>
        </pc:spChg>
        <pc:spChg chg="add">
          <ac:chgData name="Sundararaj, Joycell (Cognizant)" userId="S::455552@cognizant.com::29251fad-4175-4e5d-be5d-cb9d5ed048dd" providerId="AD" clId="Web-{E7A6825D-A9A6-2C6A-DEDC-82A2278A0D7A}" dt="2026-07-13T14:37:10.140" v="249"/>
          <ac:spMkLst>
            <pc:docMk/>
            <pc:sldMk cId="4124227024" sldId="2147483636"/>
            <ac:spMk id="9" creationId="{A0E7EA95-5DB0-E023-D904-384F3D260393}"/>
          </ac:spMkLst>
        </pc:spChg>
        <pc:spChg chg="add">
          <ac:chgData name="Sundararaj, Joycell (Cognizant)" userId="S::455552@cognizant.com::29251fad-4175-4e5d-be5d-cb9d5ed048dd" providerId="AD" clId="Web-{E7A6825D-A9A6-2C6A-DEDC-82A2278A0D7A}" dt="2026-07-13T14:37:10.155" v="250"/>
          <ac:spMkLst>
            <pc:docMk/>
            <pc:sldMk cId="4124227024" sldId="2147483636"/>
            <ac:spMk id="11" creationId="{F610B126-7D43-35AB-7653-8BD9703F469A}"/>
          </ac:spMkLst>
        </pc:spChg>
        <pc:spChg chg="add">
          <ac:chgData name="Sundararaj, Joycell (Cognizant)" userId="S::455552@cognizant.com::29251fad-4175-4e5d-be5d-cb9d5ed048dd" providerId="AD" clId="Web-{E7A6825D-A9A6-2C6A-DEDC-82A2278A0D7A}" dt="2026-07-13T14:37:10.155" v="251"/>
          <ac:spMkLst>
            <pc:docMk/>
            <pc:sldMk cId="4124227024" sldId="2147483636"/>
            <ac:spMk id="13" creationId="{27B5B1B9-CDE3-4E81-6C39-FD9067DE805E}"/>
          </ac:spMkLst>
        </pc:spChg>
        <pc:spChg chg="add">
          <ac:chgData name="Sundararaj, Joycell (Cognizant)" userId="S::455552@cognizant.com::29251fad-4175-4e5d-be5d-cb9d5ed048dd" providerId="AD" clId="Web-{E7A6825D-A9A6-2C6A-DEDC-82A2278A0D7A}" dt="2026-07-13T14:37:10.155" v="252"/>
          <ac:spMkLst>
            <pc:docMk/>
            <pc:sldMk cId="4124227024" sldId="2147483636"/>
            <ac:spMk id="15" creationId="{E4A7F36E-4A80-98AF-FF50-373043EA42CC}"/>
          </ac:spMkLst>
        </pc:spChg>
        <pc:spChg chg="add">
          <ac:chgData name="Sundararaj, Joycell (Cognizant)" userId="S::455552@cognizant.com::29251fad-4175-4e5d-be5d-cb9d5ed048dd" providerId="AD" clId="Web-{E7A6825D-A9A6-2C6A-DEDC-82A2278A0D7A}" dt="2026-07-13T14:37:10.171" v="253"/>
          <ac:spMkLst>
            <pc:docMk/>
            <pc:sldMk cId="4124227024" sldId="2147483636"/>
            <ac:spMk id="17" creationId="{B96F5E01-E7B6-01DF-DB32-62A0A134B16E}"/>
          </ac:spMkLst>
        </pc:spChg>
        <pc:spChg chg="add">
          <ac:chgData name="Sundararaj, Joycell (Cognizant)" userId="S::455552@cognizant.com::29251fad-4175-4e5d-be5d-cb9d5ed048dd" providerId="AD" clId="Web-{E7A6825D-A9A6-2C6A-DEDC-82A2278A0D7A}" dt="2026-07-13T14:37:10.171" v="254"/>
          <ac:spMkLst>
            <pc:docMk/>
            <pc:sldMk cId="4124227024" sldId="2147483636"/>
            <ac:spMk id="19" creationId="{99AEF874-E576-C838-C48B-B1C7CC941CDC}"/>
          </ac:spMkLst>
        </pc:spChg>
        <pc:spChg chg="add">
          <ac:chgData name="Sundararaj, Joycell (Cognizant)" userId="S::455552@cognizant.com::29251fad-4175-4e5d-be5d-cb9d5ed048dd" providerId="AD" clId="Web-{E7A6825D-A9A6-2C6A-DEDC-82A2278A0D7A}" dt="2026-07-13T14:37:10.171" v="255"/>
          <ac:spMkLst>
            <pc:docMk/>
            <pc:sldMk cId="4124227024" sldId="2147483636"/>
            <ac:spMk id="21" creationId="{42B88922-997F-6814-98AA-B14AA2ABB6B5}"/>
          </ac:spMkLst>
        </pc:spChg>
        <pc:spChg chg="add">
          <ac:chgData name="Sundararaj, Joycell (Cognizant)" userId="S::455552@cognizant.com::29251fad-4175-4e5d-be5d-cb9d5ed048dd" providerId="AD" clId="Web-{E7A6825D-A9A6-2C6A-DEDC-82A2278A0D7A}" dt="2026-07-13T14:37:10.187" v="256"/>
          <ac:spMkLst>
            <pc:docMk/>
            <pc:sldMk cId="4124227024" sldId="2147483636"/>
            <ac:spMk id="23" creationId="{4D7DFB8B-25B1-FF0E-5E04-372A8847E533}"/>
          </ac:spMkLst>
        </pc:spChg>
        <pc:spChg chg="add mod">
          <ac:chgData name="Sundararaj, Joycell (Cognizant)" userId="S::455552@cognizant.com::29251fad-4175-4e5d-be5d-cb9d5ed048dd" providerId="AD" clId="Web-{E7A6825D-A9A6-2C6A-DEDC-82A2278A0D7A}" dt="2026-07-13T14:39:42.875" v="298" actId="20577"/>
          <ac:spMkLst>
            <pc:docMk/>
            <pc:sldMk cId="4124227024" sldId="2147483636"/>
            <ac:spMk id="25" creationId="{CF935E63-7BDB-4E1C-EA53-59F98E460DC5}"/>
          </ac:spMkLst>
        </pc:spChg>
        <pc:spChg chg="add">
          <ac:chgData name="Sundararaj, Joycell (Cognizant)" userId="S::455552@cognizant.com::29251fad-4175-4e5d-be5d-cb9d5ed048dd" providerId="AD" clId="Web-{E7A6825D-A9A6-2C6A-DEDC-82A2278A0D7A}" dt="2026-07-13T14:37:10.202" v="258"/>
          <ac:spMkLst>
            <pc:docMk/>
            <pc:sldMk cId="4124227024" sldId="2147483636"/>
            <ac:spMk id="27" creationId="{934364AF-E008-6AA7-50F6-3E32B314A4DE}"/>
          </ac:spMkLst>
        </pc:spChg>
        <pc:spChg chg="add">
          <ac:chgData name="Sundararaj, Joycell (Cognizant)" userId="S::455552@cognizant.com::29251fad-4175-4e5d-be5d-cb9d5ed048dd" providerId="AD" clId="Web-{E7A6825D-A9A6-2C6A-DEDC-82A2278A0D7A}" dt="2026-07-13T14:37:10.218" v="259"/>
          <ac:spMkLst>
            <pc:docMk/>
            <pc:sldMk cId="4124227024" sldId="2147483636"/>
            <ac:spMk id="29" creationId="{AB4542B1-0B61-57E5-31B6-73A21A350C41}"/>
          </ac:spMkLst>
        </pc:spChg>
        <pc:spChg chg="add">
          <ac:chgData name="Sundararaj, Joycell (Cognizant)" userId="S::455552@cognizant.com::29251fad-4175-4e5d-be5d-cb9d5ed048dd" providerId="AD" clId="Web-{E7A6825D-A9A6-2C6A-DEDC-82A2278A0D7A}" dt="2026-07-13T14:37:10.218" v="260"/>
          <ac:spMkLst>
            <pc:docMk/>
            <pc:sldMk cId="4124227024" sldId="2147483636"/>
            <ac:spMk id="31" creationId="{D080DF82-5EBF-9536-6878-3C27A745D96B}"/>
          </ac:spMkLst>
        </pc:spChg>
        <pc:spChg chg="add">
          <ac:chgData name="Sundararaj, Joycell (Cognizant)" userId="S::455552@cognizant.com::29251fad-4175-4e5d-be5d-cb9d5ed048dd" providerId="AD" clId="Web-{E7A6825D-A9A6-2C6A-DEDC-82A2278A0D7A}" dt="2026-07-13T14:37:10.233" v="261"/>
          <ac:spMkLst>
            <pc:docMk/>
            <pc:sldMk cId="4124227024" sldId="2147483636"/>
            <ac:spMk id="33" creationId="{1E985E36-6D3B-3649-E5DC-72DCBFEAA320}"/>
          </ac:spMkLst>
        </pc:spChg>
        <pc:spChg chg="add">
          <ac:chgData name="Sundararaj, Joycell (Cognizant)" userId="S::455552@cognizant.com::29251fad-4175-4e5d-be5d-cb9d5ed048dd" providerId="AD" clId="Web-{E7A6825D-A9A6-2C6A-DEDC-82A2278A0D7A}" dt="2026-07-13T14:37:10.249" v="262"/>
          <ac:spMkLst>
            <pc:docMk/>
            <pc:sldMk cId="4124227024" sldId="2147483636"/>
            <ac:spMk id="35" creationId="{AC20F627-8160-6D7F-3887-A829051ECC4F}"/>
          </ac:spMkLst>
        </pc:spChg>
        <pc:spChg chg="add">
          <ac:chgData name="Sundararaj, Joycell (Cognizant)" userId="S::455552@cognizant.com::29251fad-4175-4e5d-be5d-cb9d5ed048dd" providerId="AD" clId="Web-{E7A6825D-A9A6-2C6A-DEDC-82A2278A0D7A}" dt="2026-07-13T14:37:10.249" v="263"/>
          <ac:spMkLst>
            <pc:docMk/>
            <pc:sldMk cId="4124227024" sldId="2147483636"/>
            <ac:spMk id="37" creationId="{66ABCA86-D9B9-9289-6E72-943BA058CBEC}"/>
          </ac:spMkLst>
        </pc:spChg>
        <pc:spChg chg="add">
          <ac:chgData name="Sundararaj, Joycell (Cognizant)" userId="S::455552@cognizant.com::29251fad-4175-4e5d-be5d-cb9d5ed048dd" providerId="AD" clId="Web-{E7A6825D-A9A6-2C6A-DEDC-82A2278A0D7A}" dt="2026-07-13T14:37:10.265" v="264"/>
          <ac:spMkLst>
            <pc:docMk/>
            <pc:sldMk cId="4124227024" sldId="2147483636"/>
            <ac:spMk id="39" creationId="{60DA49C0-6A35-B700-3325-4236FE30D04D}"/>
          </ac:spMkLst>
        </pc:spChg>
        <pc:spChg chg="add">
          <ac:chgData name="Sundararaj, Joycell (Cognizant)" userId="S::455552@cognizant.com::29251fad-4175-4e5d-be5d-cb9d5ed048dd" providerId="AD" clId="Web-{E7A6825D-A9A6-2C6A-DEDC-82A2278A0D7A}" dt="2026-07-13T14:37:10.280" v="265"/>
          <ac:spMkLst>
            <pc:docMk/>
            <pc:sldMk cId="4124227024" sldId="2147483636"/>
            <ac:spMk id="41" creationId="{2E0D338C-D0EA-DF4C-4455-4EE8BEAC95B9}"/>
          </ac:spMkLst>
        </pc:spChg>
        <pc:spChg chg="add">
          <ac:chgData name="Sundararaj, Joycell (Cognizant)" userId="S::455552@cognizant.com::29251fad-4175-4e5d-be5d-cb9d5ed048dd" providerId="AD" clId="Web-{E7A6825D-A9A6-2C6A-DEDC-82A2278A0D7A}" dt="2026-07-13T14:37:10.296" v="266"/>
          <ac:spMkLst>
            <pc:docMk/>
            <pc:sldMk cId="4124227024" sldId="2147483636"/>
            <ac:spMk id="43" creationId="{A87A9ACA-770A-4E97-01DB-F3528C853EB5}"/>
          </ac:spMkLst>
        </pc:spChg>
        <pc:spChg chg="add">
          <ac:chgData name="Sundararaj, Joycell (Cognizant)" userId="S::455552@cognizant.com::29251fad-4175-4e5d-be5d-cb9d5ed048dd" providerId="AD" clId="Web-{E7A6825D-A9A6-2C6A-DEDC-82A2278A0D7A}" dt="2026-07-13T14:37:10.358" v="270"/>
          <ac:spMkLst>
            <pc:docMk/>
            <pc:sldMk cId="4124227024" sldId="2147483636"/>
            <ac:spMk id="51" creationId="{5B8A2B48-FF48-2357-0000-4B58323687B8}"/>
          </ac:spMkLst>
        </pc:spChg>
        <pc:picChg chg="add">
          <ac:chgData name="Sundararaj, Joycell (Cognizant)" userId="S::455552@cognizant.com::29251fad-4175-4e5d-be5d-cb9d5ed048dd" providerId="AD" clId="Web-{E7A6825D-A9A6-2C6A-DEDC-82A2278A0D7A}" dt="2026-07-13T14:37:10.140" v="248"/>
          <ac:picMkLst>
            <pc:docMk/>
            <pc:sldMk cId="4124227024" sldId="2147483636"/>
            <ac:picMk id="7" creationId="{44DE1BD2-3AA2-DFC5-E6CE-6F4C4E712713}"/>
          </ac:picMkLst>
        </pc:picChg>
        <pc:picChg chg="add">
          <ac:chgData name="Sundararaj, Joycell (Cognizant)" userId="S::455552@cognizant.com::29251fad-4175-4e5d-be5d-cb9d5ed048dd" providerId="AD" clId="Web-{E7A6825D-A9A6-2C6A-DEDC-82A2278A0D7A}" dt="2026-07-13T14:37:10.312" v="267"/>
          <ac:picMkLst>
            <pc:docMk/>
            <pc:sldMk cId="4124227024" sldId="2147483636"/>
            <ac:picMk id="45" creationId="{E1EFBA06-C1B2-A98E-8309-0A6CE5759800}"/>
          </ac:picMkLst>
        </pc:picChg>
        <pc:picChg chg="add">
          <ac:chgData name="Sundararaj, Joycell (Cognizant)" userId="S::455552@cognizant.com::29251fad-4175-4e5d-be5d-cb9d5ed048dd" providerId="AD" clId="Web-{E7A6825D-A9A6-2C6A-DEDC-82A2278A0D7A}" dt="2026-07-13T14:37:10.327" v="268"/>
          <ac:picMkLst>
            <pc:docMk/>
            <pc:sldMk cId="4124227024" sldId="2147483636"/>
            <ac:picMk id="47" creationId="{92F429B8-F6BF-1012-A129-66DD40BE9DAD}"/>
          </ac:picMkLst>
        </pc:picChg>
        <pc:picChg chg="add">
          <ac:chgData name="Sundararaj, Joycell (Cognizant)" userId="S::455552@cognizant.com::29251fad-4175-4e5d-be5d-cb9d5ed048dd" providerId="AD" clId="Web-{E7A6825D-A9A6-2C6A-DEDC-82A2278A0D7A}" dt="2026-07-13T14:37:10.343" v="269"/>
          <ac:picMkLst>
            <pc:docMk/>
            <pc:sldMk cId="4124227024" sldId="2147483636"/>
            <ac:picMk id="49" creationId="{6F03F396-2C97-3887-8983-2D62C7383AE0}"/>
          </ac:picMkLst>
        </pc:picChg>
        <pc:picChg chg="add">
          <ac:chgData name="Sundararaj, Joycell (Cognizant)" userId="S::455552@cognizant.com::29251fad-4175-4e5d-be5d-cb9d5ed048dd" providerId="AD" clId="Web-{E7A6825D-A9A6-2C6A-DEDC-82A2278A0D7A}" dt="2026-07-13T14:37:10.374" v="271"/>
          <ac:picMkLst>
            <pc:docMk/>
            <pc:sldMk cId="4124227024" sldId="2147483636"/>
            <ac:picMk id="53" creationId="{6CD251C5-D610-302F-31EC-8B06BED98217}"/>
          </ac:picMkLst>
        </pc:picChg>
      </pc:sldChg>
    </pc:docChg>
  </pc:docChgLst>
  <pc:docChgLst>
    <pc:chgData name="Sundararaj, Joycell (Cognizant)" userId="S::455552@cognizant.com::29251fad-4175-4e5d-be5d-cb9d5ed048dd" providerId="AD" clId="Web-{4349A51B-0C63-D854-8454-BD00787FCC4D}"/>
    <pc:docChg chg="sldOrd">
      <pc:chgData name="Sundararaj, Joycell (Cognizant)" userId="S::455552@cognizant.com::29251fad-4175-4e5d-be5d-cb9d5ed048dd" providerId="AD" clId="Web-{4349A51B-0C63-D854-8454-BD00787FCC4D}" dt="2026-07-16T15:23:53.885" v="2"/>
      <pc:docMkLst>
        <pc:docMk/>
      </pc:docMkLst>
      <pc:sldChg chg="ord">
        <pc:chgData name="Sundararaj, Joycell (Cognizant)" userId="S::455552@cognizant.com::29251fad-4175-4e5d-be5d-cb9d5ed048dd" providerId="AD" clId="Web-{4349A51B-0C63-D854-8454-BD00787FCC4D}" dt="2026-07-16T15:23:53.869" v="0"/>
        <pc:sldMkLst>
          <pc:docMk/>
          <pc:sldMk cId="374513259" sldId="2147483618"/>
        </pc:sldMkLst>
      </pc:sldChg>
      <pc:sldChg chg="ord">
        <pc:chgData name="Sundararaj, Joycell (Cognizant)" userId="S::455552@cognizant.com::29251fad-4175-4e5d-be5d-cb9d5ed048dd" providerId="AD" clId="Web-{4349A51B-0C63-D854-8454-BD00787FCC4D}" dt="2026-07-16T15:23:53.885" v="2"/>
        <pc:sldMkLst>
          <pc:docMk/>
          <pc:sldMk cId="1117154247" sldId="2147483619"/>
        </pc:sldMkLst>
      </pc:sldChg>
      <pc:sldChg chg="ord">
        <pc:chgData name="Sundararaj, Joycell (Cognizant)" userId="S::455552@cognizant.com::29251fad-4175-4e5d-be5d-cb9d5ed048dd" providerId="AD" clId="Web-{4349A51B-0C63-D854-8454-BD00787FCC4D}" dt="2026-07-16T15:23:53.885" v="1"/>
        <pc:sldMkLst>
          <pc:docMk/>
          <pc:sldMk cId="1513332471" sldId="2147483630"/>
        </pc:sldMkLst>
      </pc:sldChg>
    </pc:docChg>
  </pc:docChgLst>
  <pc:docChgLst>
    <pc:chgData name="Mukhopadhyay, Joydeep (Cognizant)" userId="04105b2b-c6e1-4b79-942a-148536a574a2" providerId="ADAL" clId="{F0343CF4-EDDD-407E-A9EB-4FFCC36CAD20}"/>
    <pc:docChg chg="modSld sldOrd">
      <pc:chgData name="Mukhopadhyay, Joydeep (Cognizant)" userId="04105b2b-c6e1-4b79-942a-148536a574a2" providerId="ADAL" clId="{F0343CF4-EDDD-407E-A9EB-4FFCC36CAD20}" dt="2026-07-16T15:02:41.166" v="17"/>
      <pc:docMkLst>
        <pc:docMk/>
      </pc:docMkLst>
      <pc:sldChg chg="ord">
        <pc:chgData name="Mukhopadhyay, Joydeep (Cognizant)" userId="04105b2b-c6e1-4b79-942a-148536a574a2" providerId="ADAL" clId="{F0343CF4-EDDD-407E-A9EB-4FFCC36CAD20}" dt="2026-07-16T14:44:44.067" v="1"/>
        <pc:sldMkLst>
          <pc:docMk/>
          <pc:sldMk cId="4119754774" sldId="2147471287"/>
        </pc:sldMkLst>
      </pc:sldChg>
      <pc:sldChg chg="ord">
        <pc:chgData name="Mukhopadhyay, Joydeep (Cognizant)" userId="04105b2b-c6e1-4b79-942a-148536a574a2" providerId="ADAL" clId="{F0343CF4-EDDD-407E-A9EB-4FFCC36CAD20}" dt="2026-07-16T15:02:41.166" v="17"/>
        <pc:sldMkLst>
          <pc:docMk/>
          <pc:sldMk cId="3676527117" sldId="2147471294"/>
        </pc:sldMkLst>
      </pc:sldChg>
      <pc:sldChg chg="modSp mod">
        <pc:chgData name="Mukhopadhyay, Joydeep (Cognizant)" userId="04105b2b-c6e1-4b79-942a-148536a574a2" providerId="ADAL" clId="{F0343CF4-EDDD-407E-A9EB-4FFCC36CAD20}" dt="2026-07-16T14:55:16.526" v="15" actId="20577"/>
        <pc:sldMkLst>
          <pc:docMk/>
          <pc:sldMk cId="2217359604" sldId="2147471326"/>
        </pc:sldMkLst>
        <pc:spChg chg="mod">
          <ac:chgData name="Mukhopadhyay, Joydeep (Cognizant)" userId="04105b2b-c6e1-4b79-942a-148536a574a2" providerId="ADAL" clId="{F0343CF4-EDDD-407E-A9EB-4FFCC36CAD20}" dt="2026-07-16T14:55:16.526" v="15" actId="20577"/>
          <ac:spMkLst>
            <pc:docMk/>
            <pc:sldMk cId="2217359604" sldId="2147471326"/>
            <ac:spMk id="78" creationId="{CB89BA17-4FEC-6656-47C6-196E1701F741}"/>
          </ac:spMkLst>
        </pc:spChg>
      </pc:sldChg>
      <pc:sldChg chg="ord">
        <pc:chgData name="Mukhopadhyay, Joydeep (Cognizant)" userId="04105b2b-c6e1-4b79-942a-148536a574a2" providerId="ADAL" clId="{F0343CF4-EDDD-407E-A9EB-4FFCC36CAD20}" dt="2026-07-16T14:44:44.067" v="1"/>
        <pc:sldMkLst>
          <pc:docMk/>
          <pc:sldMk cId="2078466676" sldId="2147483608"/>
        </pc:sldMkLst>
      </pc:sldChg>
      <pc:sldChg chg="ord">
        <pc:chgData name="Mukhopadhyay, Joydeep (Cognizant)" userId="04105b2b-c6e1-4b79-942a-148536a574a2" providerId="ADAL" clId="{F0343CF4-EDDD-407E-A9EB-4FFCC36CAD20}" dt="2026-07-16T14:45:27.150" v="3"/>
        <pc:sldMkLst>
          <pc:docMk/>
          <pc:sldMk cId="2218015526" sldId="2147483623"/>
        </pc:sldMkLst>
      </pc:sldChg>
      <pc:sldChg chg="ord">
        <pc:chgData name="Mukhopadhyay, Joydeep (Cognizant)" userId="04105b2b-c6e1-4b79-942a-148536a574a2" providerId="ADAL" clId="{F0343CF4-EDDD-407E-A9EB-4FFCC36CAD20}" dt="2026-07-16T14:45:27.150" v="3"/>
        <pc:sldMkLst>
          <pc:docMk/>
          <pc:sldMk cId="1612707846" sldId="2147483628"/>
        </pc:sldMkLst>
      </pc:sldChg>
      <pc:sldChg chg="ord">
        <pc:chgData name="Mukhopadhyay, Joydeep (Cognizant)" userId="04105b2b-c6e1-4b79-942a-148536a574a2" providerId="ADAL" clId="{F0343CF4-EDDD-407E-A9EB-4FFCC36CAD20}" dt="2026-07-16T14:45:27.150" v="3"/>
        <pc:sldMkLst>
          <pc:docMk/>
          <pc:sldMk cId="3939725123" sldId="2147483629"/>
        </pc:sldMkLst>
      </pc:sldChg>
    </pc:docChg>
  </pc:docChgLst>
  <pc:docChgLst>
    <pc:chgData name="Ravuri, Balaji (Cognizant)" userId="S::322361@cognizant.com::92356253-3b6e-4e1d-9f04-497131837ee8" providerId="AD" clId="Web-{324705E2-B7A6-2799-E050-BA84995495B0}"/>
    <pc:docChg chg="modSld">
      <pc:chgData name="Ravuri, Balaji (Cognizant)" userId="S::322361@cognizant.com::92356253-3b6e-4e1d-9f04-497131837ee8" providerId="AD" clId="Web-{324705E2-B7A6-2799-E050-BA84995495B0}" dt="2026-07-13T19:54:47.255" v="7"/>
      <pc:docMkLst>
        <pc:docMk/>
      </pc:docMkLst>
      <pc:sldChg chg="modSp">
        <pc:chgData name="Ravuri, Balaji (Cognizant)" userId="S::322361@cognizant.com::92356253-3b6e-4e1d-9f04-497131837ee8" providerId="AD" clId="Web-{324705E2-B7A6-2799-E050-BA84995495B0}" dt="2026-07-13T19:54:47.255" v="7"/>
        <pc:sldMkLst>
          <pc:docMk/>
          <pc:sldMk cId="2746927870" sldId="2147483633"/>
        </pc:sldMkLst>
        <pc:graphicFrameChg chg="mod modGraphic">
          <ac:chgData name="Ravuri, Balaji (Cognizant)" userId="S::322361@cognizant.com::92356253-3b6e-4e1d-9f04-497131837ee8" providerId="AD" clId="Web-{324705E2-B7A6-2799-E050-BA84995495B0}" dt="2026-07-13T19:54:47.255" v="7"/>
          <ac:graphicFrameMkLst>
            <pc:docMk/>
            <pc:sldMk cId="2746927870" sldId="2147483633"/>
            <ac:graphicFrameMk id="9" creationId="{8131DE56-2A8B-0C5C-11D1-6D5E10286EFA}"/>
          </ac:graphicFrameMkLst>
        </pc:graphicFrameChg>
      </pc:sldChg>
    </pc:docChg>
  </pc:docChgLst>
  <pc:docChgLst>
    <pc:chgData name="Tripathy, Pragyan Paramita (Cognizant)" userId="S::278697@cognizant.com::9cbc1172-2e9b-4caa-8d0f-76e257189035" providerId="AD" clId="Web-{F64777FA-F703-B313-D738-6B8B8C4E184C}"/>
    <pc:docChg chg="delSld modSld">
      <pc:chgData name="Tripathy, Pragyan Paramita (Cognizant)" userId="S::278697@cognizant.com::9cbc1172-2e9b-4caa-8d0f-76e257189035" providerId="AD" clId="Web-{F64777FA-F703-B313-D738-6B8B8C4E184C}" dt="2026-07-16T16:22:13.613" v="12"/>
      <pc:docMkLst>
        <pc:docMk/>
      </pc:docMkLst>
      <pc:sldChg chg="del">
        <pc:chgData name="Tripathy, Pragyan Paramita (Cognizant)" userId="S::278697@cognizant.com::9cbc1172-2e9b-4caa-8d0f-76e257189035" providerId="AD" clId="Web-{F64777FA-F703-B313-D738-6B8B8C4E184C}" dt="2026-07-16T15:14:18.873" v="0"/>
        <pc:sldMkLst>
          <pc:docMk/>
          <pc:sldMk cId="3676527117" sldId="2147471294"/>
        </pc:sldMkLst>
      </pc:sldChg>
      <pc:sldChg chg="modSp">
        <pc:chgData name="Tripathy, Pragyan Paramita (Cognizant)" userId="S::278697@cognizant.com::9cbc1172-2e9b-4caa-8d0f-76e257189035" providerId="AD" clId="Web-{F64777FA-F703-B313-D738-6B8B8C4E184C}" dt="2026-07-16T16:22:13.613" v="12"/>
        <pc:sldMkLst>
          <pc:docMk/>
          <pc:sldMk cId="2746927870" sldId="2147483633"/>
        </pc:sldMkLst>
        <pc:spChg chg="mod">
          <ac:chgData name="Tripathy, Pragyan Paramita (Cognizant)" userId="S::278697@cognizant.com::9cbc1172-2e9b-4caa-8d0f-76e257189035" providerId="AD" clId="Web-{F64777FA-F703-B313-D738-6B8B8C4E184C}" dt="2026-07-16T16:20:07.363" v="11" actId="14100"/>
          <ac:spMkLst>
            <pc:docMk/>
            <pc:sldMk cId="2746927870" sldId="2147483633"/>
            <ac:spMk id="15" creationId="{6A6C646D-46BD-D4B0-84A3-9DA860C27CE9}"/>
          </ac:spMkLst>
        </pc:spChg>
        <pc:graphicFrameChg chg="mod modGraphic">
          <ac:chgData name="Tripathy, Pragyan Paramita (Cognizant)" userId="S::278697@cognizant.com::9cbc1172-2e9b-4caa-8d0f-76e257189035" providerId="AD" clId="Web-{F64777FA-F703-B313-D738-6B8B8C4E184C}" dt="2026-07-16T16:22:13.613" v="12"/>
          <ac:graphicFrameMkLst>
            <pc:docMk/>
            <pc:sldMk cId="2746927870" sldId="2147483633"/>
            <ac:graphicFrameMk id="9" creationId="{8131DE56-2A8B-0C5C-11D1-6D5E10286EFA}"/>
          </ac:graphicFrameMkLst>
        </pc:graphicFrameChg>
      </pc:sldChg>
    </pc:docChg>
  </pc:docChgLst>
  <pc:docChgLst>
    <pc:chgData name="Ravuri, Balaji (Cognizant)" userId="S::322361@cognizant.com::92356253-3b6e-4e1d-9f04-497131837ee8" providerId="AD" clId="Web-{DA64B265-B934-11EE-CD25-7E3AC305640A}"/>
    <pc:docChg chg="modSld">
      <pc:chgData name="Ravuri, Balaji (Cognizant)" userId="S::322361@cognizant.com::92356253-3b6e-4e1d-9f04-497131837ee8" providerId="AD" clId="Web-{DA64B265-B934-11EE-CD25-7E3AC305640A}" dt="2026-07-13T18:23:18.855" v="1" actId="20577"/>
      <pc:docMkLst>
        <pc:docMk/>
      </pc:docMkLst>
      <pc:sldChg chg="modSp">
        <pc:chgData name="Ravuri, Balaji (Cognizant)" userId="S::322361@cognizant.com::92356253-3b6e-4e1d-9f04-497131837ee8" providerId="AD" clId="Web-{DA64B265-B934-11EE-CD25-7E3AC305640A}" dt="2026-07-13T18:23:18.855" v="1" actId="20577"/>
        <pc:sldMkLst>
          <pc:docMk/>
          <pc:sldMk cId="1860530732" sldId="2147483626"/>
        </pc:sldMkLst>
        <pc:spChg chg="mod">
          <ac:chgData name="Ravuri, Balaji (Cognizant)" userId="S::322361@cognizant.com::92356253-3b6e-4e1d-9f04-497131837ee8" providerId="AD" clId="Web-{DA64B265-B934-11EE-CD25-7E3AC305640A}" dt="2026-07-13T18:23:18.855" v="1" actId="20577"/>
          <ac:spMkLst>
            <pc:docMk/>
            <pc:sldMk cId="1860530732" sldId="2147483626"/>
            <ac:spMk id="5" creationId="{F02E4D23-0F04-0F83-212A-69F49D988892}"/>
          </ac:spMkLst>
        </pc:spChg>
      </pc:sldChg>
    </pc:docChg>
  </pc:docChgLst>
  <pc:docChgLst>
    <pc:chgData name="Sundararaj, Joycell (Cognizant)" userId="S::455552@cognizant.com::29251fad-4175-4e5d-be5d-cb9d5ed048dd" providerId="AD" clId="Web-{CB012FD6-F5EE-0FB0-2E22-95A76A577CCF}"/>
    <pc:docChg chg="modSld">
      <pc:chgData name="Sundararaj, Joycell (Cognizant)" userId="S::455552@cognizant.com::29251fad-4175-4e5d-be5d-cb9d5ed048dd" providerId="AD" clId="Web-{CB012FD6-F5EE-0FB0-2E22-95A76A577CCF}" dt="2026-07-17T09:20:31.704" v="82" actId="20577"/>
      <pc:docMkLst>
        <pc:docMk/>
      </pc:docMkLst>
      <pc:sldChg chg="modSp">
        <pc:chgData name="Sundararaj, Joycell (Cognizant)" userId="S::455552@cognizant.com::29251fad-4175-4e5d-be5d-cb9d5ed048dd" providerId="AD" clId="Web-{CB012FD6-F5EE-0FB0-2E22-95A76A577CCF}" dt="2026-07-17T09:19:40.530" v="81" actId="20577"/>
        <pc:sldMkLst>
          <pc:docMk/>
          <pc:sldMk cId="4119754774" sldId="2147471287"/>
        </pc:sldMkLst>
        <pc:spChg chg="mod">
          <ac:chgData name="Sundararaj, Joycell (Cognizant)" userId="S::455552@cognizant.com::29251fad-4175-4e5d-be5d-cb9d5ed048dd" providerId="AD" clId="Web-{CB012FD6-F5EE-0FB0-2E22-95A76A577CCF}" dt="2026-07-17T09:19:29.826" v="77" actId="20577"/>
          <ac:spMkLst>
            <pc:docMk/>
            <pc:sldMk cId="4119754774" sldId="2147471287"/>
            <ac:spMk id="162" creationId="{021C6114-25ED-BF4F-895B-E3D1E9EB11C9}"/>
          </ac:spMkLst>
        </pc:spChg>
        <pc:spChg chg="mod">
          <ac:chgData name="Sundararaj, Joycell (Cognizant)" userId="S::455552@cognizant.com::29251fad-4175-4e5d-be5d-cb9d5ed048dd" providerId="AD" clId="Web-{CB012FD6-F5EE-0FB0-2E22-95A76A577CCF}" dt="2026-07-17T09:19:32.092" v="78" actId="20577"/>
          <ac:spMkLst>
            <pc:docMk/>
            <pc:sldMk cId="4119754774" sldId="2147471287"/>
            <ac:spMk id="163" creationId="{5565EA11-3D17-204C-8501-9B134885A61F}"/>
          </ac:spMkLst>
        </pc:spChg>
        <pc:spChg chg="mod">
          <ac:chgData name="Sundararaj, Joycell (Cognizant)" userId="S::455552@cognizant.com::29251fad-4175-4e5d-be5d-cb9d5ed048dd" providerId="AD" clId="Web-{CB012FD6-F5EE-0FB0-2E22-95A76A577CCF}" dt="2026-07-17T09:19:35.655" v="79" actId="20577"/>
          <ac:spMkLst>
            <pc:docMk/>
            <pc:sldMk cId="4119754774" sldId="2147471287"/>
            <ac:spMk id="164" creationId="{F9401521-3FFD-664F-BC99-33115507DD66}"/>
          </ac:spMkLst>
        </pc:spChg>
        <pc:spChg chg="mod">
          <ac:chgData name="Sundararaj, Joycell (Cognizant)" userId="S::455552@cognizant.com::29251fad-4175-4e5d-be5d-cb9d5ed048dd" providerId="AD" clId="Web-{CB012FD6-F5EE-0FB0-2E22-95A76A577CCF}" dt="2026-07-17T09:19:40.530" v="81" actId="20577"/>
          <ac:spMkLst>
            <pc:docMk/>
            <pc:sldMk cId="4119754774" sldId="2147471287"/>
            <ac:spMk id="166" creationId="{2AE34C24-586D-FE43-8BD3-59B3DB94C4D5}"/>
          </ac:spMkLst>
        </pc:spChg>
      </pc:sldChg>
      <pc:sldChg chg="modSp">
        <pc:chgData name="Sundararaj, Joycell (Cognizant)" userId="S::455552@cognizant.com::29251fad-4175-4e5d-be5d-cb9d5ed048dd" providerId="AD" clId="Web-{CB012FD6-F5EE-0FB0-2E22-95A76A577CCF}" dt="2026-07-17T09:15:53.817" v="13" actId="20577"/>
        <pc:sldMkLst>
          <pc:docMk/>
          <pc:sldMk cId="374513259" sldId="2147483611"/>
        </pc:sldMkLst>
        <pc:spChg chg="mod">
          <ac:chgData name="Sundararaj, Joycell (Cognizant)" userId="S::455552@cognizant.com::29251fad-4175-4e5d-be5d-cb9d5ed048dd" providerId="AD" clId="Web-{CB012FD6-F5EE-0FB0-2E22-95A76A577CCF}" dt="2026-07-17T09:15:53.817" v="13" actId="20577"/>
          <ac:spMkLst>
            <pc:docMk/>
            <pc:sldMk cId="374513259" sldId="2147483611"/>
            <ac:spMk id="5" creationId="{846E670C-AC50-714F-B01C-697BDD06C0CB}"/>
          </ac:spMkLst>
        </pc:spChg>
      </pc:sldChg>
      <pc:sldChg chg="modSp">
        <pc:chgData name="Sundararaj, Joycell (Cognizant)" userId="S::455552@cognizant.com::29251fad-4175-4e5d-be5d-cb9d5ed048dd" providerId="AD" clId="Web-{CB012FD6-F5EE-0FB0-2E22-95A76A577CCF}" dt="2026-07-17T09:20:31.704" v="82" actId="20577"/>
        <pc:sldMkLst>
          <pc:docMk/>
          <pc:sldMk cId="4121491142" sldId="2147483642"/>
        </pc:sldMkLst>
        <pc:spChg chg="mod">
          <ac:chgData name="Sundararaj, Joycell (Cognizant)" userId="S::455552@cognizant.com::29251fad-4175-4e5d-be5d-cb9d5ed048dd" providerId="AD" clId="Web-{CB012FD6-F5EE-0FB0-2E22-95A76A577CCF}" dt="2026-07-17T09:20:31.704" v="82" actId="20577"/>
          <ac:spMkLst>
            <pc:docMk/>
            <pc:sldMk cId="4121491142" sldId="2147483642"/>
            <ac:spMk id="2" creationId="{00000000-0000-0000-0000-000000000000}"/>
          </ac:spMkLst>
        </pc:spChg>
        <pc:spChg chg="mod">
          <ac:chgData name="Sundararaj, Joycell (Cognizant)" userId="S::455552@cognizant.com::29251fad-4175-4e5d-be5d-cb9d5ed048dd" providerId="AD" clId="Web-{CB012FD6-F5EE-0FB0-2E22-95A76A577CCF}" dt="2026-07-17T09:19:16.029" v="70" actId="20577"/>
          <ac:spMkLst>
            <pc:docMk/>
            <pc:sldMk cId="4121491142" sldId="2147483642"/>
            <ac:spMk id="7" creationId="{00000000-0000-0000-0000-000000000000}"/>
          </ac:spMkLst>
        </pc:spChg>
        <pc:spChg chg="mod">
          <ac:chgData name="Sundararaj, Joycell (Cognizant)" userId="S::455552@cognizant.com::29251fad-4175-4e5d-be5d-cb9d5ed048dd" providerId="AD" clId="Web-{CB012FD6-F5EE-0FB0-2E22-95A76A577CCF}" dt="2026-07-17T09:19:18.295" v="72" actId="20577"/>
          <ac:spMkLst>
            <pc:docMk/>
            <pc:sldMk cId="4121491142" sldId="2147483642"/>
            <ac:spMk id="9" creationId="{00000000-0000-0000-0000-000000000000}"/>
          </ac:spMkLst>
        </pc:spChg>
        <pc:spChg chg="mod">
          <ac:chgData name="Sundararaj, Joycell (Cognizant)" userId="S::455552@cognizant.com::29251fad-4175-4e5d-be5d-cb9d5ed048dd" providerId="AD" clId="Web-{CB012FD6-F5EE-0FB0-2E22-95A76A577CCF}" dt="2026-07-17T09:19:04.497" v="67" actId="20577"/>
          <ac:spMkLst>
            <pc:docMk/>
            <pc:sldMk cId="4121491142" sldId="2147483642"/>
            <ac:spMk id="10" creationId="{00000000-0000-0000-0000-000000000000}"/>
          </ac:spMkLst>
        </pc:spChg>
        <pc:spChg chg="mod">
          <ac:chgData name="Sundararaj, Joycell (Cognizant)" userId="S::455552@cognizant.com::29251fad-4175-4e5d-be5d-cb9d5ed048dd" providerId="AD" clId="Web-{CB012FD6-F5EE-0FB0-2E22-95A76A577CCF}" dt="2026-07-17T09:19:21.263" v="74" actId="20577"/>
          <ac:spMkLst>
            <pc:docMk/>
            <pc:sldMk cId="4121491142" sldId="2147483642"/>
            <ac:spMk id="11" creationId="{00000000-0000-0000-0000-000000000000}"/>
          </ac:spMkLst>
        </pc:spChg>
        <pc:spChg chg="mod">
          <ac:chgData name="Sundararaj, Joycell (Cognizant)" userId="S::455552@cognizant.com::29251fad-4175-4e5d-be5d-cb9d5ed048dd" providerId="AD" clId="Web-{CB012FD6-F5EE-0FB0-2E22-95A76A577CCF}" dt="2026-07-17T09:19:08.935" v="69" actId="20577"/>
          <ac:spMkLst>
            <pc:docMk/>
            <pc:sldMk cId="4121491142" sldId="2147483642"/>
            <ac:spMk id="12" creationId="{00000000-0000-0000-0000-000000000000}"/>
          </ac:spMkLst>
        </pc:spChg>
      </pc:sldChg>
    </pc:docChg>
  </pc:docChgLst>
  <pc:docChgLst>
    <pc:chgData name="Sundararaj, Joycell (Cognizant)" userId="S::455552@cognizant.com::29251fad-4175-4e5d-be5d-cb9d5ed048dd" providerId="AD" clId="Web-{373F261C-17CB-3AB9-EA30-7215ADD8B098}"/>
    <pc:docChg chg="modSld">
      <pc:chgData name="Sundararaj, Joycell (Cognizant)" userId="S::455552@cognizant.com::29251fad-4175-4e5d-be5d-cb9d5ed048dd" providerId="AD" clId="Web-{373F261C-17CB-3AB9-EA30-7215ADD8B098}" dt="2026-07-16T20:59:49.148" v="1" actId="1076"/>
      <pc:docMkLst>
        <pc:docMk/>
      </pc:docMkLst>
      <pc:sldChg chg="modSp">
        <pc:chgData name="Sundararaj, Joycell (Cognizant)" userId="S::455552@cognizant.com::29251fad-4175-4e5d-be5d-cb9d5ed048dd" providerId="AD" clId="Web-{373F261C-17CB-3AB9-EA30-7215ADD8B098}" dt="2026-07-16T20:59:49.148" v="1" actId="1076"/>
        <pc:sldMkLst>
          <pc:docMk/>
          <pc:sldMk cId="374513259" sldId="2147483611"/>
        </pc:sldMkLst>
        <pc:spChg chg="mod">
          <ac:chgData name="Sundararaj, Joycell (Cognizant)" userId="S::455552@cognizant.com::29251fad-4175-4e5d-be5d-cb9d5ed048dd" providerId="AD" clId="Web-{373F261C-17CB-3AB9-EA30-7215ADD8B098}" dt="2026-07-16T20:59:49.148" v="1" actId="1076"/>
          <ac:spMkLst>
            <pc:docMk/>
            <pc:sldMk cId="374513259" sldId="2147483611"/>
            <ac:spMk id="5" creationId="{846E670C-AC50-714F-B01C-697BDD06C0CB}"/>
          </ac:spMkLst>
        </pc:spChg>
      </pc:sldChg>
    </pc:docChg>
  </pc:docChgLst>
  <pc:docChgLst>
    <pc:chgData name="Tripathy, Pragyan Paramita (Cognizant)" userId="S::278697@cognizant.com::9cbc1172-2e9b-4caa-8d0f-76e257189035" providerId="AD" clId="Web-{1B7D867A-DC8D-5BB8-5CBA-0C93FB08F617}"/>
    <pc:docChg chg="modSld">
      <pc:chgData name="Tripathy, Pragyan Paramita (Cognizant)" userId="S::278697@cognizant.com::9cbc1172-2e9b-4caa-8d0f-76e257189035" providerId="AD" clId="Web-{1B7D867A-DC8D-5BB8-5CBA-0C93FB08F617}" dt="2026-07-10T14:10:40.528" v="3"/>
      <pc:docMkLst>
        <pc:docMk/>
      </pc:docMkLst>
    </pc:docChg>
  </pc:docChgLst>
  <pc:docChgLst>
    <pc:chgData name="Tripathy, Pragyan Paramita (Cognizant)" userId="S::278697@cognizant.com::9cbc1172-2e9b-4caa-8d0f-76e257189035" providerId="AD" clId="Web-{09FF515E-808D-6838-E7B1-0BBB80777C90}"/>
    <pc:docChg chg="addSld delSld modSld">
      <pc:chgData name="Tripathy, Pragyan Paramita (Cognizant)" userId="S::278697@cognizant.com::9cbc1172-2e9b-4caa-8d0f-76e257189035" providerId="AD" clId="Web-{09FF515E-808D-6838-E7B1-0BBB80777C90}" dt="2026-07-09T10:01:10.878" v="59"/>
      <pc:docMkLst>
        <pc:docMk/>
      </pc:docMkLst>
      <pc:sldChg chg="modSp">
        <pc:chgData name="Tripathy, Pragyan Paramita (Cognizant)" userId="S::278697@cognizant.com::9cbc1172-2e9b-4caa-8d0f-76e257189035" providerId="AD" clId="Web-{09FF515E-808D-6838-E7B1-0BBB80777C90}" dt="2026-07-09T09:46:06.364" v="19" actId="20577"/>
        <pc:sldMkLst>
          <pc:docMk/>
          <pc:sldMk cId="3939725123" sldId="2147483629"/>
        </pc:sldMkLst>
        <pc:spChg chg="mod">
          <ac:chgData name="Tripathy, Pragyan Paramita (Cognizant)" userId="S::278697@cognizant.com::9cbc1172-2e9b-4caa-8d0f-76e257189035" providerId="AD" clId="Web-{09FF515E-808D-6838-E7B1-0BBB80777C90}" dt="2026-07-09T09:46:06.364" v="19" actId="20577"/>
          <ac:spMkLst>
            <pc:docMk/>
            <pc:sldMk cId="3939725123" sldId="2147483629"/>
            <ac:spMk id="202" creationId="{00000000-0000-0000-0000-000000000000}"/>
          </ac:spMkLst>
        </pc:spChg>
        <pc:spChg chg="mod">
          <ac:chgData name="Tripathy, Pragyan Paramita (Cognizant)" userId="S::278697@cognizant.com::9cbc1172-2e9b-4caa-8d0f-76e257189035" providerId="AD" clId="Web-{09FF515E-808D-6838-E7B1-0BBB80777C90}" dt="2026-07-09T09:45:10.535" v="11"/>
          <ac:spMkLst>
            <pc:docMk/>
            <pc:sldMk cId="3939725123" sldId="2147483629"/>
            <ac:spMk id="212" creationId="{00000000-0000-0000-0000-000000000000}"/>
          </ac:spMkLst>
        </pc:spChg>
        <pc:spChg chg="mod">
          <ac:chgData name="Tripathy, Pragyan Paramita (Cognizant)" userId="S::278697@cognizant.com::9cbc1172-2e9b-4caa-8d0f-76e257189035" providerId="AD" clId="Web-{09FF515E-808D-6838-E7B1-0BBB80777C90}" dt="2026-07-09T09:45:50.942" v="15" actId="20577"/>
          <ac:spMkLst>
            <pc:docMk/>
            <pc:sldMk cId="3939725123" sldId="2147483629"/>
            <ac:spMk id="222" creationId="{00000000-0000-0000-0000-000000000000}"/>
          </ac:spMkLst>
        </pc:spChg>
      </pc:sldChg>
    </pc:docChg>
  </pc:docChgLst>
  <pc:docChgLst>
    <pc:chgData name="Sundararaj, Joycell (Cognizant)" userId="S::455552@cognizant.com::29251fad-4175-4e5d-be5d-cb9d5ed048dd" providerId="AD" clId="Web-{A2C266DF-9800-EBC2-16B2-A190C8B784CD}"/>
    <pc:docChg chg="modSld">
      <pc:chgData name="Sundararaj, Joycell (Cognizant)" userId="S::455552@cognizant.com::29251fad-4175-4e5d-be5d-cb9d5ed048dd" providerId="AD" clId="Web-{A2C266DF-9800-EBC2-16B2-A190C8B784CD}" dt="2026-07-16T21:50:11.191" v="2" actId="20577"/>
      <pc:docMkLst>
        <pc:docMk/>
      </pc:docMkLst>
      <pc:sldChg chg="modSp">
        <pc:chgData name="Sundararaj, Joycell (Cognizant)" userId="S::455552@cognizant.com::29251fad-4175-4e5d-be5d-cb9d5ed048dd" providerId="AD" clId="Web-{A2C266DF-9800-EBC2-16B2-A190C8B784CD}" dt="2026-07-16T21:50:11.191" v="2" actId="20577"/>
        <pc:sldMkLst>
          <pc:docMk/>
          <pc:sldMk cId="1612707846" sldId="2147483628"/>
        </pc:sldMkLst>
        <pc:spChg chg="mod">
          <ac:chgData name="Sundararaj, Joycell (Cognizant)" userId="S::455552@cognizant.com::29251fad-4175-4e5d-be5d-cb9d5ed048dd" providerId="AD" clId="Web-{A2C266DF-9800-EBC2-16B2-A190C8B784CD}" dt="2026-07-16T21:50:11.191" v="2" actId="20577"/>
          <ac:spMkLst>
            <pc:docMk/>
            <pc:sldMk cId="1612707846" sldId="2147483628"/>
            <ac:spMk id="11" creationId="{00000000-0000-0000-0000-000000000000}"/>
          </ac:spMkLst>
        </pc:spChg>
      </pc:sldChg>
    </pc:docChg>
  </pc:docChgLst>
  <pc:docChgLst>
    <pc:chgData name="Sundararaj, Joycell (Cognizant)" userId="S::455552@cognizant.com::29251fad-4175-4e5d-be5d-cb9d5ed048dd" providerId="AD" clId="Web-{B8A6FABF-58CB-8B8E-487F-28C0650B48A2}"/>
    <pc:docChg chg="addSld delSld modSld sldOrd">
      <pc:chgData name="Sundararaj, Joycell (Cognizant)" userId="S::455552@cognizant.com::29251fad-4175-4e5d-be5d-cb9d5ed048dd" providerId="AD" clId="Web-{B8A6FABF-58CB-8B8E-487F-28C0650B48A2}" dt="2026-07-16T17:31:57.801" v="49"/>
      <pc:docMkLst>
        <pc:docMk/>
      </pc:docMkLst>
      <pc:sldChg chg="modSp">
        <pc:chgData name="Sundararaj, Joycell (Cognizant)" userId="S::455552@cognizant.com::29251fad-4175-4e5d-be5d-cb9d5ed048dd" providerId="AD" clId="Web-{B8A6FABF-58CB-8B8E-487F-28C0650B48A2}" dt="2026-07-16T17:30:31.564" v="47" actId="20577"/>
        <pc:sldMkLst>
          <pc:docMk/>
          <pc:sldMk cId="0" sldId="256"/>
        </pc:sldMkLst>
        <pc:spChg chg="mod">
          <ac:chgData name="Sundararaj, Joycell (Cognizant)" userId="S::455552@cognizant.com::29251fad-4175-4e5d-be5d-cb9d5ed048dd" providerId="AD" clId="Web-{B8A6FABF-58CB-8B8E-487F-28C0650B48A2}" dt="2026-07-16T17:30:31.564" v="47" actId="20577"/>
          <ac:spMkLst>
            <pc:docMk/>
            <pc:sldMk cId="0" sldId="256"/>
            <ac:spMk id="33" creationId="{00000000-0000-0000-0000-000000000000}"/>
          </ac:spMkLst>
        </pc:spChg>
      </pc:sldChg>
      <pc:sldChg chg="ord">
        <pc:chgData name="Sundararaj, Joycell (Cognizant)" userId="S::455552@cognizant.com::29251fad-4175-4e5d-be5d-cb9d5ed048dd" providerId="AD" clId="Web-{B8A6FABF-58CB-8B8E-487F-28C0650B48A2}" dt="2026-07-16T17:26:15.149" v="1"/>
        <pc:sldMkLst>
          <pc:docMk/>
          <pc:sldMk cId="4119754774" sldId="2147471287"/>
        </pc:sldMkLst>
      </pc:sldChg>
      <pc:sldChg chg="modSp">
        <pc:chgData name="Sundararaj, Joycell (Cognizant)" userId="S::455552@cognizant.com::29251fad-4175-4e5d-be5d-cb9d5ed048dd" providerId="AD" clId="Web-{B8A6FABF-58CB-8B8E-487F-28C0650B48A2}" dt="2026-07-16T17:28:08.028" v="34" actId="20577"/>
        <pc:sldMkLst>
          <pc:docMk/>
          <pc:sldMk cId="374513259" sldId="2147483611"/>
        </pc:sldMkLst>
        <pc:spChg chg="mod">
          <ac:chgData name="Sundararaj, Joycell (Cognizant)" userId="S::455552@cognizant.com::29251fad-4175-4e5d-be5d-cb9d5ed048dd" providerId="AD" clId="Web-{B8A6FABF-58CB-8B8E-487F-28C0650B48A2}" dt="2026-07-16T17:28:08.028" v="34" actId="20577"/>
          <ac:spMkLst>
            <pc:docMk/>
            <pc:sldMk cId="374513259" sldId="2147483611"/>
            <ac:spMk id="5" creationId="{846E670C-AC50-714F-B01C-697BDD06C0CB}"/>
          </ac:spMkLst>
        </pc:spChg>
      </pc:sldChg>
      <pc:sldChg chg="modSp">
        <pc:chgData name="Sundararaj, Joycell (Cognizant)" userId="S::455552@cognizant.com::29251fad-4175-4e5d-be5d-cb9d5ed048dd" providerId="AD" clId="Web-{B8A6FABF-58CB-8B8E-487F-28C0650B48A2}" dt="2026-07-16T17:31:57.801" v="49"/>
        <pc:sldMkLst>
          <pc:docMk/>
          <pc:sldMk cId="374513259" sldId="2147483617"/>
        </pc:sldMkLst>
        <pc:graphicFrameChg chg="mod modGraphic">
          <ac:chgData name="Sundararaj, Joycell (Cognizant)" userId="S::455552@cognizant.com::29251fad-4175-4e5d-be5d-cb9d5ed048dd" providerId="AD" clId="Web-{B8A6FABF-58CB-8B8E-487F-28C0650B48A2}" dt="2026-07-16T17:31:57.801" v="49"/>
          <ac:graphicFrameMkLst>
            <pc:docMk/>
            <pc:sldMk cId="374513259" sldId="2147483617"/>
            <ac:graphicFrameMk id="101" creationId="{00000000-0000-0000-0000-000000000000}"/>
          </ac:graphicFrameMkLst>
        </pc:graphicFrameChg>
      </pc:sldChg>
      <pc:sldChg chg="modSp">
        <pc:chgData name="Sundararaj, Joycell (Cognizant)" userId="S::455552@cognizant.com::29251fad-4175-4e5d-be5d-cb9d5ed048dd" providerId="AD" clId="Web-{B8A6FABF-58CB-8B8E-487F-28C0650B48A2}" dt="2026-07-16T17:26:28.994" v="4" actId="20577"/>
        <pc:sldMkLst>
          <pc:docMk/>
          <pc:sldMk cId="2218015526" sldId="2147483623"/>
        </pc:sldMkLst>
        <pc:spChg chg="mod">
          <ac:chgData name="Sundararaj, Joycell (Cognizant)" userId="S::455552@cognizant.com::29251fad-4175-4e5d-be5d-cb9d5ed048dd" providerId="AD" clId="Web-{B8A6FABF-58CB-8B8E-487F-28C0650B48A2}" dt="2026-07-16T17:26:28.994" v="4" actId="20577"/>
          <ac:spMkLst>
            <pc:docMk/>
            <pc:sldMk cId="2218015526" sldId="2147483623"/>
            <ac:spMk id="5" creationId="{865A6449-B853-154A-BE5A-191BB3E37276}"/>
          </ac:spMkLst>
        </pc:spChg>
      </pc:sldChg>
      <pc:sldChg chg="modSp">
        <pc:chgData name="Sundararaj, Joycell (Cognizant)" userId="S::455552@cognizant.com::29251fad-4175-4e5d-be5d-cb9d5ed048dd" providerId="AD" clId="Web-{B8A6FABF-58CB-8B8E-487F-28C0650B48A2}" dt="2026-07-16T17:29:49.500" v="44" actId="20577"/>
        <pc:sldMkLst>
          <pc:docMk/>
          <pc:sldMk cId="2746927870" sldId="2147483633"/>
        </pc:sldMkLst>
        <pc:spChg chg="mod">
          <ac:chgData name="Sundararaj, Joycell (Cognizant)" userId="S::455552@cognizant.com::29251fad-4175-4e5d-be5d-cb9d5ed048dd" providerId="AD" clId="Web-{B8A6FABF-58CB-8B8E-487F-28C0650B48A2}" dt="2026-07-16T17:29:49.500" v="44" actId="20577"/>
          <ac:spMkLst>
            <pc:docMk/>
            <pc:sldMk cId="2746927870" sldId="2147483633"/>
            <ac:spMk id="15" creationId="{6A6C646D-46BD-D4B0-84A3-9DA860C27CE9}"/>
          </ac:spMkLst>
        </pc:spChg>
      </pc:sldChg>
      <pc:sldChg chg="modSp new del">
        <pc:chgData name="Sundararaj, Joycell (Cognizant)" userId="S::455552@cognizant.com::29251fad-4175-4e5d-be5d-cb9d5ed048dd" providerId="AD" clId="Web-{B8A6FABF-58CB-8B8E-487F-28C0650B48A2}" dt="2026-07-16T17:29:18.499" v="40"/>
        <pc:sldMkLst>
          <pc:docMk/>
          <pc:sldMk cId="3366672802" sldId="2147483640"/>
        </pc:sldMkLst>
        <pc:spChg chg="mod">
          <ac:chgData name="Sundararaj, Joycell (Cognizant)" userId="S::455552@cognizant.com::29251fad-4175-4e5d-be5d-cb9d5ed048dd" providerId="AD" clId="Web-{B8A6FABF-58CB-8B8E-487F-28C0650B48A2}" dt="2026-07-16T17:29:05.858" v="37" actId="1076"/>
          <ac:spMkLst>
            <pc:docMk/>
            <pc:sldMk cId="3366672802" sldId="2147483640"/>
            <ac:spMk id="2" creationId="{DC0D32E6-A1FD-C650-7859-9DBD77F68916}"/>
          </ac:spMkLst>
        </pc:spChg>
      </pc:sldChg>
      <pc:sldChg chg="modSp add ord replId">
        <pc:chgData name="Sundararaj, Joycell (Cognizant)" userId="S::455552@cognizant.com::29251fad-4175-4e5d-be5d-cb9d5ed048dd" providerId="AD" clId="Web-{B8A6FABF-58CB-8B8E-487F-28C0650B48A2}" dt="2026-07-16T17:29:20.655" v="41"/>
        <pc:sldMkLst>
          <pc:docMk/>
          <pc:sldMk cId="2992994501" sldId="2147483641"/>
        </pc:sldMkLst>
        <pc:spChg chg="mod">
          <ac:chgData name="Sundararaj, Joycell (Cognizant)" userId="S::455552@cognizant.com::29251fad-4175-4e5d-be5d-cb9d5ed048dd" providerId="AD" clId="Web-{B8A6FABF-58CB-8B8E-487F-28C0650B48A2}" dt="2026-07-16T17:29:15.718" v="39" actId="20577"/>
          <ac:spMkLst>
            <pc:docMk/>
            <pc:sldMk cId="2992994501" sldId="2147483641"/>
            <ac:spMk id="5" creationId="{745F30BC-0397-C14B-5AC1-AFEE68A81434}"/>
          </ac:spMkLst>
        </pc:spChg>
      </pc:sldChg>
    </pc:docChg>
  </pc:docChgLst>
  <pc:docChgLst>
    <pc:chgData name="Ravuri, Balaji (Cognizant)" userId="S::322361@cognizant.com::92356253-3b6e-4e1d-9f04-497131837ee8" providerId="AD" clId="Web-{9A814F59-2105-DD04-31F4-C8209098177E}"/>
    <pc:docChg chg="modSld">
      <pc:chgData name="Ravuri, Balaji (Cognizant)" userId="S::322361@cognizant.com::92356253-3b6e-4e1d-9f04-497131837ee8" providerId="AD" clId="Web-{9A814F59-2105-DD04-31F4-C8209098177E}" dt="2026-07-13T19:24:04.744" v="6" actId="20577"/>
      <pc:docMkLst>
        <pc:docMk/>
      </pc:docMkLst>
      <pc:sldChg chg="modSp">
        <pc:chgData name="Ravuri, Balaji (Cognizant)" userId="S::322361@cognizant.com::92356253-3b6e-4e1d-9f04-497131837ee8" providerId="AD" clId="Web-{9A814F59-2105-DD04-31F4-C8209098177E}" dt="2026-07-13T19:23:50.651" v="4" actId="1076"/>
        <pc:sldMkLst>
          <pc:docMk/>
          <pc:sldMk cId="3682074270" sldId="2147483571"/>
        </pc:sldMkLst>
        <pc:spChg chg="mod">
          <ac:chgData name="Ravuri, Balaji (Cognizant)" userId="S::322361@cognizant.com::92356253-3b6e-4e1d-9f04-497131837ee8" providerId="AD" clId="Web-{9A814F59-2105-DD04-31F4-C8209098177E}" dt="2026-07-13T19:23:50.651" v="4" actId="1076"/>
          <ac:spMkLst>
            <pc:docMk/>
            <pc:sldMk cId="3682074270" sldId="2147483571"/>
            <ac:spMk id="5" creationId="{09D9EB17-9965-3523-3F99-EF5E53642703}"/>
          </ac:spMkLst>
        </pc:spChg>
      </pc:sldChg>
      <pc:sldChg chg="modSp">
        <pc:chgData name="Ravuri, Balaji (Cognizant)" userId="S::322361@cognizant.com::92356253-3b6e-4e1d-9f04-497131837ee8" providerId="AD" clId="Web-{9A814F59-2105-DD04-31F4-C8209098177E}" dt="2026-07-13T19:24:04.744" v="6" actId="20577"/>
        <pc:sldMkLst>
          <pc:docMk/>
          <pc:sldMk cId="1860530732" sldId="2147483626"/>
        </pc:sldMkLst>
        <pc:spChg chg="mod">
          <ac:chgData name="Ravuri, Balaji (Cognizant)" userId="S::322361@cognizant.com::92356253-3b6e-4e1d-9f04-497131837ee8" providerId="AD" clId="Web-{9A814F59-2105-DD04-31F4-C8209098177E}" dt="2026-07-13T19:24:04.744" v="6" actId="20577"/>
          <ac:spMkLst>
            <pc:docMk/>
            <pc:sldMk cId="1860530732" sldId="2147483626"/>
            <ac:spMk id="5" creationId="{F02E4D23-0F04-0F83-212A-69F49D988892}"/>
          </ac:spMkLst>
        </pc:spChg>
      </pc:sldChg>
    </pc:docChg>
  </pc:docChgLst>
  <pc:docChgLst>
    <pc:chgData name="Ravuri, Balaji (Cognizant)" userId="92356253-3b6e-4e1d-9f04-497131837ee8" providerId="ADAL" clId="{BAF90082-C506-4FB7-9EA8-0D3676A81F71}"/>
    <pc:docChg chg="modSld">
      <pc:chgData name="Ravuri, Balaji (Cognizant)" userId="92356253-3b6e-4e1d-9f04-497131837ee8" providerId="ADAL" clId="{BAF90082-C506-4FB7-9EA8-0D3676A81F71}" dt="2026-07-13T19:32:55.129" v="135" actId="20577"/>
      <pc:docMkLst>
        <pc:docMk/>
      </pc:docMkLst>
      <pc:sldChg chg="modSp mod">
        <pc:chgData name="Ravuri, Balaji (Cognizant)" userId="92356253-3b6e-4e1d-9f04-497131837ee8" providerId="ADAL" clId="{BAF90082-C506-4FB7-9EA8-0D3676A81F71}" dt="2026-07-13T19:28:53.848" v="99" actId="113"/>
        <pc:sldMkLst>
          <pc:docMk/>
          <pc:sldMk cId="1860530732" sldId="2147483626"/>
        </pc:sldMkLst>
        <pc:spChg chg="mod">
          <ac:chgData name="Ravuri, Balaji (Cognizant)" userId="92356253-3b6e-4e1d-9f04-497131837ee8" providerId="ADAL" clId="{BAF90082-C506-4FB7-9EA8-0D3676A81F71}" dt="2026-07-13T19:28:42.757" v="98" actId="20577"/>
          <ac:spMkLst>
            <pc:docMk/>
            <pc:sldMk cId="1860530732" sldId="2147483626"/>
            <ac:spMk id="5" creationId="{F02E4D23-0F04-0F83-212A-69F49D988892}"/>
          </ac:spMkLst>
        </pc:spChg>
        <pc:spChg chg="mod">
          <ac:chgData name="Ravuri, Balaji (Cognizant)" userId="92356253-3b6e-4e1d-9f04-497131837ee8" providerId="ADAL" clId="{BAF90082-C506-4FB7-9EA8-0D3676A81F71}" dt="2026-07-13T19:28:53.848" v="99" actId="113"/>
          <ac:spMkLst>
            <pc:docMk/>
            <pc:sldMk cId="1860530732" sldId="2147483626"/>
            <ac:spMk id="26" creationId="{26457E06-9FEE-38AF-08D8-4EB7D9F83CBB}"/>
          </ac:spMkLst>
        </pc:spChg>
      </pc:sldChg>
      <pc:sldChg chg="modSp mod">
        <pc:chgData name="Ravuri, Balaji (Cognizant)" userId="92356253-3b6e-4e1d-9f04-497131837ee8" providerId="ADAL" clId="{BAF90082-C506-4FB7-9EA8-0D3676A81F71}" dt="2026-07-13T19:32:28.716" v="131" actId="20577"/>
        <pc:sldMkLst>
          <pc:docMk/>
          <pc:sldMk cId="1513332471" sldId="2147483630"/>
        </pc:sldMkLst>
        <pc:graphicFrameChg chg="modGraphic">
          <ac:chgData name="Ravuri, Balaji (Cognizant)" userId="92356253-3b6e-4e1d-9f04-497131837ee8" providerId="ADAL" clId="{BAF90082-C506-4FB7-9EA8-0D3676A81F71}" dt="2026-07-13T19:32:28.716" v="131" actId="20577"/>
          <ac:graphicFrameMkLst>
            <pc:docMk/>
            <pc:sldMk cId="1513332471" sldId="2147483630"/>
            <ac:graphicFrameMk id="4" creationId="{9D96A358-5843-A091-0099-3ADD8D0148AF}"/>
          </ac:graphicFrameMkLst>
        </pc:graphicFrameChg>
      </pc:sldChg>
      <pc:sldChg chg="modSp mod">
        <pc:chgData name="Ravuri, Balaji (Cognizant)" userId="92356253-3b6e-4e1d-9f04-497131837ee8" providerId="ADAL" clId="{BAF90082-C506-4FB7-9EA8-0D3676A81F71}" dt="2026-07-13T19:32:55.129" v="135" actId="20577"/>
        <pc:sldMkLst>
          <pc:docMk/>
          <pc:sldMk cId="2746927870" sldId="2147483633"/>
        </pc:sldMkLst>
        <pc:graphicFrameChg chg="modGraphic">
          <ac:chgData name="Ravuri, Balaji (Cognizant)" userId="92356253-3b6e-4e1d-9f04-497131837ee8" providerId="ADAL" clId="{BAF90082-C506-4FB7-9EA8-0D3676A81F71}" dt="2026-07-13T19:32:55.129" v="135" actId="20577"/>
          <ac:graphicFrameMkLst>
            <pc:docMk/>
            <pc:sldMk cId="2746927870" sldId="2147483633"/>
            <ac:graphicFrameMk id="9" creationId="{8131DE56-2A8B-0C5C-11D1-6D5E10286EFA}"/>
          </ac:graphicFrameMkLst>
        </pc:graphicFrameChg>
      </pc:sldChg>
    </pc:docChg>
  </pc:docChgLst>
  <pc:docChgLst>
    <pc:chgData name="Sundararaj, Joycell (Cognizant)" userId="S::455552@cognizant.com::29251fad-4175-4e5d-be5d-cb9d5ed048dd" providerId="AD" clId="Web-{E8D287BF-2E93-5961-6310-D41260EEFDA5}"/>
    <pc:docChg chg="addSld delSld modSld sldOrd">
      <pc:chgData name="Sundararaj, Joycell (Cognizant)" userId="S::455552@cognizant.com::29251fad-4175-4e5d-be5d-cb9d5ed048dd" providerId="AD" clId="Web-{E8D287BF-2E93-5961-6310-D41260EEFDA5}" dt="2026-07-15T15:02:09.068" v="229" actId="1076"/>
      <pc:docMkLst>
        <pc:docMk/>
      </pc:docMkLst>
      <pc:sldChg chg="delSp modSp">
        <pc:chgData name="Sundararaj, Joycell (Cognizant)" userId="S::455552@cognizant.com::29251fad-4175-4e5d-be5d-cb9d5ed048dd" providerId="AD" clId="Web-{E8D287BF-2E93-5961-6310-D41260EEFDA5}" dt="2026-07-15T14:57:54.131" v="194" actId="20577"/>
        <pc:sldMkLst>
          <pc:docMk/>
          <pc:sldMk cId="0" sldId="256"/>
        </pc:sldMkLst>
        <pc:spChg chg="mod">
          <ac:chgData name="Sundararaj, Joycell (Cognizant)" userId="S::455552@cognizant.com::29251fad-4175-4e5d-be5d-cb9d5ed048dd" providerId="AD" clId="Web-{E8D287BF-2E93-5961-6310-D41260EEFDA5}" dt="2026-07-15T14:57:38.066" v="192" actId="20577"/>
          <ac:spMkLst>
            <pc:docMk/>
            <pc:sldMk cId="0" sldId="256"/>
            <ac:spMk id="2" creationId="{00000000-0000-0000-0000-000000000000}"/>
          </ac:spMkLst>
        </pc:spChg>
        <pc:spChg chg="del">
          <ac:chgData name="Sundararaj, Joycell (Cognizant)" userId="S::455552@cognizant.com::29251fad-4175-4e5d-be5d-cb9d5ed048dd" providerId="AD" clId="Web-{E8D287BF-2E93-5961-6310-D41260EEFDA5}" dt="2026-07-15T14:52:54.598" v="21"/>
          <ac:spMkLst>
            <pc:docMk/>
            <pc:sldMk cId="0" sldId="256"/>
            <ac:spMk id="3" creationId="{00000000-0000-0000-0000-000000000000}"/>
          </ac:spMkLst>
        </pc:spChg>
        <pc:spChg chg="mod">
          <ac:chgData name="Sundararaj, Joycell (Cognizant)" userId="S::455552@cognizant.com::29251fad-4175-4e5d-be5d-cb9d5ed048dd" providerId="AD" clId="Web-{E8D287BF-2E93-5961-6310-D41260EEFDA5}" dt="2026-07-15T14:53:31.051" v="36" actId="20577"/>
          <ac:spMkLst>
            <pc:docMk/>
            <pc:sldMk cId="0" sldId="256"/>
            <ac:spMk id="24" creationId="{00000000-0000-0000-0000-000000000000}"/>
          </ac:spMkLst>
        </pc:spChg>
        <pc:spChg chg="mod">
          <ac:chgData name="Sundararaj, Joycell (Cognizant)" userId="S::455552@cognizant.com::29251fad-4175-4e5d-be5d-cb9d5ed048dd" providerId="AD" clId="Web-{E8D287BF-2E93-5961-6310-D41260EEFDA5}" dt="2026-07-15T14:57:54.131" v="194" actId="20577"/>
          <ac:spMkLst>
            <pc:docMk/>
            <pc:sldMk cId="0" sldId="256"/>
            <ac:spMk id="33" creationId="{00000000-0000-0000-0000-000000000000}"/>
          </ac:spMkLst>
        </pc:spChg>
      </pc:sldChg>
      <pc:sldChg chg="modSp">
        <pc:chgData name="Sundararaj, Joycell (Cognizant)" userId="S::455552@cognizant.com::29251fad-4175-4e5d-be5d-cb9d5ed048dd" providerId="AD" clId="Web-{E8D287BF-2E93-5961-6310-D41260EEFDA5}" dt="2026-07-15T15:02:09.068" v="229" actId="1076"/>
        <pc:sldMkLst>
          <pc:docMk/>
          <pc:sldMk cId="374513259" sldId="2147483611"/>
        </pc:sldMkLst>
        <pc:spChg chg="mod">
          <ac:chgData name="Sundararaj, Joycell (Cognizant)" userId="S::455552@cognizant.com::29251fad-4175-4e5d-be5d-cb9d5ed048dd" providerId="AD" clId="Web-{E8D287BF-2E93-5961-6310-D41260EEFDA5}" dt="2026-07-15T15:02:09.068" v="229" actId="1076"/>
          <ac:spMkLst>
            <pc:docMk/>
            <pc:sldMk cId="374513259" sldId="2147483611"/>
            <ac:spMk id="5" creationId="{846E670C-AC50-714F-B01C-697BDD06C0CB}"/>
          </ac:spMkLst>
        </pc:spChg>
        <pc:spChg chg="mod">
          <ac:chgData name="Sundararaj, Joycell (Cognizant)" userId="S::455552@cognizant.com::29251fad-4175-4e5d-be5d-cb9d5ed048dd" providerId="AD" clId="Web-{E8D287BF-2E93-5961-6310-D41260EEFDA5}" dt="2026-07-15T15:01:29.662" v="216" actId="1076"/>
          <ac:spMkLst>
            <pc:docMk/>
            <pc:sldMk cId="374513259" sldId="2147483611"/>
            <ac:spMk id="6" creationId="{02547DE1-CE4C-4745-2AD1-E7D44B342DA8}"/>
          </ac:spMkLst>
        </pc:spChg>
      </pc:sldChg>
      <pc:sldChg chg="modSp">
        <pc:chgData name="Sundararaj, Joycell (Cognizant)" userId="S::455552@cognizant.com::29251fad-4175-4e5d-be5d-cb9d5ed048dd" providerId="AD" clId="Web-{E8D287BF-2E93-5961-6310-D41260EEFDA5}" dt="2026-07-15T15:00:12.084" v="205" actId="1076"/>
        <pc:sldMkLst>
          <pc:docMk/>
          <pc:sldMk cId="2926591511" sldId="2147483631"/>
        </pc:sldMkLst>
        <pc:spChg chg="mod">
          <ac:chgData name="Sundararaj, Joycell (Cognizant)" userId="S::455552@cognizant.com::29251fad-4175-4e5d-be5d-cb9d5ed048dd" providerId="AD" clId="Web-{E8D287BF-2E93-5961-6310-D41260EEFDA5}" dt="2026-07-15T14:59:35.287" v="200" actId="14100"/>
          <ac:spMkLst>
            <pc:docMk/>
            <pc:sldMk cId="2926591511" sldId="2147483631"/>
            <ac:spMk id="26" creationId="{DD80952B-3066-637F-723F-655C06B1A691}"/>
          </ac:spMkLst>
        </pc:spChg>
        <pc:spChg chg="mod">
          <ac:chgData name="Sundararaj, Joycell (Cognizant)" userId="S::455552@cognizant.com::29251fad-4175-4e5d-be5d-cb9d5ed048dd" providerId="AD" clId="Web-{E8D287BF-2E93-5961-6310-D41260EEFDA5}" dt="2026-07-15T15:00:08.225" v="204" actId="1076"/>
          <ac:spMkLst>
            <pc:docMk/>
            <pc:sldMk cId="2926591511" sldId="2147483631"/>
            <ac:spMk id="30" creationId="{93019A97-B7DF-9C9C-825E-EF3099D46738}"/>
          </ac:spMkLst>
        </pc:spChg>
        <pc:spChg chg="mod">
          <ac:chgData name="Sundararaj, Joycell (Cognizant)" userId="S::455552@cognizant.com::29251fad-4175-4e5d-be5d-cb9d5ed048dd" providerId="AD" clId="Web-{E8D287BF-2E93-5961-6310-D41260EEFDA5}" dt="2026-07-15T15:00:12.084" v="205" actId="1076"/>
          <ac:spMkLst>
            <pc:docMk/>
            <pc:sldMk cId="2926591511" sldId="2147483631"/>
            <ac:spMk id="32" creationId="{906F7C9C-9972-AB3C-950D-2C830EB50979}"/>
          </ac:spMkLst>
        </pc:spChg>
        <pc:spChg chg="mod">
          <ac:chgData name="Sundararaj, Joycell (Cognizant)" userId="S::455552@cognizant.com::29251fad-4175-4e5d-be5d-cb9d5ed048dd" providerId="AD" clId="Web-{E8D287BF-2E93-5961-6310-D41260EEFDA5}" dt="2026-07-15T14:59:02.350" v="198" actId="20577"/>
          <ac:spMkLst>
            <pc:docMk/>
            <pc:sldMk cId="2926591511" sldId="2147483631"/>
            <ac:spMk id="34" creationId="{A435F2CF-C7C4-265C-8AE8-B65BC511783D}"/>
          </ac:spMkLst>
        </pc:spChg>
      </pc:sldChg>
      <pc:sldChg chg="modSp del">
        <pc:chgData name="Sundararaj, Joycell (Cognizant)" userId="S::455552@cognizant.com::29251fad-4175-4e5d-be5d-cb9d5ed048dd" providerId="AD" clId="Web-{E8D287BF-2E93-5961-6310-D41260EEFDA5}" dt="2026-07-15T14:54:55.816" v="49"/>
        <pc:sldMkLst>
          <pc:docMk/>
          <pc:sldMk cId="1371660482" sldId="2147483634"/>
        </pc:sldMkLst>
        <pc:spChg chg="mod">
          <ac:chgData name="Sundararaj, Joycell (Cognizant)" userId="S::455552@cognizant.com::29251fad-4175-4e5d-be5d-cb9d5ed048dd" providerId="AD" clId="Web-{E8D287BF-2E93-5961-6310-D41260EEFDA5}" dt="2026-07-15T14:51:11.005" v="7" actId="20577"/>
          <ac:spMkLst>
            <pc:docMk/>
            <pc:sldMk cId="1371660482" sldId="2147483634"/>
            <ac:spMk id="5" creationId="{E88AEBF4-6876-6740-7A92-B4B6C984D2B5}"/>
          </ac:spMkLst>
        </pc:spChg>
      </pc:sldChg>
      <pc:sldChg chg="new del">
        <pc:chgData name="Sundararaj, Joycell (Cognizant)" userId="S::455552@cognizant.com::29251fad-4175-4e5d-be5d-cb9d5ed048dd" providerId="AD" clId="Web-{E8D287BF-2E93-5961-6310-D41260EEFDA5}" dt="2026-07-15T14:54:54.816" v="48"/>
        <pc:sldMkLst>
          <pc:docMk/>
          <pc:sldMk cId="19658956" sldId="2147483638"/>
        </pc:sldMkLst>
      </pc:sldChg>
      <pc:sldChg chg="modSp add replId">
        <pc:chgData name="Sundararaj, Joycell (Cognizant)" userId="S::455552@cognizant.com::29251fad-4175-4e5d-be5d-cb9d5ed048dd" providerId="AD" clId="Web-{E8D287BF-2E93-5961-6310-D41260EEFDA5}" dt="2026-07-15T14:58:15.209" v="197" actId="1076"/>
        <pc:sldMkLst>
          <pc:docMk/>
          <pc:sldMk cId="3980945245" sldId="2147483639"/>
        </pc:sldMkLst>
        <pc:spChg chg="mod">
          <ac:chgData name="Sundararaj, Joycell (Cognizant)" userId="S::455552@cognizant.com::29251fad-4175-4e5d-be5d-cb9d5ed048dd" providerId="AD" clId="Web-{E8D287BF-2E93-5961-6310-D41260EEFDA5}" dt="2026-07-15T14:58:15.209" v="197" actId="1076"/>
          <ac:spMkLst>
            <pc:docMk/>
            <pc:sldMk cId="3980945245" sldId="2147483639"/>
            <ac:spMk id="5" creationId="{6C812A55-813F-100E-1C66-C685EF82A0DB}"/>
          </ac:spMkLst>
        </pc:spChg>
      </pc:sldChg>
      <pc:sldChg chg="addSp delSp modSp new del ord">
        <pc:chgData name="Sundararaj, Joycell (Cognizant)" userId="S::455552@cognizant.com::29251fad-4175-4e5d-be5d-cb9d5ed048dd" providerId="AD" clId="Web-{E8D287BF-2E93-5961-6310-D41260EEFDA5}" dt="2026-07-15T14:57:01.582" v="187"/>
        <pc:sldMkLst>
          <pc:docMk/>
          <pc:sldMk cId="891734228" sldId="2147483640"/>
        </pc:sldMkLst>
        <pc:spChg chg="del">
          <ac:chgData name="Sundararaj, Joycell (Cognizant)" userId="S::455552@cognizant.com::29251fad-4175-4e5d-be5d-cb9d5ed048dd" providerId="AD" clId="Web-{E8D287BF-2E93-5961-6310-D41260EEFDA5}" dt="2026-07-15T14:55:49.379" v="60"/>
          <ac:spMkLst>
            <pc:docMk/>
            <pc:sldMk cId="891734228" sldId="2147483640"/>
            <ac:spMk id="2" creationId="{84F20977-18BB-E9FC-C4B4-10402029A535}"/>
          </ac:spMkLst>
        </pc:spChg>
        <pc:spChg chg="mod">
          <ac:chgData name="Sundararaj, Joycell (Cognizant)" userId="S::455552@cognizant.com::29251fad-4175-4e5d-be5d-cb9d5ed048dd" providerId="AD" clId="Web-{E8D287BF-2E93-5961-6310-D41260EEFDA5}" dt="2026-07-15T14:55:45.504" v="52" actId="1076"/>
          <ac:spMkLst>
            <pc:docMk/>
            <pc:sldMk cId="891734228" sldId="2147483640"/>
            <ac:spMk id="3" creationId="{412ABFC7-9C33-BA3C-8DA1-283AFF591EE8}"/>
          </ac:spMkLst>
        </pc:spChg>
        <pc:spChg chg="del">
          <ac:chgData name="Sundararaj, Joycell (Cognizant)" userId="S::455552@cognizant.com::29251fad-4175-4e5d-be5d-cb9d5ed048dd" providerId="AD" clId="Web-{E8D287BF-2E93-5961-6310-D41260EEFDA5}" dt="2026-07-15T14:55:49.379" v="59"/>
          <ac:spMkLst>
            <pc:docMk/>
            <pc:sldMk cId="891734228" sldId="2147483640"/>
            <ac:spMk id="5" creationId="{A0A1E0CD-5B38-7B37-5055-315EA27C6FF0}"/>
          </ac:spMkLst>
        </pc:spChg>
        <pc:spChg chg="del">
          <ac:chgData name="Sundararaj, Joycell (Cognizant)" userId="S::455552@cognizant.com::29251fad-4175-4e5d-be5d-cb9d5ed048dd" providerId="AD" clId="Web-{E8D287BF-2E93-5961-6310-D41260EEFDA5}" dt="2026-07-15T14:55:49.379" v="58"/>
          <ac:spMkLst>
            <pc:docMk/>
            <pc:sldMk cId="891734228" sldId="2147483640"/>
            <ac:spMk id="6" creationId="{B08633BB-8368-7835-F9D4-4295E11F61E9}"/>
          </ac:spMkLst>
        </pc:spChg>
        <pc:spChg chg="del">
          <ac:chgData name="Sundararaj, Joycell (Cognizant)" userId="S::455552@cognizant.com::29251fad-4175-4e5d-be5d-cb9d5ed048dd" providerId="AD" clId="Web-{E8D287BF-2E93-5961-6310-D41260EEFDA5}" dt="2026-07-15T14:55:49.379" v="57"/>
          <ac:spMkLst>
            <pc:docMk/>
            <pc:sldMk cId="891734228" sldId="2147483640"/>
            <ac:spMk id="7" creationId="{36650EE7-0E61-6531-291D-03E63E8F09C6}"/>
          </ac:spMkLst>
        </pc:spChg>
        <pc:spChg chg="del">
          <ac:chgData name="Sundararaj, Joycell (Cognizant)" userId="S::455552@cognizant.com::29251fad-4175-4e5d-be5d-cb9d5ed048dd" providerId="AD" clId="Web-{E8D287BF-2E93-5961-6310-D41260EEFDA5}" dt="2026-07-15T14:55:49.379" v="56"/>
          <ac:spMkLst>
            <pc:docMk/>
            <pc:sldMk cId="891734228" sldId="2147483640"/>
            <ac:spMk id="8" creationId="{991CFE67-4F73-4964-BB41-28D0F0541EA6}"/>
          </ac:spMkLst>
        </pc:spChg>
        <pc:spChg chg="del">
          <ac:chgData name="Sundararaj, Joycell (Cognizant)" userId="S::455552@cognizant.com::29251fad-4175-4e5d-be5d-cb9d5ed048dd" providerId="AD" clId="Web-{E8D287BF-2E93-5961-6310-D41260EEFDA5}" dt="2026-07-15T14:55:49.379" v="55"/>
          <ac:spMkLst>
            <pc:docMk/>
            <pc:sldMk cId="891734228" sldId="2147483640"/>
            <ac:spMk id="9" creationId="{0B5AB88F-2322-C17E-7BD8-46DCC23D62C8}"/>
          </ac:spMkLst>
        </pc:spChg>
        <pc:spChg chg="del">
          <ac:chgData name="Sundararaj, Joycell (Cognizant)" userId="S::455552@cognizant.com::29251fad-4175-4e5d-be5d-cb9d5ed048dd" providerId="AD" clId="Web-{E8D287BF-2E93-5961-6310-D41260EEFDA5}" dt="2026-07-15T14:55:49.379" v="54"/>
          <ac:spMkLst>
            <pc:docMk/>
            <pc:sldMk cId="891734228" sldId="2147483640"/>
            <ac:spMk id="10" creationId="{878D9B3E-8D0A-D2ED-A9E2-75AD1AB474A0}"/>
          </ac:spMkLst>
        </pc:spChg>
        <pc:spChg chg="del">
          <ac:chgData name="Sundararaj, Joycell (Cognizant)" userId="S::455552@cognizant.com::29251fad-4175-4e5d-be5d-cb9d5ed048dd" providerId="AD" clId="Web-{E8D287BF-2E93-5961-6310-D41260EEFDA5}" dt="2026-07-15T14:55:49.379" v="53"/>
          <ac:spMkLst>
            <pc:docMk/>
            <pc:sldMk cId="891734228" sldId="2147483640"/>
            <ac:spMk id="11" creationId="{6AAF9A8D-602F-C125-2373-FDB7907C428E}"/>
          </ac:spMkLst>
        </pc:spChg>
        <pc:spChg chg="add del">
          <ac:chgData name="Sundararaj, Joycell (Cognizant)" userId="S::455552@cognizant.com::29251fad-4175-4e5d-be5d-cb9d5ed048dd" providerId="AD" clId="Web-{E8D287BF-2E93-5961-6310-D41260EEFDA5}" dt="2026-07-15T14:56:24.379" v="123"/>
          <ac:spMkLst>
            <pc:docMk/>
            <pc:sldMk cId="891734228" sldId="2147483640"/>
            <ac:spMk id="13" creationId="{27017B22-7B6B-3080-CC24-53FFDC5FF5CC}"/>
          </ac:spMkLst>
        </pc:spChg>
        <pc:spChg chg="add del">
          <ac:chgData name="Sundararaj, Joycell (Cognizant)" userId="S::455552@cognizant.com::29251fad-4175-4e5d-be5d-cb9d5ed048dd" providerId="AD" clId="Web-{E8D287BF-2E93-5961-6310-D41260EEFDA5}" dt="2026-07-15T14:56:24.379" v="122"/>
          <ac:spMkLst>
            <pc:docMk/>
            <pc:sldMk cId="891734228" sldId="2147483640"/>
            <ac:spMk id="15" creationId="{E82470C2-A093-1238-B449-A80F455A66F9}"/>
          </ac:spMkLst>
        </pc:spChg>
        <pc:spChg chg="add del">
          <ac:chgData name="Sundararaj, Joycell (Cognizant)" userId="S::455552@cognizant.com::29251fad-4175-4e5d-be5d-cb9d5ed048dd" providerId="AD" clId="Web-{E8D287BF-2E93-5961-6310-D41260EEFDA5}" dt="2026-07-15T14:56:24.379" v="121"/>
          <ac:spMkLst>
            <pc:docMk/>
            <pc:sldMk cId="891734228" sldId="2147483640"/>
            <ac:spMk id="17" creationId="{F6279534-796E-BCB9-E0C7-3DFF27FA974F}"/>
          </ac:spMkLst>
        </pc:spChg>
        <pc:spChg chg="add del">
          <ac:chgData name="Sundararaj, Joycell (Cognizant)" userId="S::455552@cognizant.com::29251fad-4175-4e5d-be5d-cb9d5ed048dd" providerId="AD" clId="Web-{E8D287BF-2E93-5961-6310-D41260EEFDA5}" dt="2026-07-15T14:56:24.379" v="120"/>
          <ac:spMkLst>
            <pc:docMk/>
            <pc:sldMk cId="891734228" sldId="2147483640"/>
            <ac:spMk id="19" creationId="{016CE0A7-3C9C-8CE4-E9F9-17E33C9BF839}"/>
          </ac:spMkLst>
        </pc:spChg>
        <pc:spChg chg="add del">
          <ac:chgData name="Sundararaj, Joycell (Cognizant)" userId="S::455552@cognizant.com::29251fad-4175-4e5d-be5d-cb9d5ed048dd" providerId="AD" clId="Web-{E8D287BF-2E93-5961-6310-D41260EEFDA5}" dt="2026-07-15T14:56:24.379" v="119"/>
          <ac:spMkLst>
            <pc:docMk/>
            <pc:sldMk cId="891734228" sldId="2147483640"/>
            <ac:spMk id="21" creationId="{7FEF7B7A-A378-CB7B-0005-BD0EE45BDFA0}"/>
          </ac:spMkLst>
        </pc:spChg>
        <pc:spChg chg="add del">
          <ac:chgData name="Sundararaj, Joycell (Cognizant)" userId="S::455552@cognizant.com::29251fad-4175-4e5d-be5d-cb9d5ed048dd" providerId="AD" clId="Web-{E8D287BF-2E93-5961-6310-D41260EEFDA5}" dt="2026-07-15T14:56:24.379" v="118"/>
          <ac:spMkLst>
            <pc:docMk/>
            <pc:sldMk cId="891734228" sldId="2147483640"/>
            <ac:spMk id="23" creationId="{D3F612B1-7655-0D5A-6DC8-F47F2830A636}"/>
          </ac:spMkLst>
        </pc:spChg>
        <pc:spChg chg="add del">
          <ac:chgData name="Sundararaj, Joycell (Cognizant)" userId="S::455552@cognizant.com::29251fad-4175-4e5d-be5d-cb9d5ed048dd" providerId="AD" clId="Web-{E8D287BF-2E93-5961-6310-D41260EEFDA5}" dt="2026-07-15T14:56:24.379" v="117"/>
          <ac:spMkLst>
            <pc:docMk/>
            <pc:sldMk cId="891734228" sldId="2147483640"/>
            <ac:spMk id="25" creationId="{50458381-99D9-BD41-EA88-877527B21216}"/>
          </ac:spMkLst>
        </pc:spChg>
        <pc:spChg chg="add del">
          <ac:chgData name="Sundararaj, Joycell (Cognizant)" userId="S::455552@cognizant.com::29251fad-4175-4e5d-be5d-cb9d5ed048dd" providerId="AD" clId="Web-{E8D287BF-2E93-5961-6310-D41260EEFDA5}" dt="2026-07-15T14:56:24.379" v="116"/>
          <ac:spMkLst>
            <pc:docMk/>
            <pc:sldMk cId="891734228" sldId="2147483640"/>
            <ac:spMk id="27" creationId="{77640981-8E52-0080-8796-612C144C00D2}"/>
          </ac:spMkLst>
        </pc:spChg>
        <pc:spChg chg="add del">
          <ac:chgData name="Sundararaj, Joycell (Cognizant)" userId="S::455552@cognizant.com::29251fad-4175-4e5d-be5d-cb9d5ed048dd" providerId="AD" clId="Web-{E8D287BF-2E93-5961-6310-D41260EEFDA5}" dt="2026-07-15T14:56:24.379" v="115"/>
          <ac:spMkLst>
            <pc:docMk/>
            <pc:sldMk cId="891734228" sldId="2147483640"/>
            <ac:spMk id="29" creationId="{763F46A9-1446-CB90-04EA-3B46B6775A57}"/>
          </ac:spMkLst>
        </pc:spChg>
        <pc:spChg chg="add del">
          <ac:chgData name="Sundararaj, Joycell (Cognizant)" userId="S::455552@cognizant.com::29251fad-4175-4e5d-be5d-cb9d5ed048dd" providerId="AD" clId="Web-{E8D287BF-2E93-5961-6310-D41260EEFDA5}" dt="2026-07-15T14:56:24.379" v="114"/>
          <ac:spMkLst>
            <pc:docMk/>
            <pc:sldMk cId="891734228" sldId="2147483640"/>
            <ac:spMk id="31" creationId="{A586D0FE-316D-9003-F629-FDDB433B499A}"/>
          </ac:spMkLst>
        </pc:spChg>
        <pc:spChg chg="add del">
          <ac:chgData name="Sundararaj, Joycell (Cognizant)" userId="S::455552@cognizant.com::29251fad-4175-4e5d-be5d-cb9d5ed048dd" providerId="AD" clId="Web-{E8D287BF-2E93-5961-6310-D41260EEFDA5}" dt="2026-07-15T14:56:24.379" v="113"/>
          <ac:spMkLst>
            <pc:docMk/>
            <pc:sldMk cId="891734228" sldId="2147483640"/>
            <ac:spMk id="33" creationId="{F26CAE68-8E28-800F-04C8-F70F97D36655}"/>
          </ac:spMkLst>
        </pc:spChg>
        <pc:spChg chg="add del">
          <ac:chgData name="Sundararaj, Joycell (Cognizant)" userId="S::455552@cognizant.com::29251fad-4175-4e5d-be5d-cb9d5ed048dd" providerId="AD" clId="Web-{E8D287BF-2E93-5961-6310-D41260EEFDA5}" dt="2026-07-15T14:56:24.379" v="112"/>
          <ac:spMkLst>
            <pc:docMk/>
            <pc:sldMk cId="891734228" sldId="2147483640"/>
            <ac:spMk id="35" creationId="{A91A012F-93B8-4194-E44A-92299BCA073F}"/>
          </ac:spMkLst>
        </pc:spChg>
        <pc:spChg chg="add del">
          <ac:chgData name="Sundararaj, Joycell (Cognizant)" userId="S::455552@cognizant.com::29251fad-4175-4e5d-be5d-cb9d5ed048dd" providerId="AD" clId="Web-{E8D287BF-2E93-5961-6310-D41260EEFDA5}" dt="2026-07-15T14:56:24.379" v="111"/>
          <ac:spMkLst>
            <pc:docMk/>
            <pc:sldMk cId="891734228" sldId="2147483640"/>
            <ac:spMk id="37" creationId="{481B4606-0845-B4C3-4DE5-09FD176DC295}"/>
          </ac:spMkLst>
        </pc:spChg>
        <pc:spChg chg="add del">
          <ac:chgData name="Sundararaj, Joycell (Cognizant)" userId="S::455552@cognizant.com::29251fad-4175-4e5d-be5d-cb9d5ed048dd" providerId="AD" clId="Web-{E8D287BF-2E93-5961-6310-D41260EEFDA5}" dt="2026-07-15T14:56:24.379" v="110"/>
          <ac:spMkLst>
            <pc:docMk/>
            <pc:sldMk cId="891734228" sldId="2147483640"/>
            <ac:spMk id="39" creationId="{A2AF3E05-242B-E99A-FE34-2FDA026585E1}"/>
          </ac:spMkLst>
        </pc:spChg>
        <pc:spChg chg="add del">
          <ac:chgData name="Sundararaj, Joycell (Cognizant)" userId="S::455552@cognizant.com::29251fad-4175-4e5d-be5d-cb9d5ed048dd" providerId="AD" clId="Web-{E8D287BF-2E93-5961-6310-D41260EEFDA5}" dt="2026-07-15T14:56:24.379" v="109"/>
          <ac:spMkLst>
            <pc:docMk/>
            <pc:sldMk cId="891734228" sldId="2147483640"/>
            <ac:spMk id="41" creationId="{D11D76E4-E66D-F673-A10C-D4D11AE1D358}"/>
          </ac:spMkLst>
        </pc:spChg>
        <pc:spChg chg="add del">
          <ac:chgData name="Sundararaj, Joycell (Cognizant)" userId="S::455552@cognizant.com::29251fad-4175-4e5d-be5d-cb9d5ed048dd" providerId="AD" clId="Web-{E8D287BF-2E93-5961-6310-D41260EEFDA5}" dt="2026-07-15T14:56:24.379" v="108"/>
          <ac:spMkLst>
            <pc:docMk/>
            <pc:sldMk cId="891734228" sldId="2147483640"/>
            <ac:spMk id="43" creationId="{7A65BE3F-B064-8675-E85A-90BE98822325}"/>
          </ac:spMkLst>
        </pc:spChg>
        <pc:spChg chg="add del">
          <ac:chgData name="Sundararaj, Joycell (Cognizant)" userId="S::455552@cognizant.com::29251fad-4175-4e5d-be5d-cb9d5ed048dd" providerId="AD" clId="Web-{E8D287BF-2E93-5961-6310-D41260EEFDA5}" dt="2026-07-15T14:56:24.379" v="107"/>
          <ac:spMkLst>
            <pc:docMk/>
            <pc:sldMk cId="891734228" sldId="2147483640"/>
            <ac:spMk id="45" creationId="{A8098CC6-73A5-A798-39FD-979829E149ED}"/>
          </ac:spMkLst>
        </pc:spChg>
        <pc:spChg chg="add del">
          <ac:chgData name="Sundararaj, Joycell (Cognizant)" userId="S::455552@cognizant.com::29251fad-4175-4e5d-be5d-cb9d5ed048dd" providerId="AD" clId="Web-{E8D287BF-2E93-5961-6310-D41260EEFDA5}" dt="2026-07-15T14:56:24.363" v="106"/>
          <ac:spMkLst>
            <pc:docMk/>
            <pc:sldMk cId="891734228" sldId="2147483640"/>
            <ac:spMk id="47" creationId="{AAE34BF2-FA0D-F3C4-D215-AE2D6F77B2CF}"/>
          </ac:spMkLst>
        </pc:spChg>
        <pc:spChg chg="add del">
          <ac:chgData name="Sundararaj, Joycell (Cognizant)" userId="S::455552@cognizant.com::29251fad-4175-4e5d-be5d-cb9d5ed048dd" providerId="AD" clId="Web-{E8D287BF-2E93-5961-6310-D41260EEFDA5}" dt="2026-07-15T14:56:24.363" v="105"/>
          <ac:spMkLst>
            <pc:docMk/>
            <pc:sldMk cId="891734228" sldId="2147483640"/>
            <ac:spMk id="49" creationId="{A4E1E103-E684-05DA-6B01-E527551936A6}"/>
          </ac:spMkLst>
        </pc:spChg>
        <pc:spChg chg="add del">
          <ac:chgData name="Sundararaj, Joycell (Cognizant)" userId="S::455552@cognizant.com::29251fad-4175-4e5d-be5d-cb9d5ed048dd" providerId="AD" clId="Web-{E8D287BF-2E93-5961-6310-D41260EEFDA5}" dt="2026-07-15T14:56:24.363" v="104"/>
          <ac:spMkLst>
            <pc:docMk/>
            <pc:sldMk cId="891734228" sldId="2147483640"/>
            <ac:spMk id="51" creationId="{E55828F7-A2AF-DD1E-C2A7-324D8E94BBD5}"/>
          </ac:spMkLst>
        </pc:spChg>
        <pc:spChg chg="add del">
          <ac:chgData name="Sundararaj, Joycell (Cognizant)" userId="S::455552@cognizant.com::29251fad-4175-4e5d-be5d-cb9d5ed048dd" providerId="AD" clId="Web-{E8D287BF-2E93-5961-6310-D41260EEFDA5}" dt="2026-07-15T14:56:24.363" v="103"/>
          <ac:spMkLst>
            <pc:docMk/>
            <pc:sldMk cId="891734228" sldId="2147483640"/>
            <ac:spMk id="53" creationId="{59A24BAB-5C16-E2A9-7F34-7E9E7B136906}"/>
          </ac:spMkLst>
        </pc:spChg>
        <pc:spChg chg="add del">
          <ac:chgData name="Sundararaj, Joycell (Cognizant)" userId="S::455552@cognizant.com::29251fad-4175-4e5d-be5d-cb9d5ed048dd" providerId="AD" clId="Web-{E8D287BF-2E93-5961-6310-D41260EEFDA5}" dt="2026-07-15T14:56:24.363" v="102"/>
          <ac:spMkLst>
            <pc:docMk/>
            <pc:sldMk cId="891734228" sldId="2147483640"/>
            <ac:spMk id="55" creationId="{F1DA244C-8BBE-EABF-D28A-3BF4F00FFB06}"/>
          </ac:spMkLst>
        </pc:spChg>
        <pc:spChg chg="add del">
          <ac:chgData name="Sundararaj, Joycell (Cognizant)" userId="S::455552@cognizant.com::29251fad-4175-4e5d-be5d-cb9d5ed048dd" providerId="AD" clId="Web-{E8D287BF-2E93-5961-6310-D41260EEFDA5}" dt="2026-07-15T14:56:24.363" v="101"/>
          <ac:spMkLst>
            <pc:docMk/>
            <pc:sldMk cId="891734228" sldId="2147483640"/>
            <ac:spMk id="57" creationId="{448D3258-8A9B-7EAF-A8CB-F2FE1734B078}"/>
          </ac:spMkLst>
        </pc:spChg>
        <pc:spChg chg="add del">
          <ac:chgData name="Sundararaj, Joycell (Cognizant)" userId="S::455552@cognizant.com::29251fad-4175-4e5d-be5d-cb9d5ed048dd" providerId="AD" clId="Web-{E8D287BF-2E93-5961-6310-D41260EEFDA5}" dt="2026-07-15T14:56:24.363" v="100"/>
          <ac:spMkLst>
            <pc:docMk/>
            <pc:sldMk cId="891734228" sldId="2147483640"/>
            <ac:spMk id="59" creationId="{EDA03FEA-DD33-D735-4F7E-D30CF3A01757}"/>
          </ac:spMkLst>
        </pc:spChg>
        <pc:spChg chg="add del">
          <ac:chgData name="Sundararaj, Joycell (Cognizant)" userId="S::455552@cognizant.com::29251fad-4175-4e5d-be5d-cb9d5ed048dd" providerId="AD" clId="Web-{E8D287BF-2E93-5961-6310-D41260EEFDA5}" dt="2026-07-15T14:56:24.363" v="99"/>
          <ac:spMkLst>
            <pc:docMk/>
            <pc:sldMk cId="891734228" sldId="2147483640"/>
            <ac:spMk id="61" creationId="{906D72E7-6747-28DF-23FE-DC7FB365B454}"/>
          </ac:spMkLst>
        </pc:spChg>
        <pc:spChg chg="add del">
          <ac:chgData name="Sundararaj, Joycell (Cognizant)" userId="S::455552@cognizant.com::29251fad-4175-4e5d-be5d-cb9d5ed048dd" providerId="AD" clId="Web-{E8D287BF-2E93-5961-6310-D41260EEFDA5}" dt="2026-07-15T14:56:24.363" v="98"/>
          <ac:spMkLst>
            <pc:docMk/>
            <pc:sldMk cId="891734228" sldId="2147483640"/>
            <ac:spMk id="63" creationId="{5A28DD69-634F-3D25-E38F-FBEA1BC6E11E}"/>
          </ac:spMkLst>
        </pc:spChg>
        <pc:spChg chg="add del">
          <ac:chgData name="Sundararaj, Joycell (Cognizant)" userId="S::455552@cognizant.com::29251fad-4175-4e5d-be5d-cb9d5ed048dd" providerId="AD" clId="Web-{E8D287BF-2E93-5961-6310-D41260EEFDA5}" dt="2026-07-15T14:56:24.363" v="97"/>
          <ac:spMkLst>
            <pc:docMk/>
            <pc:sldMk cId="891734228" sldId="2147483640"/>
            <ac:spMk id="65" creationId="{4854310B-4A5D-0483-49D9-4A16B3E42CFF}"/>
          </ac:spMkLst>
        </pc:spChg>
        <pc:spChg chg="add del">
          <ac:chgData name="Sundararaj, Joycell (Cognizant)" userId="S::455552@cognizant.com::29251fad-4175-4e5d-be5d-cb9d5ed048dd" providerId="AD" clId="Web-{E8D287BF-2E93-5961-6310-D41260EEFDA5}" dt="2026-07-15T14:56:24.363" v="96"/>
          <ac:spMkLst>
            <pc:docMk/>
            <pc:sldMk cId="891734228" sldId="2147483640"/>
            <ac:spMk id="67" creationId="{426CE636-5783-D770-44C2-F0E96B9F781B}"/>
          </ac:spMkLst>
        </pc:spChg>
        <pc:spChg chg="add del">
          <ac:chgData name="Sundararaj, Joycell (Cognizant)" userId="S::455552@cognizant.com::29251fad-4175-4e5d-be5d-cb9d5ed048dd" providerId="AD" clId="Web-{E8D287BF-2E93-5961-6310-D41260EEFDA5}" dt="2026-07-15T14:56:24.363" v="95"/>
          <ac:spMkLst>
            <pc:docMk/>
            <pc:sldMk cId="891734228" sldId="2147483640"/>
            <ac:spMk id="69" creationId="{B0E4EC7C-9E03-202C-B9AD-68A5204CCA7D}"/>
          </ac:spMkLst>
        </pc:spChg>
        <pc:spChg chg="add del">
          <ac:chgData name="Sundararaj, Joycell (Cognizant)" userId="S::455552@cognizant.com::29251fad-4175-4e5d-be5d-cb9d5ed048dd" providerId="AD" clId="Web-{E8D287BF-2E93-5961-6310-D41260EEFDA5}" dt="2026-07-15T14:56:24.363" v="94"/>
          <ac:spMkLst>
            <pc:docMk/>
            <pc:sldMk cId="891734228" sldId="2147483640"/>
            <ac:spMk id="71" creationId="{0D291FA6-45CB-4FBE-9F2E-05B90499A74F}"/>
          </ac:spMkLst>
        </pc:spChg>
        <pc:spChg chg="add del">
          <ac:chgData name="Sundararaj, Joycell (Cognizant)" userId="S::455552@cognizant.com::29251fad-4175-4e5d-be5d-cb9d5ed048dd" providerId="AD" clId="Web-{E8D287BF-2E93-5961-6310-D41260EEFDA5}" dt="2026-07-15T14:56:54.129" v="185"/>
          <ac:spMkLst>
            <pc:docMk/>
            <pc:sldMk cId="891734228" sldId="2147483640"/>
            <ac:spMk id="73" creationId="{57DFB8BF-7FFC-9711-D011-D6DCEA83117E}"/>
          </ac:spMkLst>
        </pc:spChg>
        <pc:spChg chg="add del">
          <ac:chgData name="Sundararaj, Joycell (Cognizant)" userId="S::455552@cognizant.com::29251fad-4175-4e5d-be5d-cb9d5ed048dd" providerId="AD" clId="Web-{E8D287BF-2E93-5961-6310-D41260EEFDA5}" dt="2026-07-15T14:56:54.129" v="184"/>
          <ac:spMkLst>
            <pc:docMk/>
            <pc:sldMk cId="891734228" sldId="2147483640"/>
            <ac:spMk id="75" creationId="{CF944344-0AF6-581E-AE4C-38EF68D20D7C}"/>
          </ac:spMkLst>
        </pc:spChg>
        <pc:spChg chg="add del">
          <ac:chgData name="Sundararaj, Joycell (Cognizant)" userId="S::455552@cognizant.com::29251fad-4175-4e5d-be5d-cb9d5ed048dd" providerId="AD" clId="Web-{E8D287BF-2E93-5961-6310-D41260EEFDA5}" dt="2026-07-15T14:56:54.129" v="183"/>
          <ac:spMkLst>
            <pc:docMk/>
            <pc:sldMk cId="891734228" sldId="2147483640"/>
            <ac:spMk id="77" creationId="{C02BD5A5-DF8A-34C2-7DA1-689633CE5ED8}"/>
          </ac:spMkLst>
        </pc:spChg>
        <pc:spChg chg="add del">
          <ac:chgData name="Sundararaj, Joycell (Cognizant)" userId="S::455552@cognizant.com::29251fad-4175-4e5d-be5d-cb9d5ed048dd" providerId="AD" clId="Web-{E8D287BF-2E93-5961-6310-D41260EEFDA5}" dt="2026-07-15T14:56:54.129" v="182"/>
          <ac:spMkLst>
            <pc:docMk/>
            <pc:sldMk cId="891734228" sldId="2147483640"/>
            <ac:spMk id="79" creationId="{E82B59D0-728E-A7D7-740A-22CA93297094}"/>
          </ac:spMkLst>
        </pc:spChg>
        <pc:spChg chg="add del">
          <ac:chgData name="Sundararaj, Joycell (Cognizant)" userId="S::455552@cognizant.com::29251fad-4175-4e5d-be5d-cb9d5ed048dd" providerId="AD" clId="Web-{E8D287BF-2E93-5961-6310-D41260EEFDA5}" dt="2026-07-15T14:56:54.129" v="181"/>
          <ac:spMkLst>
            <pc:docMk/>
            <pc:sldMk cId="891734228" sldId="2147483640"/>
            <ac:spMk id="81" creationId="{754477FD-0615-BB97-E180-B567A7B2FA2E}"/>
          </ac:spMkLst>
        </pc:spChg>
        <pc:spChg chg="add del">
          <ac:chgData name="Sundararaj, Joycell (Cognizant)" userId="S::455552@cognizant.com::29251fad-4175-4e5d-be5d-cb9d5ed048dd" providerId="AD" clId="Web-{E8D287BF-2E93-5961-6310-D41260EEFDA5}" dt="2026-07-15T14:56:54.129" v="180"/>
          <ac:spMkLst>
            <pc:docMk/>
            <pc:sldMk cId="891734228" sldId="2147483640"/>
            <ac:spMk id="83" creationId="{FBD79CC1-C350-E8BF-591C-9B40BBA7799A}"/>
          </ac:spMkLst>
        </pc:spChg>
        <pc:spChg chg="add del mod">
          <ac:chgData name="Sundararaj, Joycell (Cognizant)" userId="S::455552@cognizant.com::29251fad-4175-4e5d-be5d-cb9d5ed048dd" providerId="AD" clId="Web-{E8D287BF-2E93-5961-6310-D41260EEFDA5}" dt="2026-07-15T14:56:54.129" v="179"/>
          <ac:spMkLst>
            <pc:docMk/>
            <pc:sldMk cId="891734228" sldId="2147483640"/>
            <ac:spMk id="85" creationId="{4C9F3782-8D6E-E300-CDA5-407BA2562E90}"/>
          </ac:spMkLst>
        </pc:spChg>
        <pc:spChg chg="add del">
          <ac:chgData name="Sundararaj, Joycell (Cognizant)" userId="S::455552@cognizant.com::29251fad-4175-4e5d-be5d-cb9d5ed048dd" providerId="AD" clId="Web-{E8D287BF-2E93-5961-6310-D41260EEFDA5}" dt="2026-07-15T14:56:54.129" v="178"/>
          <ac:spMkLst>
            <pc:docMk/>
            <pc:sldMk cId="891734228" sldId="2147483640"/>
            <ac:spMk id="87" creationId="{4661A6E0-A0C9-3343-2C30-4385BA7C1F0B}"/>
          </ac:spMkLst>
        </pc:spChg>
        <pc:spChg chg="add del">
          <ac:chgData name="Sundararaj, Joycell (Cognizant)" userId="S::455552@cognizant.com::29251fad-4175-4e5d-be5d-cb9d5ed048dd" providerId="AD" clId="Web-{E8D287BF-2E93-5961-6310-D41260EEFDA5}" dt="2026-07-15T14:56:54.129" v="177"/>
          <ac:spMkLst>
            <pc:docMk/>
            <pc:sldMk cId="891734228" sldId="2147483640"/>
            <ac:spMk id="89" creationId="{E1ED7E66-7D81-7699-1F6A-56E136E562AF}"/>
          </ac:spMkLst>
        </pc:spChg>
        <pc:spChg chg="add del">
          <ac:chgData name="Sundararaj, Joycell (Cognizant)" userId="S::455552@cognizant.com::29251fad-4175-4e5d-be5d-cb9d5ed048dd" providerId="AD" clId="Web-{E8D287BF-2E93-5961-6310-D41260EEFDA5}" dt="2026-07-15T14:56:54.129" v="176"/>
          <ac:spMkLst>
            <pc:docMk/>
            <pc:sldMk cId="891734228" sldId="2147483640"/>
            <ac:spMk id="91" creationId="{19C3044F-BA79-6117-085D-2B08832D62FF}"/>
          </ac:spMkLst>
        </pc:spChg>
        <pc:spChg chg="add del">
          <ac:chgData name="Sundararaj, Joycell (Cognizant)" userId="S::455552@cognizant.com::29251fad-4175-4e5d-be5d-cb9d5ed048dd" providerId="AD" clId="Web-{E8D287BF-2E93-5961-6310-D41260EEFDA5}" dt="2026-07-15T14:56:54.129" v="175"/>
          <ac:spMkLst>
            <pc:docMk/>
            <pc:sldMk cId="891734228" sldId="2147483640"/>
            <ac:spMk id="93" creationId="{72D48A89-D3D4-B489-BFDD-D5F73D24C5C9}"/>
          </ac:spMkLst>
        </pc:spChg>
        <pc:spChg chg="add del">
          <ac:chgData name="Sundararaj, Joycell (Cognizant)" userId="S::455552@cognizant.com::29251fad-4175-4e5d-be5d-cb9d5ed048dd" providerId="AD" clId="Web-{E8D287BF-2E93-5961-6310-D41260EEFDA5}" dt="2026-07-15T14:56:54.129" v="174"/>
          <ac:spMkLst>
            <pc:docMk/>
            <pc:sldMk cId="891734228" sldId="2147483640"/>
            <ac:spMk id="95" creationId="{92E43663-0810-4DDE-535A-1C1669499A73}"/>
          </ac:spMkLst>
        </pc:spChg>
        <pc:spChg chg="add del">
          <ac:chgData name="Sundararaj, Joycell (Cognizant)" userId="S::455552@cognizant.com::29251fad-4175-4e5d-be5d-cb9d5ed048dd" providerId="AD" clId="Web-{E8D287BF-2E93-5961-6310-D41260EEFDA5}" dt="2026-07-15T14:56:54.129" v="173"/>
          <ac:spMkLst>
            <pc:docMk/>
            <pc:sldMk cId="891734228" sldId="2147483640"/>
            <ac:spMk id="97" creationId="{CB8EF5EF-A3F4-5D3A-4327-F8C4B6CDB12C}"/>
          </ac:spMkLst>
        </pc:spChg>
        <pc:spChg chg="add del">
          <ac:chgData name="Sundararaj, Joycell (Cognizant)" userId="S::455552@cognizant.com::29251fad-4175-4e5d-be5d-cb9d5ed048dd" providerId="AD" clId="Web-{E8D287BF-2E93-5961-6310-D41260EEFDA5}" dt="2026-07-15T14:56:54.129" v="172"/>
          <ac:spMkLst>
            <pc:docMk/>
            <pc:sldMk cId="891734228" sldId="2147483640"/>
            <ac:spMk id="99" creationId="{0164A039-B7F7-3227-5773-33D4653BCD20}"/>
          </ac:spMkLst>
        </pc:spChg>
        <pc:spChg chg="add del">
          <ac:chgData name="Sundararaj, Joycell (Cognizant)" userId="S::455552@cognizant.com::29251fad-4175-4e5d-be5d-cb9d5ed048dd" providerId="AD" clId="Web-{E8D287BF-2E93-5961-6310-D41260EEFDA5}" dt="2026-07-15T14:56:54.129" v="171"/>
          <ac:spMkLst>
            <pc:docMk/>
            <pc:sldMk cId="891734228" sldId="2147483640"/>
            <ac:spMk id="101" creationId="{33359911-8D54-AC3E-49A2-FA8A6991E204}"/>
          </ac:spMkLst>
        </pc:spChg>
        <pc:spChg chg="add del">
          <ac:chgData name="Sundararaj, Joycell (Cognizant)" userId="S::455552@cognizant.com::29251fad-4175-4e5d-be5d-cb9d5ed048dd" providerId="AD" clId="Web-{E8D287BF-2E93-5961-6310-D41260EEFDA5}" dt="2026-07-15T14:56:54.129" v="170"/>
          <ac:spMkLst>
            <pc:docMk/>
            <pc:sldMk cId="891734228" sldId="2147483640"/>
            <ac:spMk id="103" creationId="{2577FB5A-3B09-E1E4-A664-6B6C886469B8}"/>
          </ac:spMkLst>
        </pc:spChg>
        <pc:spChg chg="add del">
          <ac:chgData name="Sundararaj, Joycell (Cognizant)" userId="S::455552@cognizant.com::29251fad-4175-4e5d-be5d-cb9d5ed048dd" providerId="AD" clId="Web-{E8D287BF-2E93-5961-6310-D41260EEFDA5}" dt="2026-07-15T14:56:54.129" v="169"/>
          <ac:spMkLst>
            <pc:docMk/>
            <pc:sldMk cId="891734228" sldId="2147483640"/>
            <ac:spMk id="105" creationId="{C3D7A5B0-DAC9-79A8-B3EC-CC6D5BC9E2D6}"/>
          </ac:spMkLst>
        </pc:spChg>
        <pc:spChg chg="add del">
          <ac:chgData name="Sundararaj, Joycell (Cognizant)" userId="S::455552@cognizant.com::29251fad-4175-4e5d-be5d-cb9d5ed048dd" providerId="AD" clId="Web-{E8D287BF-2E93-5961-6310-D41260EEFDA5}" dt="2026-07-15T14:56:54.129" v="168"/>
          <ac:spMkLst>
            <pc:docMk/>
            <pc:sldMk cId="891734228" sldId="2147483640"/>
            <ac:spMk id="107" creationId="{E9816D2E-A794-D012-DA84-432B1530A409}"/>
          </ac:spMkLst>
        </pc:spChg>
        <pc:spChg chg="add del">
          <ac:chgData name="Sundararaj, Joycell (Cognizant)" userId="S::455552@cognizant.com::29251fad-4175-4e5d-be5d-cb9d5ed048dd" providerId="AD" clId="Web-{E8D287BF-2E93-5961-6310-D41260EEFDA5}" dt="2026-07-15T14:56:54.129" v="167"/>
          <ac:spMkLst>
            <pc:docMk/>
            <pc:sldMk cId="891734228" sldId="2147483640"/>
            <ac:spMk id="109" creationId="{93D779DD-14D8-8961-DFF6-2906123478F9}"/>
          </ac:spMkLst>
        </pc:spChg>
        <pc:spChg chg="add del">
          <ac:chgData name="Sundararaj, Joycell (Cognizant)" userId="S::455552@cognizant.com::29251fad-4175-4e5d-be5d-cb9d5ed048dd" providerId="AD" clId="Web-{E8D287BF-2E93-5961-6310-D41260EEFDA5}" dt="2026-07-15T14:56:54.129" v="166"/>
          <ac:spMkLst>
            <pc:docMk/>
            <pc:sldMk cId="891734228" sldId="2147483640"/>
            <ac:spMk id="111" creationId="{414C0318-EAFE-1B1D-0D23-7CA44D19E3A4}"/>
          </ac:spMkLst>
        </pc:spChg>
        <pc:spChg chg="add del">
          <ac:chgData name="Sundararaj, Joycell (Cognizant)" userId="S::455552@cognizant.com::29251fad-4175-4e5d-be5d-cb9d5ed048dd" providerId="AD" clId="Web-{E8D287BF-2E93-5961-6310-D41260EEFDA5}" dt="2026-07-15T14:56:54.129" v="165"/>
          <ac:spMkLst>
            <pc:docMk/>
            <pc:sldMk cId="891734228" sldId="2147483640"/>
            <ac:spMk id="113" creationId="{1C777DCD-344C-57D3-A3C4-FAA6BB364AD7}"/>
          </ac:spMkLst>
        </pc:spChg>
        <pc:spChg chg="add del">
          <ac:chgData name="Sundararaj, Joycell (Cognizant)" userId="S::455552@cognizant.com::29251fad-4175-4e5d-be5d-cb9d5ed048dd" providerId="AD" clId="Web-{E8D287BF-2E93-5961-6310-D41260EEFDA5}" dt="2026-07-15T14:56:54.129" v="164"/>
          <ac:spMkLst>
            <pc:docMk/>
            <pc:sldMk cId="891734228" sldId="2147483640"/>
            <ac:spMk id="115" creationId="{95FEB9CD-4080-29AF-B952-22FBC11CFEFD}"/>
          </ac:spMkLst>
        </pc:spChg>
        <pc:spChg chg="add del">
          <ac:chgData name="Sundararaj, Joycell (Cognizant)" userId="S::455552@cognizant.com::29251fad-4175-4e5d-be5d-cb9d5ed048dd" providerId="AD" clId="Web-{E8D287BF-2E93-5961-6310-D41260EEFDA5}" dt="2026-07-15T14:56:54.129" v="163"/>
          <ac:spMkLst>
            <pc:docMk/>
            <pc:sldMk cId="891734228" sldId="2147483640"/>
            <ac:spMk id="117" creationId="{DD7FA6AC-9064-8E0B-81FC-3AB466A597D3}"/>
          </ac:spMkLst>
        </pc:spChg>
        <pc:spChg chg="add del">
          <ac:chgData name="Sundararaj, Joycell (Cognizant)" userId="S::455552@cognizant.com::29251fad-4175-4e5d-be5d-cb9d5ed048dd" providerId="AD" clId="Web-{E8D287BF-2E93-5961-6310-D41260EEFDA5}" dt="2026-07-15T14:56:54.129" v="162"/>
          <ac:spMkLst>
            <pc:docMk/>
            <pc:sldMk cId="891734228" sldId="2147483640"/>
            <ac:spMk id="119" creationId="{3FA28AC6-B3E4-DA2A-23B3-4893CFA46F19}"/>
          </ac:spMkLst>
        </pc:spChg>
        <pc:spChg chg="add del">
          <ac:chgData name="Sundararaj, Joycell (Cognizant)" userId="S::455552@cognizant.com::29251fad-4175-4e5d-be5d-cb9d5ed048dd" providerId="AD" clId="Web-{E8D287BF-2E93-5961-6310-D41260EEFDA5}" dt="2026-07-15T14:56:54.129" v="161"/>
          <ac:spMkLst>
            <pc:docMk/>
            <pc:sldMk cId="891734228" sldId="2147483640"/>
            <ac:spMk id="121" creationId="{DBE4A687-EB8B-19C7-9FFA-B53B535422A8}"/>
          </ac:spMkLst>
        </pc:spChg>
        <pc:spChg chg="add del">
          <ac:chgData name="Sundararaj, Joycell (Cognizant)" userId="S::455552@cognizant.com::29251fad-4175-4e5d-be5d-cb9d5ed048dd" providerId="AD" clId="Web-{E8D287BF-2E93-5961-6310-D41260EEFDA5}" dt="2026-07-15T14:56:54.129" v="160"/>
          <ac:spMkLst>
            <pc:docMk/>
            <pc:sldMk cId="891734228" sldId="2147483640"/>
            <ac:spMk id="123" creationId="{9CD9AF36-E8D4-008C-EC04-D67E019FBBF7}"/>
          </ac:spMkLst>
        </pc:spChg>
        <pc:spChg chg="add del">
          <ac:chgData name="Sundararaj, Joycell (Cognizant)" userId="S::455552@cognizant.com::29251fad-4175-4e5d-be5d-cb9d5ed048dd" providerId="AD" clId="Web-{E8D287BF-2E93-5961-6310-D41260EEFDA5}" dt="2026-07-15T14:56:54.129" v="159"/>
          <ac:spMkLst>
            <pc:docMk/>
            <pc:sldMk cId="891734228" sldId="2147483640"/>
            <ac:spMk id="125" creationId="{F3311910-79A5-9486-688A-B53574CD125A}"/>
          </ac:spMkLst>
        </pc:spChg>
        <pc:spChg chg="add del">
          <ac:chgData name="Sundararaj, Joycell (Cognizant)" userId="S::455552@cognizant.com::29251fad-4175-4e5d-be5d-cb9d5ed048dd" providerId="AD" clId="Web-{E8D287BF-2E93-5961-6310-D41260EEFDA5}" dt="2026-07-15T14:56:54.129" v="158"/>
          <ac:spMkLst>
            <pc:docMk/>
            <pc:sldMk cId="891734228" sldId="2147483640"/>
            <ac:spMk id="127" creationId="{AC46E03A-5418-A2FC-C839-2C9E3BB1E2AD}"/>
          </ac:spMkLst>
        </pc:spChg>
        <pc:spChg chg="add del">
          <ac:chgData name="Sundararaj, Joycell (Cognizant)" userId="S::455552@cognizant.com::29251fad-4175-4e5d-be5d-cb9d5ed048dd" providerId="AD" clId="Web-{E8D287BF-2E93-5961-6310-D41260EEFDA5}" dt="2026-07-15T14:56:54.129" v="157"/>
          <ac:spMkLst>
            <pc:docMk/>
            <pc:sldMk cId="891734228" sldId="2147483640"/>
            <ac:spMk id="129" creationId="{7C8E0B0A-136F-05B7-A795-AE6DE4036E03}"/>
          </ac:spMkLst>
        </pc:spChg>
        <pc:spChg chg="add del">
          <ac:chgData name="Sundararaj, Joycell (Cognizant)" userId="S::455552@cognizant.com::29251fad-4175-4e5d-be5d-cb9d5ed048dd" providerId="AD" clId="Web-{E8D287BF-2E93-5961-6310-D41260EEFDA5}" dt="2026-07-15T14:56:54.129" v="156"/>
          <ac:spMkLst>
            <pc:docMk/>
            <pc:sldMk cId="891734228" sldId="2147483640"/>
            <ac:spMk id="131" creationId="{EF551551-6FAD-C5BA-A85D-977240405051}"/>
          </ac:spMkLst>
        </pc:spChg>
      </pc:sldChg>
    </pc:docChg>
  </pc:docChgLst>
  <pc:docChgLst>
    <pc:chgData name="Tripathy, Pragyan Paramita (Cognizant)" userId="S::278697@cognizant.com::9cbc1172-2e9b-4caa-8d0f-76e257189035" providerId="AD" clId="Web-{3464B455-9B0F-A20F-4B34-A162F3B3CD93}"/>
    <pc:docChg chg="modSld">
      <pc:chgData name="Tripathy, Pragyan Paramita (Cognizant)" userId="S::278697@cognizant.com::9cbc1172-2e9b-4caa-8d0f-76e257189035" providerId="AD" clId="Web-{3464B455-9B0F-A20F-4B34-A162F3B3CD93}" dt="2026-07-14T09:53:26.426" v="156"/>
      <pc:docMkLst>
        <pc:docMk/>
      </pc:docMkLst>
      <pc:sldChg chg="modSp">
        <pc:chgData name="Tripathy, Pragyan Paramita (Cognizant)" userId="S::278697@cognizant.com::9cbc1172-2e9b-4caa-8d0f-76e257189035" providerId="AD" clId="Web-{3464B455-9B0F-A20F-4B34-A162F3B3CD93}" dt="2026-07-14T09:53:26.426" v="156"/>
        <pc:sldMkLst>
          <pc:docMk/>
          <pc:sldMk cId="2746927870" sldId="2147483633"/>
        </pc:sldMkLst>
        <pc:spChg chg="mod">
          <ac:chgData name="Tripathy, Pragyan Paramita (Cognizant)" userId="S::278697@cognizant.com::9cbc1172-2e9b-4caa-8d0f-76e257189035" providerId="AD" clId="Web-{3464B455-9B0F-A20F-4B34-A162F3B3CD93}" dt="2026-07-14T09:52:54.364" v="155" actId="14100"/>
          <ac:spMkLst>
            <pc:docMk/>
            <pc:sldMk cId="2746927870" sldId="2147483633"/>
            <ac:spMk id="15" creationId="{6A6C646D-46BD-D4B0-84A3-9DA860C27CE9}"/>
          </ac:spMkLst>
        </pc:spChg>
        <pc:graphicFrameChg chg="mod modGraphic">
          <ac:chgData name="Tripathy, Pragyan Paramita (Cognizant)" userId="S::278697@cognizant.com::9cbc1172-2e9b-4caa-8d0f-76e257189035" providerId="AD" clId="Web-{3464B455-9B0F-A20F-4B34-A162F3B3CD93}" dt="2026-07-14T09:53:26.426" v="156"/>
          <ac:graphicFrameMkLst>
            <pc:docMk/>
            <pc:sldMk cId="2746927870" sldId="2147483633"/>
            <ac:graphicFrameMk id="9" creationId="{8131DE56-2A8B-0C5C-11D1-6D5E10286EFA}"/>
          </ac:graphicFrameMkLst>
        </pc:graphicFrameChg>
      </pc:sldChg>
    </pc:docChg>
  </pc:docChgLst>
  <pc:docChgLst>
    <pc:chgData name="Sundararaj, Joycell (Cognizant)" userId="S::455552@cognizant.com::29251fad-4175-4e5d-be5d-cb9d5ed048dd" providerId="AD" clId="Web-{6CC93DE6-08C9-8C3E-9158-E60C82C55721}"/>
    <pc:docChg chg="modSld">
      <pc:chgData name="Sundararaj, Joycell (Cognizant)" userId="S::455552@cognizant.com::29251fad-4175-4e5d-be5d-cb9d5ed048dd" providerId="AD" clId="Web-{6CC93DE6-08C9-8C3E-9158-E60C82C55721}" dt="2026-07-14T09:52:33.308" v="12"/>
      <pc:docMkLst>
        <pc:docMk/>
      </pc:docMkLst>
      <pc:sldChg chg="modSp">
        <pc:chgData name="Sundararaj, Joycell (Cognizant)" userId="S::455552@cognizant.com::29251fad-4175-4e5d-be5d-cb9d5ed048dd" providerId="AD" clId="Web-{6CC93DE6-08C9-8C3E-9158-E60C82C55721}" dt="2026-07-14T09:52:33.308" v="12"/>
        <pc:sldMkLst>
          <pc:docMk/>
          <pc:sldMk cId="2746927870" sldId="2147483633"/>
        </pc:sldMkLst>
        <pc:graphicFrameChg chg="mod modGraphic">
          <ac:chgData name="Sundararaj, Joycell (Cognizant)" userId="S::455552@cognizant.com::29251fad-4175-4e5d-be5d-cb9d5ed048dd" providerId="AD" clId="Web-{6CC93DE6-08C9-8C3E-9158-E60C82C55721}" dt="2026-07-14T09:52:33.308" v="12"/>
          <ac:graphicFrameMkLst>
            <pc:docMk/>
            <pc:sldMk cId="2746927870" sldId="2147483633"/>
            <ac:graphicFrameMk id="9" creationId="{8131DE56-2A8B-0C5C-11D1-6D5E10286EFA}"/>
          </ac:graphicFrameMkLst>
        </pc:graphicFrameChg>
      </pc:sldChg>
    </pc:docChg>
  </pc:docChgLst>
  <pc:docChgLst>
    <pc:chgData name="Tripathy, Pragyan Paramita (Cognizant)" userId="S::278697@cognizant.com::9cbc1172-2e9b-4caa-8d0f-76e257189035" providerId="AD" clId="Web-{EDAA925B-4E28-0BB8-917F-D12E76E6CB0A}"/>
    <pc:docChg chg="addSld delSld modSld sldOrd">
      <pc:chgData name="Tripathy, Pragyan Paramita (Cognizant)" userId="S::278697@cognizant.com::9cbc1172-2e9b-4caa-8d0f-76e257189035" providerId="AD" clId="Web-{EDAA925B-4E28-0BB8-917F-D12E76E6CB0A}" dt="2026-07-15T14:54:45.646" v="41"/>
      <pc:docMkLst>
        <pc:docMk/>
      </pc:docMkLst>
      <pc:sldChg chg="add ord">
        <pc:chgData name="Tripathy, Pragyan Paramita (Cognizant)" userId="S::278697@cognizant.com::9cbc1172-2e9b-4caa-8d0f-76e257189035" providerId="AD" clId="Web-{EDAA925B-4E28-0BB8-917F-D12E76E6CB0A}" dt="2026-07-15T14:50:24.192" v="21"/>
        <pc:sldMkLst>
          <pc:docMk/>
          <pc:sldMk cId="0" sldId="256"/>
        </pc:sldMkLst>
      </pc:sldChg>
      <pc:sldChg chg="modSp">
        <pc:chgData name="Tripathy, Pragyan Paramita (Cognizant)" userId="S::278697@cognizant.com::9cbc1172-2e9b-4caa-8d0f-76e257189035" providerId="AD" clId="Web-{EDAA925B-4E28-0BB8-917F-D12E76E6CB0A}" dt="2026-07-15T14:54:45.646" v="41"/>
        <pc:sldMkLst>
          <pc:docMk/>
          <pc:sldMk cId="2746927870" sldId="2147483633"/>
        </pc:sldMkLst>
        <pc:spChg chg="mod">
          <ac:chgData name="Tripathy, Pragyan Paramita (Cognizant)" userId="S::278697@cognizant.com::9cbc1172-2e9b-4caa-8d0f-76e257189035" providerId="AD" clId="Web-{EDAA925B-4E28-0BB8-917F-D12E76E6CB0A}" dt="2026-07-15T14:53:15.208" v="31" actId="20577"/>
          <ac:spMkLst>
            <pc:docMk/>
            <pc:sldMk cId="2746927870" sldId="2147483633"/>
            <ac:spMk id="15" creationId="{6A6C646D-46BD-D4B0-84A3-9DA860C27CE9}"/>
          </ac:spMkLst>
        </pc:spChg>
        <pc:graphicFrameChg chg="mod modGraphic">
          <ac:chgData name="Tripathy, Pragyan Paramita (Cognizant)" userId="S::278697@cognizant.com::9cbc1172-2e9b-4caa-8d0f-76e257189035" providerId="AD" clId="Web-{EDAA925B-4E28-0BB8-917F-D12E76E6CB0A}" dt="2026-07-15T14:54:45.646" v="41"/>
          <ac:graphicFrameMkLst>
            <pc:docMk/>
            <pc:sldMk cId="2746927870" sldId="2147483633"/>
            <ac:graphicFrameMk id="9" creationId="{8131DE56-2A8B-0C5C-11D1-6D5E10286EFA}"/>
          </ac:graphicFrameMkLst>
        </pc:graphicFrameChg>
      </pc:sldChg>
      <pc:sldChg chg="modSp ord">
        <pc:chgData name="Tripathy, Pragyan Paramita (Cognizant)" userId="S::278697@cognizant.com::9cbc1172-2e9b-4caa-8d0f-76e257189035" providerId="AD" clId="Web-{EDAA925B-4E28-0BB8-917F-D12E76E6CB0A}" dt="2026-07-15T14:52:35.849" v="30" actId="20577"/>
        <pc:sldMkLst>
          <pc:docMk/>
          <pc:sldMk cId="1371660482" sldId="2147483634"/>
        </pc:sldMkLst>
        <pc:spChg chg="mod">
          <ac:chgData name="Tripathy, Pragyan Paramita (Cognizant)" userId="S::278697@cognizant.com::9cbc1172-2e9b-4caa-8d0f-76e257189035" providerId="AD" clId="Web-{EDAA925B-4E28-0BB8-917F-D12E76E6CB0A}" dt="2026-07-15T14:52:35.849" v="30" actId="20577"/>
          <ac:spMkLst>
            <pc:docMk/>
            <pc:sldMk cId="1371660482" sldId="2147483634"/>
            <ac:spMk id="5" creationId="{E88AEBF4-6876-6740-7A92-B4B6C984D2B5}"/>
          </ac:spMkLst>
        </pc:spChg>
      </pc:sldChg>
      <pc:sldChg chg="addSp delSp modSp add del replId">
        <pc:chgData name="Tripathy, Pragyan Paramita (Cognizant)" userId="S::278697@cognizant.com::9cbc1172-2e9b-4caa-8d0f-76e257189035" providerId="AD" clId="Web-{EDAA925B-4E28-0BB8-917F-D12E76E6CB0A}" dt="2026-07-15T14:50:04.536" v="19"/>
        <pc:sldMkLst>
          <pc:docMk/>
          <pc:sldMk cId="2521335215" sldId="2147483637"/>
        </pc:sldMkLst>
        <pc:spChg chg="del">
          <ac:chgData name="Tripathy, Pragyan Paramita (Cognizant)" userId="S::278697@cognizant.com::9cbc1172-2e9b-4caa-8d0f-76e257189035" providerId="AD" clId="Web-{EDAA925B-4E28-0BB8-917F-D12E76E6CB0A}" dt="2026-07-15T14:45:01.456" v="3"/>
          <ac:spMkLst>
            <pc:docMk/>
            <pc:sldMk cId="2521335215" sldId="2147483637"/>
            <ac:spMk id="5" creationId="{31E8E39D-9042-E179-6184-25254D2E27B5}"/>
          </ac:spMkLst>
        </pc:spChg>
        <pc:spChg chg="add del mod">
          <ac:chgData name="Tripathy, Pragyan Paramita (Cognizant)" userId="S::278697@cognizant.com::9cbc1172-2e9b-4caa-8d0f-76e257189035" providerId="AD" clId="Web-{EDAA925B-4E28-0BB8-917F-D12E76E6CB0A}" dt="2026-07-15T14:47:19.160" v="11"/>
          <ac:spMkLst>
            <pc:docMk/>
            <pc:sldMk cId="2521335215" sldId="2147483637"/>
            <ac:spMk id="6" creationId="{0AD2830D-8EA2-1BC6-5313-F3A09405FABE}"/>
          </ac:spMkLst>
        </pc:spChg>
        <pc:spChg chg="mod">
          <ac:chgData name="Tripathy, Pragyan Paramita (Cognizant)" userId="S::278697@cognizant.com::9cbc1172-2e9b-4caa-8d0f-76e257189035" providerId="AD" clId="Web-{EDAA925B-4E28-0BB8-917F-D12E76E6CB0A}" dt="2026-07-15T14:44:44.909" v="2" actId="20577"/>
          <ac:spMkLst>
            <pc:docMk/>
            <pc:sldMk cId="2521335215" sldId="2147483637"/>
            <ac:spMk id="7" creationId="{A2DC9F5F-F947-9013-A114-07F92C581B1B}"/>
          </ac:spMkLst>
        </pc:spChg>
        <pc:spChg chg="mod">
          <ac:chgData name="Tripathy, Pragyan Paramita (Cognizant)" userId="S::278697@cognizant.com::9cbc1172-2e9b-4caa-8d0f-76e257189035" providerId="AD" clId="Web-{EDAA925B-4E28-0BB8-917F-D12E76E6CB0A}" dt="2026-07-15T14:45:01.472" v="4" actId="20577"/>
          <ac:spMkLst>
            <pc:docMk/>
            <pc:sldMk cId="2521335215" sldId="2147483637"/>
            <ac:spMk id="15" creationId="{E5570D1C-BA26-08F3-D1C5-1C881832134E}"/>
          </ac:spMkLst>
        </pc:spChg>
        <pc:graphicFrameChg chg="del">
          <ac:chgData name="Tripathy, Pragyan Paramita (Cognizant)" userId="S::278697@cognizant.com::9cbc1172-2e9b-4caa-8d0f-76e257189035" providerId="AD" clId="Web-{EDAA925B-4E28-0BB8-917F-D12E76E6CB0A}" dt="2026-07-15T14:44:30.581" v="1"/>
          <ac:graphicFrameMkLst>
            <pc:docMk/>
            <pc:sldMk cId="2521335215" sldId="2147483637"/>
            <ac:graphicFrameMk id="9" creationId="{46FAB569-6904-7471-C53C-CCDFD19F6C06}"/>
          </ac:graphicFrameMkLst>
        </pc:graphicFrameChg>
        <pc:picChg chg="add del mod">
          <ac:chgData name="Tripathy, Pragyan Paramita (Cognizant)" userId="S::278697@cognizant.com::9cbc1172-2e9b-4caa-8d0f-76e257189035" providerId="AD" clId="Web-{EDAA925B-4E28-0BB8-917F-D12E76E6CB0A}" dt="2026-07-15T14:46:33.207" v="6"/>
          <ac:picMkLst>
            <pc:docMk/>
            <pc:sldMk cId="2521335215" sldId="2147483637"/>
            <ac:picMk id="4" creationId="{F4984771-D726-50DC-4433-48DE57189B33}"/>
          </ac:picMkLst>
        </pc:picChg>
        <pc:picChg chg="add del mod">
          <ac:chgData name="Tripathy, Pragyan Paramita (Cognizant)" userId="S::278697@cognizant.com::9cbc1172-2e9b-4caa-8d0f-76e257189035" providerId="AD" clId="Web-{EDAA925B-4E28-0BB8-917F-D12E76E6CB0A}" dt="2026-07-15T14:48:22.785" v="15"/>
          <ac:picMkLst>
            <pc:docMk/>
            <pc:sldMk cId="2521335215" sldId="2147483637"/>
            <ac:picMk id="8" creationId="{08110DED-0F2D-F0FC-1CA5-F3CCAFD396F6}"/>
          </ac:picMkLst>
        </pc:picChg>
        <pc:picChg chg="add del mod">
          <ac:chgData name="Tripathy, Pragyan Paramita (Cognizant)" userId="S::278697@cognizant.com::9cbc1172-2e9b-4caa-8d0f-76e257189035" providerId="AD" clId="Web-{EDAA925B-4E28-0BB8-917F-D12E76E6CB0A}" dt="2026-07-15T14:48:28.348" v="16"/>
          <ac:picMkLst>
            <pc:docMk/>
            <pc:sldMk cId="2521335215" sldId="2147483637"/>
            <ac:picMk id="10" creationId="{482BA106-1251-DB82-5B15-D7912E4B94B9}"/>
          </ac:picMkLst>
        </pc:picChg>
        <pc:picChg chg="add mod">
          <ac:chgData name="Tripathy, Pragyan Paramita (Cognizant)" userId="S::278697@cognizant.com::9cbc1172-2e9b-4caa-8d0f-76e257189035" providerId="AD" clId="Web-{EDAA925B-4E28-0BB8-917F-D12E76E6CB0A}" dt="2026-07-15T14:48:55.035" v="17"/>
          <ac:picMkLst>
            <pc:docMk/>
            <pc:sldMk cId="2521335215" sldId="2147483637"/>
            <ac:picMk id="12" creationId="{BDC9D457-2A0A-9508-77A1-8F7055640027}"/>
          </ac:picMkLst>
        </pc:picChg>
      </pc:sldChg>
      <pc:sldChg chg="add replId">
        <pc:chgData name="Tripathy, Pragyan Paramita (Cognizant)" userId="S::278697@cognizant.com::9cbc1172-2e9b-4caa-8d0f-76e257189035" providerId="AD" clId="Web-{EDAA925B-4E28-0BB8-917F-D12E76E6CB0A}" dt="2026-07-15T14:50:10.098" v="20"/>
        <pc:sldMkLst>
          <pc:docMk/>
          <pc:sldMk cId="3960496544" sldId="2147483637"/>
        </pc:sldMkLst>
      </pc:sldChg>
    </pc:docChg>
  </pc:docChgLst>
  <pc:docChgLst>
    <pc:chgData name="Tripathy, Pragyan Paramita (Cognizant)" userId="S::278697@cognizant.com::9cbc1172-2e9b-4caa-8d0f-76e257189035" providerId="AD" clId="Web-{A2DC6517-358B-2E05-A0A3-81927854CAA7}"/>
    <pc:docChg chg="modSld">
      <pc:chgData name="Tripathy, Pragyan Paramita (Cognizant)" userId="S::278697@cognizant.com::9cbc1172-2e9b-4caa-8d0f-76e257189035" providerId="AD" clId="Web-{A2DC6517-358B-2E05-A0A3-81927854CAA7}" dt="2026-07-09T14:33:42.235" v="38"/>
      <pc:docMkLst>
        <pc:docMk/>
      </pc:docMkLst>
    </pc:docChg>
  </pc:docChgLst>
  <pc:docChgLst>
    <pc:chgData name="Tripathy, Pragyan Paramita (Cognizant)" userId="S::278697@cognizant.com::9cbc1172-2e9b-4caa-8d0f-76e257189035" providerId="AD" clId="Web-{9096B770-5577-3869-DF4A-C3E895328427}"/>
    <pc:docChg chg="modSld">
      <pc:chgData name="Tripathy, Pragyan Paramita (Cognizant)" userId="S::278697@cognizant.com::9cbc1172-2e9b-4caa-8d0f-76e257189035" providerId="AD" clId="Web-{9096B770-5577-3869-DF4A-C3E895328427}" dt="2026-07-17T05:48:37.899" v="50" actId="1076"/>
      <pc:docMkLst>
        <pc:docMk/>
      </pc:docMkLst>
      <pc:sldChg chg="modSp">
        <pc:chgData name="Tripathy, Pragyan Paramita (Cognizant)" userId="S::278697@cognizant.com::9cbc1172-2e9b-4caa-8d0f-76e257189035" providerId="AD" clId="Web-{9096B770-5577-3869-DF4A-C3E895328427}" dt="2026-07-17T05:45:33.657" v="32"/>
        <pc:sldMkLst>
          <pc:docMk/>
          <pc:sldMk cId="4119754774" sldId="2147471287"/>
        </pc:sldMkLst>
        <pc:spChg chg="mod">
          <ac:chgData name="Tripathy, Pragyan Paramita (Cognizant)" userId="S::278697@cognizant.com::9cbc1172-2e9b-4caa-8d0f-76e257189035" providerId="AD" clId="Web-{9096B770-5577-3869-DF4A-C3E895328427}" dt="2026-07-17T05:45:33.657" v="32"/>
          <ac:spMkLst>
            <pc:docMk/>
            <pc:sldMk cId="4119754774" sldId="2147471287"/>
            <ac:spMk id="165" creationId="{F2D053F9-257A-5A4C-B53D-DD799F114D0A}"/>
          </ac:spMkLst>
        </pc:spChg>
      </pc:sldChg>
      <pc:sldChg chg="addSp delSp modSp">
        <pc:chgData name="Tripathy, Pragyan Paramita (Cognizant)" userId="S::278697@cognizant.com::9cbc1172-2e9b-4caa-8d0f-76e257189035" providerId="AD" clId="Web-{9096B770-5577-3869-DF4A-C3E895328427}" dt="2026-07-17T05:48:37.899" v="50" actId="1076"/>
        <pc:sldMkLst>
          <pc:docMk/>
          <pc:sldMk cId="4121491142" sldId="2147483642"/>
        </pc:sldMkLst>
        <pc:spChg chg="mod">
          <ac:chgData name="Tripathy, Pragyan Paramita (Cognizant)" userId="S::278697@cognizant.com::9cbc1172-2e9b-4caa-8d0f-76e257189035" providerId="AD" clId="Web-{9096B770-5577-3869-DF4A-C3E895328427}" dt="2026-07-17T05:40:56.726" v="4" actId="14100"/>
          <ac:spMkLst>
            <pc:docMk/>
            <pc:sldMk cId="4121491142" sldId="2147483642"/>
            <ac:spMk id="2" creationId="{00000000-0000-0000-0000-000000000000}"/>
          </ac:spMkLst>
        </pc:spChg>
        <pc:spChg chg="mod">
          <ac:chgData name="Tripathy, Pragyan Paramita (Cognizant)" userId="S::278697@cognizant.com::9cbc1172-2e9b-4caa-8d0f-76e257189035" providerId="AD" clId="Web-{9096B770-5577-3869-DF4A-C3E895328427}" dt="2026-07-17T05:42:35.292" v="12"/>
          <ac:spMkLst>
            <pc:docMk/>
            <pc:sldMk cId="4121491142" sldId="2147483642"/>
            <ac:spMk id="3" creationId="{00000000-0000-0000-0000-000000000000}"/>
          </ac:spMkLst>
        </pc:spChg>
        <pc:spChg chg="mod">
          <ac:chgData name="Tripathy, Pragyan Paramita (Cognizant)" userId="S::278697@cognizant.com::9cbc1172-2e9b-4caa-8d0f-76e257189035" providerId="AD" clId="Web-{9096B770-5577-3869-DF4A-C3E895328427}" dt="2026-07-17T05:46:50.520" v="37" actId="1076"/>
          <ac:spMkLst>
            <pc:docMk/>
            <pc:sldMk cId="4121491142" sldId="2147483642"/>
            <ac:spMk id="7" creationId="{00000000-0000-0000-0000-000000000000}"/>
          </ac:spMkLst>
        </pc:spChg>
        <pc:spChg chg="mod">
          <ac:chgData name="Tripathy, Pragyan Paramita (Cognizant)" userId="S::278697@cognizant.com::9cbc1172-2e9b-4caa-8d0f-76e257189035" providerId="AD" clId="Web-{9096B770-5577-3869-DF4A-C3E895328427}" dt="2026-07-17T05:47:58.289" v="44" actId="14100"/>
          <ac:spMkLst>
            <pc:docMk/>
            <pc:sldMk cId="4121491142" sldId="2147483642"/>
            <ac:spMk id="8" creationId="{00000000-0000-0000-0000-000000000000}"/>
          </ac:spMkLst>
        </pc:spChg>
        <pc:spChg chg="mod">
          <ac:chgData name="Tripathy, Pragyan Paramita (Cognizant)" userId="S::278697@cognizant.com::9cbc1172-2e9b-4caa-8d0f-76e257189035" providerId="AD" clId="Web-{9096B770-5577-3869-DF4A-C3E895328427}" dt="2026-07-17T05:46:56.113" v="38" actId="1076"/>
          <ac:spMkLst>
            <pc:docMk/>
            <pc:sldMk cId="4121491142" sldId="2147483642"/>
            <ac:spMk id="9" creationId="{00000000-0000-0000-0000-000000000000}"/>
          </ac:spMkLst>
        </pc:spChg>
        <pc:spChg chg="mod">
          <ac:chgData name="Tripathy, Pragyan Paramita (Cognizant)" userId="S::278697@cognizant.com::9cbc1172-2e9b-4caa-8d0f-76e257189035" providerId="AD" clId="Web-{9096B770-5577-3869-DF4A-C3E895328427}" dt="2026-07-17T05:47:19.490" v="41" actId="1076"/>
          <ac:spMkLst>
            <pc:docMk/>
            <pc:sldMk cId="4121491142" sldId="2147483642"/>
            <ac:spMk id="10" creationId="{00000000-0000-0000-0000-000000000000}"/>
          </ac:spMkLst>
        </pc:spChg>
        <pc:spChg chg="mod">
          <ac:chgData name="Tripathy, Pragyan Paramita (Cognizant)" userId="S::278697@cognizant.com::9cbc1172-2e9b-4caa-8d0f-76e257189035" providerId="AD" clId="Web-{9096B770-5577-3869-DF4A-C3E895328427}" dt="2026-07-17T05:47:03.802" v="39" actId="1076"/>
          <ac:spMkLst>
            <pc:docMk/>
            <pc:sldMk cId="4121491142" sldId="2147483642"/>
            <ac:spMk id="11" creationId="{00000000-0000-0000-0000-000000000000}"/>
          </ac:spMkLst>
        </pc:spChg>
        <pc:spChg chg="mod">
          <ac:chgData name="Tripathy, Pragyan Paramita (Cognizant)" userId="S::278697@cognizant.com::9cbc1172-2e9b-4caa-8d0f-76e257189035" providerId="AD" clId="Web-{9096B770-5577-3869-DF4A-C3E895328427}" dt="2026-07-17T05:47:25.069" v="42" actId="1076"/>
          <ac:spMkLst>
            <pc:docMk/>
            <pc:sldMk cId="4121491142" sldId="2147483642"/>
            <ac:spMk id="12" creationId="{00000000-0000-0000-0000-000000000000}"/>
          </ac:spMkLst>
        </pc:spChg>
        <pc:spChg chg="del">
          <ac:chgData name="Tripathy, Pragyan Paramita (Cognizant)" userId="S::278697@cognizant.com::9cbc1172-2e9b-4caa-8d0f-76e257189035" providerId="AD" clId="Web-{9096B770-5577-3869-DF4A-C3E895328427}" dt="2026-07-17T05:47:51.804" v="43"/>
          <ac:spMkLst>
            <pc:docMk/>
            <pc:sldMk cId="4121491142" sldId="2147483642"/>
            <ac:spMk id="14" creationId="{00000000-0000-0000-0000-000000000000}"/>
          </ac:spMkLst>
        </pc:spChg>
        <pc:spChg chg="add del mod">
          <ac:chgData name="Tripathy, Pragyan Paramita (Cognizant)" userId="S::278697@cognizant.com::9cbc1172-2e9b-4caa-8d0f-76e257189035" providerId="AD" clId="Web-{9096B770-5577-3869-DF4A-C3E895328427}" dt="2026-07-17T05:48:12.070" v="48"/>
          <ac:spMkLst>
            <pc:docMk/>
            <pc:sldMk cId="4121491142" sldId="2147483642"/>
            <ac:spMk id="15" creationId="{4BAA5DC3-1D62-A50D-6766-F592DD37D4A4}"/>
          </ac:spMkLst>
        </pc:spChg>
        <pc:spChg chg="add mod">
          <ac:chgData name="Tripathy, Pragyan Paramita (Cognizant)" userId="S::278697@cognizant.com::9cbc1172-2e9b-4caa-8d0f-76e257189035" providerId="AD" clId="Web-{9096B770-5577-3869-DF4A-C3E895328427}" dt="2026-07-17T05:48:37.899" v="50" actId="1076"/>
          <ac:spMkLst>
            <pc:docMk/>
            <pc:sldMk cId="4121491142" sldId="2147483642"/>
            <ac:spMk id="17" creationId="{D2F0FBB7-9839-8843-3721-165539F6D1D5}"/>
          </ac:spMkLst>
        </pc:spChg>
      </pc:sldChg>
    </pc:docChg>
  </pc:docChgLst>
  <pc:docChgLst>
    <pc:chgData name="Neelapu, Balasubrahmanyam (Cognizant)" userId="5ce69545-ef21-4ee3-8934-7dda1b3c1ec0" providerId="ADAL" clId="{DE298C35-60A6-4264-938C-ABF7D952745E}"/>
    <pc:docChg chg="modSld sldOrd">
      <pc:chgData name="Neelapu, Balasubrahmanyam (Cognizant)" userId="5ce69545-ef21-4ee3-8934-7dda1b3c1ec0" providerId="ADAL" clId="{DE298C35-60A6-4264-938C-ABF7D952745E}" dt="2026-07-17T06:18:47.149" v="1"/>
      <pc:docMkLst>
        <pc:docMk/>
      </pc:docMkLst>
      <pc:sldChg chg="ord">
        <pc:chgData name="Neelapu, Balasubrahmanyam (Cognizant)" userId="5ce69545-ef21-4ee3-8934-7dda1b3c1ec0" providerId="ADAL" clId="{DE298C35-60A6-4264-938C-ABF7D952745E}" dt="2026-07-17T06:18:47.149" v="1"/>
        <pc:sldMkLst>
          <pc:docMk/>
          <pc:sldMk cId="4121491142" sldId="2147483642"/>
        </pc:sldMkLst>
      </pc:sldChg>
    </pc:docChg>
  </pc:docChgLst>
  <pc:docChgLst>
    <pc:chgData name="Tripathy, Pragyan Paramita (Cognizant)" userId="S::278697@cognizant.com::9cbc1172-2e9b-4caa-8d0f-76e257189035" providerId="AD" clId="Web-{C9F59E8F-1DA5-DE6F-4413-B9702401916F}"/>
    <pc:docChg chg="addSld delSld modSld sldOrd">
      <pc:chgData name="Tripathy, Pragyan Paramita (Cognizant)" userId="S::278697@cognizant.com::9cbc1172-2e9b-4caa-8d0f-76e257189035" providerId="AD" clId="Web-{C9F59E8F-1DA5-DE6F-4413-B9702401916F}" dt="2026-07-13T14:13:48.452" v="70"/>
      <pc:docMkLst>
        <pc:docMk/>
      </pc:docMkLst>
      <pc:sldChg chg="add">
        <pc:chgData name="Tripathy, Pragyan Paramita (Cognizant)" userId="S::278697@cognizant.com::9cbc1172-2e9b-4caa-8d0f-76e257189035" providerId="AD" clId="Web-{C9F59E8F-1DA5-DE6F-4413-B9702401916F}" dt="2026-07-13T14:09:21.241" v="69"/>
        <pc:sldMkLst>
          <pc:docMk/>
          <pc:sldMk cId="4119754774" sldId="2147471287"/>
        </pc:sldMkLst>
      </pc:sldChg>
      <pc:sldChg chg="delSp modSp">
        <pc:chgData name="Tripathy, Pragyan Paramita (Cognizant)" userId="S::278697@cognizant.com::9cbc1172-2e9b-4caa-8d0f-76e257189035" providerId="AD" clId="Web-{C9F59E8F-1DA5-DE6F-4413-B9702401916F}" dt="2026-07-13T13:40:37.888" v="27" actId="14100"/>
        <pc:sldMkLst>
          <pc:docMk/>
          <pc:sldMk cId="3682074270" sldId="2147483571"/>
        </pc:sldMkLst>
        <pc:spChg chg="mod">
          <ac:chgData name="Tripathy, Pragyan Paramita (Cognizant)" userId="S::278697@cognizant.com::9cbc1172-2e9b-4caa-8d0f-76e257189035" providerId="AD" clId="Web-{C9F59E8F-1DA5-DE6F-4413-B9702401916F}" dt="2026-07-13T13:40:37.888" v="27" actId="14100"/>
          <ac:spMkLst>
            <pc:docMk/>
            <pc:sldMk cId="3682074270" sldId="2147483571"/>
            <ac:spMk id="6" creationId="{F9762D68-47B3-C750-F834-1559EFFC6D12}"/>
          </ac:spMkLst>
        </pc:spChg>
      </pc:sldChg>
      <pc:sldChg chg="modSp">
        <pc:chgData name="Tripathy, Pragyan Paramita (Cognizant)" userId="S::278697@cognizant.com::9cbc1172-2e9b-4caa-8d0f-76e257189035" providerId="AD" clId="Web-{C9F59E8F-1DA5-DE6F-4413-B9702401916F}" dt="2026-07-13T14:07:37.959" v="68" actId="20577"/>
        <pc:sldMkLst>
          <pc:docMk/>
          <pc:sldMk cId="2078466676" sldId="2147483608"/>
        </pc:sldMkLst>
        <pc:spChg chg="mod">
          <ac:chgData name="Tripathy, Pragyan Paramita (Cognizant)" userId="S::278697@cognizant.com::9cbc1172-2e9b-4caa-8d0f-76e257189035" providerId="AD" clId="Web-{C9F59E8F-1DA5-DE6F-4413-B9702401916F}" dt="2026-07-13T14:07:37.959" v="68" actId="20577"/>
          <ac:spMkLst>
            <pc:docMk/>
            <pc:sldMk cId="2078466676" sldId="2147483608"/>
            <ac:spMk id="5" creationId="{2B217BCF-CC73-2550-993B-E313F93F86C3}"/>
          </ac:spMkLst>
        </pc:spChg>
      </pc:sldChg>
      <pc:sldChg chg="modSp">
        <pc:chgData name="Tripathy, Pragyan Paramita (Cognizant)" userId="S::278697@cognizant.com::9cbc1172-2e9b-4caa-8d0f-76e257189035" providerId="AD" clId="Web-{C9F59E8F-1DA5-DE6F-4413-B9702401916F}" dt="2026-07-13T13:47:35.504" v="29" actId="1076"/>
        <pc:sldMkLst>
          <pc:docMk/>
          <pc:sldMk cId="1612707846" sldId="2147483628"/>
        </pc:sldMkLst>
        <pc:spChg chg="mod">
          <ac:chgData name="Tripathy, Pragyan Paramita (Cognizant)" userId="S::278697@cognizant.com::9cbc1172-2e9b-4caa-8d0f-76e257189035" providerId="AD" clId="Web-{C9F59E8F-1DA5-DE6F-4413-B9702401916F}" dt="2026-07-13T13:47:35.504" v="29" actId="1076"/>
          <ac:spMkLst>
            <pc:docMk/>
            <pc:sldMk cId="1612707846" sldId="2147483628"/>
            <ac:spMk id="11" creationId="{00000000-0000-0000-0000-000000000000}"/>
          </ac:spMkLst>
        </pc:spChg>
      </pc:sldChg>
      <pc:sldChg chg="modSp">
        <pc:chgData name="Tripathy, Pragyan Paramita (Cognizant)" userId="S::278697@cognizant.com::9cbc1172-2e9b-4caa-8d0f-76e257189035" providerId="AD" clId="Web-{C9F59E8F-1DA5-DE6F-4413-B9702401916F}" dt="2026-07-13T13:38:21.684" v="15" actId="1076"/>
        <pc:sldMkLst>
          <pc:docMk/>
          <pc:sldMk cId="2926591511" sldId="2147483631"/>
        </pc:sldMkLst>
        <pc:spChg chg="mod">
          <ac:chgData name="Tripathy, Pragyan Paramita (Cognizant)" userId="S::278697@cognizant.com::9cbc1172-2e9b-4caa-8d0f-76e257189035" providerId="AD" clId="Web-{C9F59E8F-1DA5-DE6F-4413-B9702401916F}" dt="2026-07-13T13:37:55.684" v="11" actId="1076"/>
          <ac:spMkLst>
            <pc:docMk/>
            <pc:sldMk cId="2926591511" sldId="2147483631"/>
            <ac:spMk id="37" creationId="{77FAE8AB-4A3C-EF3D-102E-42BDC9708EA7}"/>
          </ac:spMkLst>
        </pc:spChg>
        <pc:spChg chg="mod">
          <ac:chgData name="Tripathy, Pragyan Paramita (Cognizant)" userId="S::278697@cognizant.com::9cbc1172-2e9b-4caa-8d0f-76e257189035" providerId="AD" clId="Web-{C9F59E8F-1DA5-DE6F-4413-B9702401916F}" dt="2026-07-13T13:38:05.652" v="12" actId="1076"/>
          <ac:spMkLst>
            <pc:docMk/>
            <pc:sldMk cId="2926591511" sldId="2147483631"/>
            <ac:spMk id="38" creationId="{50A3159E-5EC3-F6D8-0E95-1AAD338045CB}"/>
          </ac:spMkLst>
        </pc:spChg>
        <pc:spChg chg="mod">
          <ac:chgData name="Tripathy, Pragyan Paramita (Cognizant)" userId="S::278697@cognizant.com::9cbc1172-2e9b-4caa-8d0f-76e257189035" providerId="AD" clId="Web-{C9F59E8F-1DA5-DE6F-4413-B9702401916F}" dt="2026-07-13T13:38:21.684" v="15" actId="1076"/>
          <ac:spMkLst>
            <pc:docMk/>
            <pc:sldMk cId="2926591511" sldId="2147483631"/>
            <ac:spMk id="41" creationId="{461CDEC4-5D19-6047-A80D-F1E7F93D42F9}"/>
          </ac:spMkLst>
        </pc:spChg>
        <pc:spChg chg="mod">
          <ac:chgData name="Tripathy, Pragyan Paramita (Cognizant)" userId="S::278697@cognizant.com::9cbc1172-2e9b-4caa-8d0f-76e257189035" providerId="AD" clId="Web-{C9F59E8F-1DA5-DE6F-4413-B9702401916F}" dt="2026-07-13T13:34:56.447" v="7" actId="1076"/>
          <ac:spMkLst>
            <pc:docMk/>
            <pc:sldMk cId="2926591511" sldId="2147483631"/>
            <ac:spMk id="42" creationId="{F41C8064-9248-7CAB-88F1-B55B328C2D40}"/>
          </ac:spMkLst>
        </pc:spChg>
      </pc:sldChg>
      <pc:sldMasterChg chg="addSldLayout">
        <pc:chgData name="Tripathy, Pragyan Paramita (Cognizant)" userId="S::278697@cognizant.com::9cbc1172-2e9b-4caa-8d0f-76e257189035" providerId="AD" clId="Web-{C9F59E8F-1DA5-DE6F-4413-B9702401916F}" dt="2026-07-13T14:09:21.241" v="69"/>
        <pc:sldMasterMkLst>
          <pc:docMk/>
          <pc:sldMasterMk cId="1165828386" sldId="2147483873"/>
        </pc:sldMasterMkLst>
        <pc:sldLayoutChg chg="add">
          <pc:chgData name="Tripathy, Pragyan Paramita (Cognizant)" userId="S::278697@cognizant.com::9cbc1172-2e9b-4caa-8d0f-76e257189035" providerId="AD" clId="Web-{C9F59E8F-1DA5-DE6F-4413-B9702401916F}" dt="2026-07-13T14:09:21.241" v="69"/>
          <pc:sldLayoutMkLst>
            <pc:docMk/>
            <pc:sldMasterMk cId="1165828386" sldId="2147483873"/>
            <pc:sldLayoutMk cId="3174721205" sldId="2147483905"/>
          </pc:sldLayoutMkLst>
        </pc:sldLayoutChg>
      </pc:sldMasterChg>
    </pc:docChg>
  </pc:docChgLst>
  <pc:docChgLst>
    <pc:chgData name="Tripathy, Pragyan Paramita (Cognizant)" userId="S::278697@cognizant.com::9cbc1172-2e9b-4caa-8d0f-76e257189035" providerId="AD" clId="Web-{DE125F2E-3D7F-39FF-0746-BCD06B382AD1}"/>
    <pc:docChg chg="modSld">
      <pc:chgData name="Tripathy, Pragyan Paramita (Cognizant)" userId="S::278697@cognizant.com::9cbc1172-2e9b-4caa-8d0f-76e257189035" providerId="AD" clId="Web-{DE125F2E-3D7F-39FF-0746-BCD06B382AD1}" dt="2026-07-09T08:35:39.190" v="8" actId="20577"/>
      <pc:docMkLst>
        <pc:docMk/>
      </pc:docMkLst>
      <pc:sldChg chg="modSp">
        <pc:chgData name="Tripathy, Pragyan Paramita (Cognizant)" userId="S::278697@cognizant.com::9cbc1172-2e9b-4caa-8d0f-76e257189035" providerId="AD" clId="Web-{DE125F2E-3D7F-39FF-0746-BCD06B382AD1}" dt="2026-07-09T08:35:39.190" v="8" actId="20577"/>
        <pc:sldMkLst>
          <pc:docMk/>
          <pc:sldMk cId="374513259" sldId="2147483611"/>
        </pc:sldMkLst>
        <pc:spChg chg="mod">
          <ac:chgData name="Tripathy, Pragyan Paramita (Cognizant)" userId="S::278697@cognizant.com::9cbc1172-2e9b-4caa-8d0f-76e257189035" providerId="AD" clId="Web-{DE125F2E-3D7F-39FF-0746-BCD06B382AD1}" dt="2026-07-09T08:35:39.190" v="8" actId="20577"/>
          <ac:spMkLst>
            <pc:docMk/>
            <pc:sldMk cId="374513259" sldId="2147483611"/>
            <ac:spMk id="5" creationId="{846E670C-AC50-714F-B01C-697BDD06C0CB}"/>
          </ac:spMkLst>
        </pc:spChg>
      </pc:sldChg>
    </pc:docChg>
  </pc:docChgLst>
  <pc:docChgLst>
    <pc:chgData name="Tripathy, Pragyan Paramita (Cognizant)" userId="S::278697@cognizant.com::9cbc1172-2e9b-4caa-8d0f-76e257189035" providerId="AD" clId="Web-{05C1AB5D-33EA-6C86-4560-6F804AB84CA8}"/>
    <pc:docChg chg="addSld delSld modSld">
      <pc:chgData name="Tripathy, Pragyan Paramita (Cognizant)" userId="S::278697@cognizant.com::9cbc1172-2e9b-4caa-8d0f-76e257189035" providerId="AD" clId="Web-{05C1AB5D-33EA-6C86-4560-6F804AB84CA8}" dt="2026-07-13T11:59:43.480" v="272"/>
      <pc:docMkLst>
        <pc:docMk/>
      </pc:docMkLst>
      <pc:sldChg chg="modSp add">
        <pc:chgData name="Tripathy, Pragyan Paramita (Cognizant)" userId="S::278697@cognizant.com::9cbc1172-2e9b-4caa-8d0f-76e257189035" providerId="AD" clId="Web-{05C1AB5D-33EA-6C86-4560-6F804AB84CA8}" dt="2026-07-13T11:59:38.355" v="271"/>
        <pc:sldMkLst>
          <pc:docMk/>
          <pc:sldMk cId="2926591511" sldId="2147483631"/>
        </pc:sldMkLst>
        <pc:spChg chg="mod">
          <ac:chgData name="Tripathy, Pragyan Paramita (Cognizant)" userId="S::278697@cognizant.com::9cbc1172-2e9b-4caa-8d0f-76e257189035" providerId="AD" clId="Web-{05C1AB5D-33EA-6C86-4560-6F804AB84CA8}" dt="2026-07-13T11:59:38.355" v="271"/>
          <ac:spMkLst>
            <pc:docMk/>
            <pc:sldMk cId="2926591511" sldId="2147483631"/>
            <ac:spMk id="43" creationId="{6CDCA4CD-24C5-C595-90C4-CFC34AE513BD}"/>
          </ac:spMkLst>
        </pc:spChg>
      </pc:sldChg>
    </pc:docChg>
  </pc:docChgLst>
  <pc:docChgLst>
    <pc:chgData name="Tripathy, Pragyan Paramita (Cognizant)" userId="S::278697@cognizant.com::9cbc1172-2e9b-4caa-8d0f-76e257189035" providerId="AD" clId="Web-{9658CDE9-8DD7-68B7-FAFF-47E550E29E50}"/>
    <pc:docChg chg="modSld">
      <pc:chgData name="Tripathy, Pragyan Paramita (Cognizant)" userId="S::278697@cognizant.com::9cbc1172-2e9b-4caa-8d0f-76e257189035" providerId="AD" clId="Web-{9658CDE9-8DD7-68B7-FAFF-47E550E29E50}" dt="2026-07-17T07:35:59.272" v="9" actId="20577"/>
      <pc:docMkLst>
        <pc:docMk/>
      </pc:docMkLst>
      <pc:sldChg chg="modSp">
        <pc:chgData name="Tripathy, Pragyan Paramita (Cognizant)" userId="S::278697@cognizant.com::9cbc1172-2e9b-4caa-8d0f-76e257189035" providerId="AD" clId="Web-{9658CDE9-8DD7-68B7-FAFF-47E550E29E50}" dt="2026-07-17T07:35:59.272" v="9" actId="20577"/>
        <pc:sldMkLst>
          <pc:docMk/>
          <pc:sldMk cId="4121491142" sldId="2147483642"/>
        </pc:sldMkLst>
        <pc:spChg chg="mod">
          <ac:chgData name="Tripathy, Pragyan Paramita (Cognizant)" userId="S::278697@cognizant.com::9cbc1172-2e9b-4caa-8d0f-76e257189035" providerId="AD" clId="Web-{9658CDE9-8DD7-68B7-FAFF-47E550E29E50}" dt="2026-07-17T07:35:59.272" v="9" actId="20577"/>
          <ac:spMkLst>
            <pc:docMk/>
            <pc:sldMk cId="4121491142" sldId="2147483642"/>
            <ac:spMk id="2" creationId="{00000000-0000-0000-0000-000000000000}"/>
          </ac:spMkLst>
        </pc:spChg>
        <pc:spChg chg="mod">
          <ac:chgData name="Tripathy, Pragyan Paramita (Cognizant)" userId="S::278697@cognizant.com::9cbc1172-2e9b-4caa-8d0f-76e257189035" providerId="AD" clId="Web-{9658CDE9-8DD7-68B7-FAFF-47E550E29E50}" dt="2026-07-17T07:35:36.193" v="7" actId="20577"/>
          <ac:spMkLst>
            <pc:docMk/>
            <pc:sldMk cId="4121491142" sldId="2147483642"/>
            <ac:spMk id="10"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CB4F5B-AD17-49B3-9E04-D9C69DAEFB00}" type="datetimeFigureOut">
              <a:rPr lang="en-US" smtClean="0"/>
              <a:t>7/17/2026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303457-50A4-4FD1-8912-B9BA9125BE1C}" type="slidenum">
              <a:rPr lang="en-US" smtClean="0"/>
              <a:t>‹#›</a:t>
            </a:fld>
            <a:endParaRPr lang="en-US"/>
          </a:p>
        </p:txBody>
      </p:sp>
    </p:spTree>
    <p:extLst>
      <p:ext uri="{BB962C8B-B14F-4D97-AF65-F5344CB8AC3E}">
        <p14:creationId xmlns:p14="http://schemas.microsoft.com/office/powerpoint/2010/main" val="1887434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8CB23-AD13-4978-AE3C-DD0A325218FE}" type="datetimeFigureOut">
              <a:rPr lang="en-US" smtClean="0"/>
              <a:t>7/17/2026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A22F9C-AE55-4436-AB15-B0A9204A92F8}" type="slidenum">
              <a:rPr lang="en-US" smtClean="0"/>
              <a:t>‹#›</a:t>
            </a:fld>
            <a:endParaRPr lang="en-US"/>
          </a:p>
        </p:txBody>
      </p:sp>
    </p:spTree>
    <p:extLst>
      <p:ext uri="{BB962C8B-B14F-4D97-AF65-F5344CB8AC3E}">
        <p14:creationId xmlns:p14="http://schemas.microsoft.com/office/powerpoint/2010/main" val="2678265296"/>
      </p:ext>
    </p:extLst>
  </p:cSld>
  <p:clrMap bg1="lt1" tx1="dk1" bg2="lt2" tx2="dk2" accent1="accent1" accent2="accent2" accent3="accent3" accent4="accent4" accent5="accent5" accent6="accent6" hlink="hlink" folHlink="folHlink"/>
  <p:notesStyle>
    <a:lvl1pPr marL="0" algn="l" defTabSz="914156" rtl="0" eaLnBrk="1" latinLnBrk="0" hangingPunct="1">
      <a:defRPr sz="1200" kern="1200">
        <a:solidFill>
          <a:schemeClr val="tx1"/>
        </a:solidFill>
        <a:latin typeface="+mn-lt"/>
        <a:ea typeface="+mn-ea"/>
        <a:cs typeface="+mn-cs"/>
      </a:defRPr>
    </a:lvl1pPr>
    <a:lvl2pPr marL="457077" algn="l" defTabSz="914156" rtl="0" eaLnBrk="1" latinLnBrk="0" hangingPunct="1">
      <a:defRPr sz="1200" kern="1200">
        <a:solidFill>
          <a:schemeClr val="tx1"/>
        </a:solidFill>
        <a:latin typeface="+mn-lt"/>
        <a:ea typeface="+mn-ea"/>
        <a:cs typeface="+mn-cs"/>
      </a:defRPr>
    </a:lvl2pPr>
    <a:lvl3pPr marL="914156" algn="l" defTabSz="914156" rtl="0" eaLnBrk="1" latinLnBrk="0" hangingPunct="1">
      <a:defRPr sz="1200" kern="1200">
        <a:solidFill>
          <a:schemeClr val="tx1"/>
        </a:solidFill>
        <a:latin typeface="+mn-lt"/>
        <a:ea typeface="+mn-ea"/>
        <a:cs typeface="+mn-cs"/>
      </a:defRPr>
    </a:lvl3pPr>
    <a:lvl4pPr marL="1371234" algn="l" defTabSz="914156" rtl="0" eaLnBrk="1" latinLnBrk="0" hangingPunct="1">
      <a:defRPr sz="1200" kern="1200">
        <a:solidFill>
          <a:schemeClr val="tx1"/>
        </a:solidFill>
        <a:latin typeface="+mn-lt"/>
        <a:ea typeface="+mn-ea"/>
        <a:cs typeface="+mn-cs"/>
      </a:defRPr>
    </a:lvl4pPr>
    <a:lvl5pPr marL="1828312" algn="l" defTabSz="914156" rtl="0" eaLnBrk="1" latinLnBrk="0" hangingPunct="1">
      <a:defRPr sz="1200" kern="1200">
        <a:solidFill>
          <a:schemeClr val="tx1"/>
        </a:solidFill>
        <a:latin typeface="+mn-lt"/>
        <a:ea typeface="+mn-ea"/>
        <a:cs typeface="+mn-cs"/>
      </a:defRPr>
    </a:lvl5pPr>
    <a:lvl6pPr marL="2285389" algn="l" defTabSz="914156" rtl="0" eaLnBrk="1" latinLnBrk="0" hangingPunct="1">
      <a:defRPr sz="1200" kern="1200">
        <a:solidFill>
          <a:schemeClr val="tx1"/>
        </a:solidFill>
        <a:latin typeface="+mn-lt"/>
        <a:ea typeface="+mn-ea"/>
        <a:cs typeface="+mn-cs"/>
      </a:defRPr>
    </a:lvl6pPr>
    <a:lvl7pPr marL="2742468" algn="l" defTabSz="914156" rtl="0" eaLnBrk="1" latinLnBrk="0" hangingPunct="1">
      <a:defRPr sz="1200" kern="1200">
        <a:solidFill>
          <a:schemeClr val="tx1"/>
        </a:solidFill>
        <a:latin typeface="+mn-lt"/>
        <a:ea typeface="+mn-ea"/>
        <a:cs typeface="+mn-cs"/>
      </a:defRPr>
    </a:lvl7pPr>
    <a:lvl8pPr marL="3199546" algn="l" defTabSz="914156" rtl="0" eaLnBrk="1" latinLnBrk="0" hangingPunct="1">
      <a:defRPr sz="1200" kern="1200">
        <a:solidFill>
          <a:schemeClr val="tx1"/>
        </a:solidFill>
        <a:latin typeface="+mn-lt"/>
        <a:ea typeface="+mn-ea"/>
        <a:cs typeface="+mn-cs"/>
      </a:defRPr>
    </a:lvl8pPr>
    <a:lvl9pPr marL="3656625" algn="l" defTabSz="91415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48"/>
                </a:solidFill>
                <a:effectLst/>
                <a:uLnTx/>
                <a:uFillTx/>
                <a:latin typeface="Arial" panose="020B0604020202020204"/>
                <a:ea typeface="+mn-ea"/>
                <a:cs typeface="+mn-cs"/>
              </a:rPr>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2025-2027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B1EFD08-C94F-6048-8AD6-4B7ED2EB73E5}"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AA22F9C-AE55-4436-AB15-B0A9204A92F8}" type="slidenum">
              <a:rPr lang="en-US" smtClean="0"/>
              <a:t>13</a:t>
            </a:fld>
            <a:endParaRPr lang="en-US"/>
          </a:p>
        </p:txBody>
      </p:sp>
    </p:spTree>
    <p:extLst>
      <p:ext uri="{BB962C8B-B14F-4D97-AF65-F5344CB8AC3E}">
        <p14:creationId xmlns:p14="http://schemas.microsoft.com/office/powerpoint/2010/main" val="85953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2.xml"/><Relationship Id="rId6" Type="http://schemas.openxmlformats.org/officeDocument/2006/relationships/image" Target="../media/image16.jpeg"/><Relationship Id="rId5" Type="http://schemas.openxmlformats.org/officeDocument/2006/relationships/hyperlink" Target="http://imageshack.us/?x=my6&amp;myref=http://skyscrapercity.com/showthread.php?t=244650&amp;page=2" TargetMode="External"/><Relationship Id="rId4" Type="http://schemas.openxmlformats.org/officeDocument/2006/relationships/image" Target="../media/image15.jpe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3.xml"/><Relationship Id="rId4"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3.png"/><Relationship Id="rId1" Type="http://schemas.openxmlformats.org/officeDocument/2006/relationships/slideMaster" Target="../slideMasters/slideMaster3.xml"/><Relationship Id="rId5" Type="http://schemas.microsoft.com/office/2007/relationships/hdphoto" Target="../media/hdphoto2.wdp"/><Relationship Id="rId4" Type="http://schemas.openxmlformats.org/officeDocument/2006/relationships/image" Target="../media/image2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pn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6.pn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pn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8.png"/><Relationship Id="rId1" Type="http://schemas.openxmlformats.org/officeDocument/2006/relationships/slideMaster" Target="../slideMasters/slideMaster3.xml"/><Relationship Id="rId4" Type="http://schemas.openxmlformats.org/officeDocument/2006/relationships/image" Target="../media/image29.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0.png"/><Relationship Id="rId1" Type="http://schemas.openxmlformats.org/officeDocument/2006/relationships/slideMaster" Target="../slideMasters/slideMaster3.xml"/><Relationship Id="rId4" Type="http://schemas.openxmlformats.org/officeDocument/2006/relationships/image" Target="../media/image29.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1.png"/><Relationship Id="rId1" Type="http://schemas.openxmlformats.org/officeDocument/2006/relationships/slideMaster" Target="../slideMasters/slideMaster3.xml"/><Relationship Id="rId4" Type="http://schemas.openxmlformats.org/officeDocument/2006/relationships/image" Target="../media/image29.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Master" Target="../slideMasters/slideMaster3.xml"/><Relationship Id="rId4" Type="http://schemas.microsoft.com/office/2007/relationships/hdphoto" Target="../media/hdphoto3.wdp"/></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Master" Target="../slideMasters/slideMaster3.xml"/><Relationship Id="rId4" Type="http://schemas.microsoft.com/office/2007/relationships/hdphoto" Target="../media/hdphoto3.wdp"/></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Master" Target="../slideMasters/slideMaster3.xml"/><Relationship Id="rId4" Type="http://schemas.microsoft.com/office/2007/relationships/hdphoto" Target="../media/hdphoto3.wdp"/></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6.png"/><Relationship Id="rId1" Type="http://schemas.openxmlformats.org/officeDocument/2006/relationships/slideMaster" Target="../slideMasters/slideMaster3.xml"/><Relationship Id="rId4" Type="http://schemas.microsoft.com/office/2007/relationships/hdphoto" Target="../media/hdphoto3.wdp"/></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7.png"/><Relationship Id="rId1" Type="http://schemas.openxmlformats.org/officeDocument/2006/relationships/slideMaster" Target="../slideMasters/slideMaster3.xml"/><Relationship Id="rId4" Type="http://schemas.microsoft.com/office/2007/relationships/hdphoto" Target="../media/hdphoto3.wdp"/></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8.png"/><Relationship Id="rId1" Type="http://schemas.openxmlformats.org/officeDocument/2006/relationships/slideMaster" Target="../slideMasters/slideMaster3.xml"/><Relationship Id="rId4" Type="http://schemas.microsoft.com/office/2007/relationships/hdphoto" Target="../media/hdphoto3.wdp"/></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www.linkedin.com/company/cognizant" TargetMode="External"/><Relationship Id="rId1" Type="http://schemas.openxmlformats.org/officeDocument/2006/relationships/slideMaster" Target="../slideMasters/slideMaster3.xml"/><Relationship Id="rId6" Type="http://schemas.openxmlformats.org/officeDocument/2006/relationships/image" Target="../media/image4.png"/><Relationship Id="rId5" Type="http://schemas.openxmlformats.org/officeDocument/2006/relationships/image" Target="../media/image41.svg"/><Relationship Id="rId4" Type="http://schemas.openxmlformats.org/officeDocument/2006/relationships/image" Target="../media/image40.emf"/></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41.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41.sv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4"/>
          <p:cNvSpPr/>
          <p:nvPr userDrawn="1"/>
        </p:nvSpPr>
        <p:spPr bwMode="auto">
          <a:xfrm>
            <a:off x="0" y="4514128"/>
            <a:ext cx="12192000" cy="2343874"/>
          </a:xfrm>
          <a:prstGeom prst="rect">
            <a:avLst/>
          </a:prstGeom>
          <a:solidFill>
            <a:srgbClr val="FFFFFF">
              <a:alpha val="80000"/>
            </a:srgbClr>
          </a:solidFill>
          <a:ln w="9525" cap="flat" cmpd="sng" algn="ctr">
            <a:noFill/>
            <a:prstDash val="solid"/>
            <a:round/>
            <a:headEnd type="none" w="med" len="med"/>
            <a:tailEnd type="none" w="med" len="med"/>
          </a:ln>
          <a:effectLst/>
        </p:spPr>
        <p:txBody>
          <a:bodyPr vert="horz" wrap="square" lIns="91415" tIns="45708" rIns="91415" bIns="45708" numCol="1" rtlCol="0" anchor="t" anchorCtr="0" compatLnSpc="1">
            <a:prstTxWarp prst="textNoShape">
              <a:avLst/>
            </a:prstTxWarp>
          </a:bodyPr>
          <a:lstStyle/>
          <a:p>
            <a:pPr marL="0" marR="0" indent="0" algn="l" defTabSz="914156"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ＭＳ Ｐゴシック"/>
              <a:cs typeface="ＭＳ Ｐゴシック"/>
            </a:endParaRPr>
          </a:p>
        </p:txBody>
      </p:sp>
      <p:sp>
        <p:nvSpPr>
          <p:cNvPr id="56" name="Freeform 31"/>
          <p:cNvSpPr>
            <a:spLocks/>
          </p:cNvSpPr>
          <p:nvPr userDrawn="1"/>
        </p:nvSpPr>
        <p:spPr bwMode="auto">
          <a:xfrm>
            <a:off x="7162801" y="2468564"/>
            <a:ext cx="19051" cy="31751"/>
          </a:xfrm>
          <a:custGeom>
            <a:avLst/>
            <a:gdLst>
              <a:gd name="T0" fmla="*/ 0 w 12"/>
              <a:gd name="T1" fmla="*/ 0 h 20"/>
              <a:gd name="T2" fmla="*/ 12 w 12"/>
              <a:gd name="T3" fmla="*/ 20 h 20"/>
              <a:gd name="T4" fmla="*/ 0 w 12"/>
              <a:gd name="T5" fmla="*/ 20 h 20"/>
              <a:gd name="T6" fmla="*/ 0 w 12"/>
              <a:gd name="T7" fmla="*/ 0 h 20"/>
            </a:gdLst>
            <a:ahLst/>
            <a:cxnLst>
              <a:cxn ang="0">
                <a:pos x="T0" y="T1"/>
              </a:cxn>
              <a:cxn ang="0">
                <a:pos x="T2" y="T3"/>
              </a:cxn>
              <a:cxn ang="0">
                <a:pos x="T4" y="T5"/>
              </a:cxn>
              <a:cxn ang="0">
                <a:pos x="T6" y="T7"/>
              </a:cxn>
            </a:cxnLst>
            <a:rect l="0" t="0" r="r" b="b"/>
            <a:pathLst>
              <a:path w="12" h="20">
                <a:moveTo>
                  <a:pt x="0" y="0"/>
                </a:moveTo>
                <a:lnTo>
                  <a:pt x="12" y="20"/>
                </a:lnTo>
                <a:lnTo>
                  <a:pt x="0" y="20"/>
                </a:lnTo>
                <a:lnTo>
                  <a:pt x="0" y="0"/>
                </a:lnTo>
                <a:close/>
              </a:path>
            </a:pathLst>
          </a:custGeom>
          <a:solidFill>
            <a:srgbClr val="000000"/>
          </a:solidFill>
          <a:ln w="9525">
            <a:solidFill>
              <a:srgbClr val="000000"/>
            </a:solidFill>
            <a:round/>
            <a:headEnd/>
            <a:tailEnd/>
          </a:ln>
        </p:spPr>
        <p:txBody>
          <a:bodyPr vert="horz" wrap="square" lIns="91415" tIns="45708" rIns="91415" bIns="45708" numCol="1" anchor="t" anchorCtr="0" compatLnSpc="1">
            <a:prstTxWarp prst="textNoShape">
              <a:avLst/>
            </a:prstTxWarp>
          </a:bodyPr>
          <a:lstStyle/>
          <a:p>
            <a:endParaRPr lang="en-US"/>
          </a:p>
        </p:txBody>
      </p:sp>
      <p:sp>
        <p:nvSpPr>
          <p:cNvPr id="92" name="Title 2"/>
          <p:cNvSpPr>
            <a:spLocks noGrp="1"/>
          </p:cNvSpPr>
          <p:nvPr>
            <p:ph type="title"/>
          </p:nvPr>
        </p:nvSpPr>
        <p:spPr>
          <a:xfrm>
            <a:off x="461079" y="4718052"/>
            <a:ext cx="8208468" cy="1141943"/>
          </a:xfrm>
        </p:spPr>
        <p:txBody>
          <a:bodyPr>
            <a:normAutofit/>
          </a:bodyPr>
          <a:lstStyle>
            <a:lvl1pPr algn="l">
              <a:defRPr sz="4300" b="1">
                <a:solidFill>
                  <a:sysClr val="windowText" lastClr="000000"/>
                </a:solidFill>
              </a:defRPr>
            </a:lvl1pPr>
          </a:lstStyle>
          <a:p>
            <a:r>
              <a:rPr lang="en-US"/>
              <a:t>Click to edit Master title style</a:t>
            </a:r>
          </a:p>
        </p:txBody>
      </p:sp>
    </p:spTree>
    <p:extLst>
      <p:ext uri="{BB962C8B-B14F-4D97-AF65-F5344CB8AC3E}">
        <p14:creationId xmlns:p14="http://schemas.microsoft.com/office/powerpoint/2010/main" val="425631555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408685" y="1576516"/>
            <a:ext cx="11373491" cy="4897665"/>
          </a:xfrm>
          <a:prstGeom prst="rect">
            <a:avLst/>
          </a:prstGeom>
        </p:spPr>
        <p:txBody>
          <a:bodyPr>
            <a:normAutofit/>
          </a:bodyPr>
          <a:lstStyle>
            <a:lvl1pPr>
              <a:defRPr sz="2400">
                <a:solidFill>
                  <a:srgbClr val="4D4D4D"/>
                </a:solidFill>
                <a:latin typeface="Arial" panose="020B0604020202020204" pitchFamily="34" charset="0"/>
                <a:cs typeface="Arial" panose="020B0604020202020204" pitchFamily="34" charset="0"/>
              </a:defRPr>
            </a:lvl1pPr>
            <a:lvl2pPr>
              <a:defRPr sz="2100">
                <a:solidFill>
                  <a:srgbClr val="4D4D4D"/>
                </a:solidFill>
                <a:latin typeface="Arial" panose="020B0604020202020204" pitchFamily="34" charset="0"/>
                <a:cs typeface="Arial" panose="020B0604020202020204" pitchFamily="34" charset="0"/>
              </a:defRPr>
            </a:lvl2pPr>
            <a:lvl3pPr>
              <a:defRPr sz="2100">
                <a:solidFill>
                  <a:srgbClr val="4D4D4D"/>
                </a:solidFill>
                <a:latin typeface="Arial" panose="020B0604020202020204" pitchFamily="34" charset="0"/>
                <a:cs typeface="Arial" panose="020B0604020202020204" pitchFamily="34" charset="0"/>
              </a:defRPr>
            </a:lvl3pPr>
            <a:lvl4pPr>
              <a:defRPr sz="2100">
                <a:solidFill>
                  <a:srgbClr val="4D4D4D"/>
                </a:solidFill>
                <a:latin typeface="Arial" panose="020B0604020202020204" pitchFamily="34" charset="0"/>
                <a:cs typeface="Arial" panose="020B0604020202020204" pitchFamily="34" charset="0"/>
              </a:defRPr>
            </a:lvl4pPr>
            <a:lvl5pPr>
              <a:defRPr sz="2100">
                <a:solidFill>
                  <a:srgbClr val="4D4D4D"/>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767171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Boxes without Top Patch">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11159" y="1580016"/>
            <a:ext cx="5426192" cy="4724400"/>
          </a:xfrm>
          <a:prstGeom prst="rect">
            <a:avLst/>
          </a:prstGeom>
        </p:spPr>
        <p:txBody>
          <a:bodyPr>
            <a:normAutofit/>
          </a:bodyPr>
          <a:lstStyle>
            <a:lvl1pPr marL="0" marR="0" indent="0" algn="l" defTabSz="1217747" rtl="0" eaLnBrk="1" fontAlgn="base" latinLnBrk="0" hangingPunct="1">
              <a:lnSpc>
                <a:spcPct val="100000"/>
              </a:lnSpc>
              <a:spcBef>
                <a:spcPct val="20000"/>
              </a:spcBef>
              <a:spcAft>
                <a:spcPct val="0"/>
              </a:spcAft>
              <a:buClr>
                <a:srgbClr val="4D4D4D"/>
              </a:buClr>
              <a:buSzTx/>
              <a:buFont typeface="Times" pitchFamily="18" charset="0"/>
              <a:buNone/>
              <a:tabLst/>
              <a:defRPr sz="2100">
                <a:solidFill>
                  <a:srgbClr val="4D4D4D"/>
                </a:solidFill>
              </a:defRPr>
            </a:lvl1pPr>
            <a:lvl2pPr>
              <a:buClr>
                <a:srgbClr val="4D4D4D"/>
              </a:buClr>
              <a:defRPr sz="2100">
                <a:solidFill>
                  <a:srgbClr val="4D4D4D"/>
                </a:solidFill>
              </a:defRPr>
            </a:lvl2pPr>
            <a:lvl3pPr>
              <a:buClr>
                <a:srgbClr val="4D4D4D"/>
              </a:buClr>
              <a:defRPr sz="2100">
                <a:solidFill>
                  <a:srgbClr val="4D4D4D"/>
                </a:solidFill>
              </a:defRPr>
            </a:lvl3pPr>
            <a:lvl4pPr>
              <a:buClr>
                <a:srgbClr val="4D4D4D"/>
              </a:buClr>
              <a:defRPr sz="2100">
                <a:solidFill>
                  <a:srgbClr val="4D4D4D"/>
                </a:solidFill>
              </a:defRPr>
            </a:lvl4pPr>
            <a:lvl5pPr>
              <a:buClr>
                <a:srgbClr val="4D4D4D"/>
              </a:buClr>
              <a:defRPr sz="2100">
                <a:solidFill>
                  <a:srgbClr val="4D4D4D"/>
                </a:solidFill>
              </a:defRPr>
            </a:lvl5pPr>
          </a:lstStyle>
          <a:p>
            <a:pPr marL="456655" marR="0" lvl="0" indent="-456655" algn="l" defTabSz="1217747" rtl="0" eaLnBrk="1" fontAlgn="base" latinLnBrk="0" hangingPunct="1">
              <a:lnSpc>
                <a:spcPct val="100000"/>
              </a:lnSpc>
              <a:spcBef>
                <a:spcPct val="20000"/>
              </a:spcBef>
              <a:spcAft>
                <a:spcPct val="0"/>
              </a:spcAft>
              <a:buClr>
                <a:srgbClr val="4D4D4D"/>
              </a:buClr>
              <a:buSzTx/>
              <a:buFont typeface="Times" pitchFamily="18" charset="0"/>
              <a:buChar char="•"/>
              <a:tabLst/>
              <a:defRPr/>
            </a:pPr>
            <a:r>
              <a:rPr lang="en-US"/>
              <a:t>Click to edit Master text styles (Arial 18 </a:t>
            </a:r>
            <a:r>
              <a:rPr lang="en-US" err="1"/>
              <a:t>pt</a:t>
            </a:r>
            <a:r>
              <a:rPr lang="en-US"/>
              <a:t>)</a:t>
            </a:r>
          </a:p>
          <a:p>
            <a:pPr lvl="1"/>
            <a:r>
              <a:rPr lang="en-US"/>
              <a:t>Second level</a:t>
            </a:r>
          </a:p>
          <a:p>
            <a:pPr lvl="2"/>
            <a:r>
              <a:rPr lang="en-US"/>
              <a:t>Third level</a:t>
            </a:r>
          </a:p>
          <a:p>
            <a:pPr lvl="3"/>
            <a:r>
              <a:rPr lang="en-US"/>
              <a:t>Fourth level</a:t>
            </a:r>
          </a:p>
          <a:p>
            <a:pPr lvl="4"/>
            <a:r>
              <a:rPr lang="en-US"/>
              <a:t>Fifth level</a:t>
            </a:r>
          </a:p>
        </p:txBody>
      </p:sp>
      <p:sp>
        <p:nvSpPr>
          <p:cNvPr id="8" name="Text Placeholder 3"/>
          <p:cNvSpPr>
            <a:spLocks noGrp="1"/>
          </p:cNvSpPr>
          <p:nvPr>
            <p:ph type="body" sz="quarter" idx="11" hasCustomPrompt="1"/>
          </p:nvPr>
        </p:nvSpPr>
        <p:spPr>
          <a:xfrm>
            <a:off x="6359408" y="1588163"/>
            <a:ext cx="5426192" cy="4724400"/>
          </a:xfrm>
          <a:prstGeom prst="rect">
            <a:avLst/>
          </a:prstGeom>
        </p:spPr>
        <p:txBody>
          <a:bodyPr>
            <a:normAutofit/>
          </a:bodyPr>
          <a:lstStyle>
            <a:lvl1pPr marL="0" marR="0" indent="0" algn="l" defTabSz="1217747" rtl="0" eaLnBrk="1" fontAlgn="base" latinLnBrk="0" hangingPunct="1">
              <a:lnSpc>
                <a:spcPct val="100000"/>
              </a:lnSpc>
              <a:spcBef>
                <a:spcPct val="20000"/>
              </a:spcBef>
              <a:spcAft>
                <a:spcPct val="0"/>
              </a:spcAft>
              <a:buClr>
                <a:srgbClr val="4D4D4D"/>
              </a:buClr>
              <a:buSzTx/>
              <a:buFont typeface="Times" pitchFamily="18" charset="0"/>
              <a:buNone/>
              <a:tabLst/>
              <a:defRPr sz="2100">
                <a:solidFill>
                  <a:srgbClr val="4D4D4D"/>
                </a:solidFill>
              </a:defRPr>
            </a:lvl1pPr>
            <a:lvl2pPr>
              <a:buClr>
                <a:srgbClr val="4D4D4D"/>
              </a:buClr>
              <a:defRPr sz="2100">
                <a:solidFill>
                  <a:srgbClr val="4D4D4D"/>
                </a:solidFill>
              </a:defRPr>
            </a:lvl2pPr>
            <a:lvl3pPr>
              <a:buClr>
                <a:srgbClr val="4D4D4D"/>
              </a:buClr>
              <a:defRPr sz="2100">
                <a:solidFill>
                  <a:srgbClr val="4D4D4D"/>
                </a:solidFill>
              </a:defRPr>
            </a:lvl3pPr>
            <a:lvl4pPr>
              <a:buClr>
                <a:srgbClr val="4D4D4D"/>
              </a:buClr>
              <a:defRPr sz="2100">
                <a:solidFill>
                  <a:srgbClr val="4D4D4D"/>
                </a:solidFill>
              </a:defRPr>
            </a:lvl4pPr>
            <a:lvl5pPr>
              <a:buClr>
                <a:srgbClr val="4D4D4D"/>
              </a:buClr>
              <a:defRPr sz="2100">
                <a:solidFill>
                  <a:srgbClr val="4D4D4D"/>
                </a:solidFill>
              </a:defRPr>
            </a:lvl5pPr>
          </a:lstStyle>
          <a:p>
            <a:pPr marL="456655" marR="0" lvl="0" indent="-456655" algn="l" defTabSz="1217747" rtl="0" eaLnBrk="1" fontAlgn="base" latinLnBrk="0" hangingPunct="1">
              <a:lnSpc>
                <a:spcPct val="100000"/>
              </a:lnSpc>
              <a:spcBef>
                <a:spcPct val="20000"/>
              </a:spcBef>
              <a:spcAft>
                <a:spcPct val="0"/>
              </a:spcAft>
              <a:buClr>
                <a:srgbClr val="4D4D4D"/>
              </a:buClr>
              <a:buSzTx/>
              <a:buFont typeface="Times" pitchFamily="18" charset="0"/>
              <a:buChar char="•"/>
              <a:tabLst/>
              <a:defRPr/>
            </a:pPr>
            <a:r>
              <a:rPr lang="en-US"/>
              <a:t>Click to edit Master text styles (Arial 18 </a:t>
            </a:r>
            <a:r>
              <a:rPr lang="en-US" err="1"/>
              <a:t>pt</a:t>
            </a:r>
            <a:r>
              <a:rPr lang="en-US"/>
              <a:t>)</a:t>
            </a:r>
          </a:p>
          <a:p>
            <a:pPr lvl="1"/>
            <a:r>
              <a:rPr lang="en-US"/>
              <a:t>Second level</a:t>
            </a:r>
          </a:p>
          <a:p>
            <a:pPr lvl="2"/>
            <a:r>
              <a:rPr lang="en-US"/>
              <a:t>Third level</a:t>
            </a:r>
          </a:p>
          <a:p>
            <a:pPr lvl="3"/>
            <a:r>
              <a:rPr lang="en-US"/>
              <a:t>Fourth level</a:t>
            </a:r>
          </a:p>
          <a:p>
            <a:pPr lvl="4"/>
            <a:r>
              <a:rPr lang="en-US"/>
              <a:t>Fifth level</a:t>
            </a:r>
          </a:p>
        </p:txBody>
      </p:sp>
      <p:sp>
        <p:nvSpPr>
          <p:cNvPr id="5"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34726194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unch line">
    <p:spTree>
      <p:nvGrpSpPr>
        <p:cNvPr id="1" name=""/>
        <p:cNvGrpSpPr/>
        <p:nvPr/>
      </p:nvGrpSpPr>
      <p:grpSpPr>
        <a:xfrm>
          <a:off x="0" y="0"/>
          <a:ext cx="0" cy="0"/>
          <a:chOff x="0" y="0"/>
          <a:chExt cx="0" cy="0"/>
        </a:xfrm>
      </p:grpSpPr>
      <p:sp>
        <p:nvSpPr>
          <p:cNvPr id="3" name="Title 2"/>
          <p:cNvSpPr>
            <a:spLocks noGrp="1"/>
          </p:cNvSpPr>
          <p:nvPr>
            <p:ph type="title"/>
          </p:nvPr>
        </p:nvSpPr>
        <p:spPr>
          <a:xfrm>
            <a:off x="0" y="2718457"/>
            <a:ext cx="12192000" cy="1141943"/>
          </a:xfrm>
        </p:spPr>
        <p:txBody>
          <a:bodyPr>
            <a:normAutofit/>
          </a:bodyPr>
          <a:lstStyle>
            <a:lvl1pPr algn="ctr">
              <a:defRPr sz="4300" b="1">
                <a:solidFill>
                  <a:srgbClr val="4D4D4D"/>
                </a:solidFill>
              </a:defRPr>
            </a:lvl1pPr>
          </a:lstStyle>
          <a:p>
            <a:r>
              <a:rPr lang="en-US"/>
              <a:t>Click to edit Master title style</a:t>
            </a:r>
          </a:p>
        </p:txBody>
      </p:sp>
    </p:spTree>
    <p:extLst>
      <p:ext uri="{BB962C8B-B14F-4D97-AF65-F5344CB8AC3E}">
        <p14:creationId xmlns:p14="http://schemas.microsoft.com/office/powerpoint/2010/main" val="85722925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Seperator 1">
    <p:spTree>
      <p:nvGrpSpPr>
        <p:cNvPr id="1" name=""/>
        <p:cNvGrpSpPr/>
        <p:nvPr/>
      </p:nvGrpSpPr>
      <p:grpSpPr>
        <a:xfrm>
          <a:off x="0" y="0"/>
          <a:ext cx="0" cy="0"/>
          <a:chOff x="0" y="0"/>
          <a:chExt cx="0" cy="0"/>
        </a:xfrm>
      </p:grpSpPr>
      <p:sp>
        <p:nvSpPr>
          <p:cNvPr id="3" name="Rectangle 2"/>
          <p:cNvSpPr/>
          <p:nvPr userDrawn="1"/>
        </p:nvSpPr>
        <p:spPr bwMode="auto">
          <a:xfrm>
            <a:off x="0" y="2"/>
            <a:ext cx="12192000" cy="6858000"/>
          </a:xfrm>
          <a:prstGeom prst="rect">
            <a:avLst/>
          </a:prstGeom>
          <a:gradFill flip="none" rotWithShape="1">
            <a:gsLst>
              <a:gs pos="0">
                <a:schemeClr val="accent4">
                  <a:lumMod val="50000"/>
                </a:schemeClr>
              </a:gs>
              <a:gs pos="50000">
                <a:schemeClr val="accent4">
                  <a:lumMod val="55000"/>
                </a:schemeClr>
              </a:gs>
              <a:gs pos="100000">
                <a:schemeClr val="accent4">
                  <a:lumMod val="60000"/>
                </a:schemeClr>
              </a:gs>
            </a:gsLst>
            <a:lin ang="0" scaled="1"/>
            <a:tileRect/>
          </a:gradFill>
          <a:ln w="9525" cap="flat" cmpd="sng" algn="ctr">
            <a:noFill/>
            <a:prstDash val="solid"/>
            <a:round/>
            <a:headEnd type="none" w="med" len="med"/>
            <a:tailEnd type="none" w="med" len="med"/>
          </a:ln>
          <a:effectLst/>
        </p:spPr>
        <p:txBody>
          <a:bodyPr vert="horz" wrap="square" lIns="91415" tIns="45708" rIns="91415" bIns="45708" numCol="1" rtlCol="0" anchor="t" anchorCtr="0" compatLnSpc="1">
            <a:prstTxWarp prst="textNoShape">
              <a:avLst/>
            </a:prstTxWarp>
          </a:bodyPr>
          <a:lstStyle/>
          <a:p>
            <a:pPr marL="0" marR="0" indent="0" algn="l" defTabSz="914156"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ＭＳ Ｐゴシック"/>
              <a:cs typeface="ＭＳ Ｐゴシック"/>
            </a:endParaRPr>
          </a:p>
        </p:txBody>
      </p:sp>
      <p:sp>
        <p:nvSpPr>
          <p:cNvPr id="213" name="Title 2"/>
          <p:cNvSpPr>
            <a:spLocks noGrp="1"/>
          </p:cNvSpPr>
          <p:nvPr>
            <p:ph type="title"/>
          </p:nvPr>
        </p:nvSpPr>
        <p:spPr>
          <a:xfrm>
            <a:off x="897150" y="2623566"/>
            <a:ext cx="4597879" cy="1141943"/>
          </a:xfrm>
        </p:spPr>
        <p:txBody>
          <a:bodyPr>
            <a:noAutofit/>
          </a:bodyPr>
          <a:lstStyle>
            <a:lvl1pPr algn="l">
              <a:defRPr sz="3600" b="1">
                <a:solidFill>
                  <a:schemeClr val="bg1"/>
                </a:solidFill>
              </a:defRPr>
            </a:lvl1pPr>
          </a:lstStyle>
          <a:p>
            <a:endParaRPr lang="en-US"/>
          </a:p>
        </p:txBody>
      </p:sp>
      <p:sp>
        <p:nvSpPr>
          <p:cNvPr id="15" name="Rectangle 14"/>
          <p:cNvSpPr>
            <a:spLocks noChangeArrowheads="1"/>
          </p:cNvSpPr>
          <p:nvPr userDrawn="1"/>
        </p:nvSpPr>
        <p:spPr bwMode="auto">
          <a:xfrm>
            <a:off x="0" y="-4762"/>
            <a:ext cx="12190413" cy="6862764"/>
          </a:xfrm>
          <a:prstGeom prst="rect">
            <a:avLst/>
          </a:prstGeom>
          <a:noFill/>
          <a:ln w="0">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5" tIns="45708" rIns="91415" bIns="45708" numCol="1" anchor="t" anchorCtr="0" compatLnSpc="1">
            <a:prstTxWarp prst="textNoShape">
              <a:avLst/>
            </a:prstTxWarp>
          </a:bodyPr>
          <a:lstStyle/>
          <a:p>
            <a:endParaRPr lang="en-US"/>
          </a:p>
        </p:txBody>
      </p:sp>
    </p:spTree>
    <p:extLst>
      <p:ext uri="{BB962C8B-B14F-4D97-AF65-F5344CB8AC3E}">
        <p14:creationId xmlns:p14="http://schemas.microsoft.com/office/powerpoint/2010/main" val="221449179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Seperator 2">
    <p:spTree>
      <p:nvGrpSpPr>
        <p:cNvPr id="1" name=""/>
        <p:cNvGrpSpPr/>
        <p:nvPr/>
      </p:nvGrpSpPr>
      <p:grpSpPr>
        <a:xfrm>
          <a:off x="0" y="0"/>
          <a:ext cx="0" cy="0"/>
          <a:chOff x="0" y="0"/>
          <a:chExt cx="0" cy="0"/>
        </a:xfrm>
      </p:grpSpPr>
      <p:sp>
        <p:nvSpPr>
          <p:cNvPr id="39" name="Title 2"/>
          <p:cNvSpPr>
            <a:spLocks noGrp="1"/>
          </p:cNvSpPr>
          <p:nvPr>
            <p:ph type="title"/>
          </p:nvPr>
        </p:nvSpPr>
        <p:spPr>
          <a:xfrm>
            <a:off x="7108349" y="2631511"/>
            <a:ext cx="4597879" cy="1141943"/>
          </a:xfrm>
        </p:spPr>
        <p:txBody>
          <a:bodyPr>
            <a:noAutofit/>
          </a:bodyPr>
          <a:lstStyle>
            <a:lvl1pPr algn="l">
              <a:defRPr sz="3600" b="1">
                <a:solidFill>
                  <a:schemeClr val="bg1"/>
                </a:solidFill>
              </a:defRPr>
            </a:lvl1pPr>
          </a:lstStyle>
          <a:p>
            <a:r>
              <a:rPr lang="en-US"/>
              <a:t>Click to edit Master title style</a:t>
            </a:r>
          </a:p>
        </p:txBody>
      </p:sp>
      <p:sp>
        <p:nvSpPr>
          <p:cNvPr id="5" name="Rectangle 4"/>
          <p:cNvSpPr>
            <a:spLocks noChangeArrowheads="1"/>
          </p:cNvSpPr>
          <p:nvPr userDrawn="1"/>
        </p:nvSpPr>
        <p:spPr bwMode="auto">
          <a:xfrm flipH="1">
            <a:off x="0" y="-4762"/>
            <a:ext cx="12190413" cy="6862764"/>
          </a:xfrm>
          <a:prstGeom prst="rect">
            <a:avLst/>
          </a:prstGeom>
          <a:noFill/>
          <a:ln w="0">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5" tIns="45708" rIns="91415" bIns="45708" numCol="1" anchor="t" anchorCtr="0" compatLnSpc="1">
            <a:prstTxWarp prst="textNoShape">
              <a:avLst/>
            </a:prstTxWarp>
          </a:bodyPr>
          <a:lstStyle/>
          <a:p>
            <a:endParaRPr lang="en-US"/>
          </a:p>
        </p:txBody>
      </p:sp>
    </p:spTree>
    <p:extLst>
      <p:ext uri="{BB962C8B-B14F-4D97-AF65-F5344CB8AC3E}">
        <p14:creationId xmlns:p14="http://schemas.microsoft.com/office/powerpoint/2010/main" val="226953119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Seperator 3">
    <p:spTree>
      <p:nvGrpSpPr>
        <p:cNvPr id="1" name=""/>
        <p:cNvGrpSpPr/>
        <p:nvPr/>
      </p:nvGrpSpPr>
      <p:grpSpPr>
        <a:xfrm>
          <a:off x="0" y="0"/>
          <a:ext cx="0" cy="0"/>
          <a:chOff x="0" y="0"/>
          <a:chExt cx="0" cy="0"/>
        </a:xfrm>
      </p:grpSpPr>
      <p:pic>
        <p:nvPicPr>
          <p:cNvPr id="67" name="Picture 6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V="1">
            <a:off x="0" y="2"/>
            <a:ext cx="12192000" cy="6858000"/>
          </a:xfrm>
          <a:prstGeom prst="rect">
            <a:avLst/>
          </a:prstGeom>
        </p:spPr>
      </p:pic>
      <p:sp>
        <p:nvSpPr>
          <p:cNvPr id="5" name="Rectangle 4"/>
          <p:cNvSpPr>
            <a:spLocks noChangeArrowheads="1"/>
          </p:cNvSpPr>
          <p:nvPr userDrawn="1"/>
        </p:nvSpPr>
        <p:spPr bwMode="auto">
          <a:xfrm flipH="1">
            <a:off x="0" y="-4762"/>
            <a:ext cx="12190413" cy="6862764"/>
          </a:xfrm>
          <a:prstGeom prst="rect">
            <a:avLst/>
          </a:prstGeom>
          <a:noFill/>
          <a:ln w="0">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15" tIns="45708" rIns="91415" bIns="45708" numCol="1" anchor="t" anchorCtr="0" compatLnSpc="1">
            <a:prstTxWarp prst="textNoShape">
              <a:avLst/>
            </a:prstTxWarp>
          </a:bodyPr>
          <a:lstStyle/>
          <a:p>
            <a:endParaRPr lang="en-US"/>
          </a:p>
        </p:txBody>
      </p:sp>
      <p:grpSp>
        <p:nvGrpSpPr>
          <p:cNvPr id="23" name="Group 22"/>
          <p:cNvGrpSpPr/>
          <p:nvPr userDrawn="1"/>
        </p:nvGrpSpPr>
        <p:grpSpPr>
          <a:xfrm flipH="1">
            <a:off x="8301590" y="6035077"/>
            <a:ext cx="3897313" cy="828675"/>
            <a:chOff x="19050" y="6029325"/>
            <a:chExt cx="3897313" cy="828675"/>
          </a:xfrm>
        </p:grpSpPr>
        <p:sp>
          <p:nvSpPr>
            <p:cNvPr id="24" name="Freeform 23"/>
            <p:cNvSpPr>
              <a:spLocks/>
            </p:cNvSpPr>
            <p:nvPr userDrawn="1"/>
          </p:nvSpPr>
          <p:spPr bwMode="auto">
            <a:xfrm>
              <a:off x="1414463" y="6772275"/>
              <a:ext cx="185738" cy="85725"/>
            </a:xfrm>
            <a:custGeom>
              <a:avLst/>
              <a:gdLst>
                <a:gd name="T0" fmla="*/ 58 w 117"/>
                <a:gd name="T1" fmla="*/ 0 h 54"/>
                <a:gd name="T2" fmla="*/ 58 w 117"/>
                <a:gd name="T3" fmla="*/ 0 h 54"/>
                <a:gd name="T4" fmla="*/ 82 w 117"/>
                <a:gd name="T5" fmla="*/ 5 h 54"/>
                <a:gd name="T6" fmla="*/ 100 w 117"/>
                <a:gd name="T7" fmla="*/ 17 h 54"/>
                <a:gd name="T8" fmla="*/ 112 w 117"/>
                <a:gd name="T9" fmla="*/ 35 h 54"/>
                <a:gd name="T10" fmla="*/ 117 w 117"/>
                <a:gd name="T11" fmla="*/ 54 h 54"/>
                <a:gd name="T12" fmla="*/ 0 w 117"/>
                <a:gd name="T13" fmla="*/ 54 h 54"/>
                <a:gd name="T14" fmla="*/ 5 w 117"/>
                <a:gd name="T15" fmla="*/ 35 h 54"/>
                <a:gd name="T16" fmla="*/ 17 w 117"/>
                <a:gd name="T17" fmla="*/ 17 h 54"/>
                <a:gd name="T18" fmla="*/ 35 w 117"/>
                <a:gd name="T19" fmla="*/ 5 h 54"/>
                <a:gd name="T20" fmla="*/ 58 w 117"/>
                <a:gd name="T21"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7" h="54">
                  <a:moveTo>
                    <a:pt x="58" y="0"/>
                  </a:moveTo>
                  <a:lnTo>
                    <a:pt x="58" y="0"/>
                  </a:lnTo>
                  <a:lnTo>
                    <a:pt x="82" y="5"/>
                  </a:lnTo>
                  <a:lnTo>
                    <a:pt x="100" y="17"/>
                  </a:lnTo>
                  <a:lnTo>
                    <a:pt x="112" y="35"/>
                  </a:lnTo>
                  <a:lnTo>
                    <a:pt x="117" y="54"/>
                  </a:lnTo>
                  <a:lnTo>
                    <a:pt x="0" y="54"/>
                  </a:lnTo>
                  <a:lnTo>
                    <a:pt x="5" y="35"/>
                  </a:lnTo>
                  <a:lnTo>
                    <a:pt x="17" y="17"/>
                  </a:lnTo>
                  <a:lnTo>
                    <a:pt x="35" y="5"/>
                  </a:lnTo>
                  <a:lnTo>
                    <a:pt x="5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 name="Freeform 24"/>
            <p:cNvSpPr>
              <a:spLocks/>
            </p:cNvSpPr>
            <p:nvPr userDrawn="1"/>
          </p:nvSpPr>
          <p:spPr bwMode="auto">
            <a:xfrm>
              <a:off x="298450" y="6307137"/>
              <a:ext cx="185738" cy="550863"/>
            </a:xfrm>
            <a:custGeom>
              <a:avLst/>
              <a:gdLst>
                <a:gd name="T0" fmla="*/ 56 w 117"/>
                <a:gd name="T1" fmla="*/ 0 h 347"/>
                <a:gd name="T2" fmla="*/ 59 w 117"/>
                <a:gd name="T3" fmla="*/ 0 h 347"/>
                <a:gd name="T4" fmla="*/ 82 w 117"/>
                <a:gd name="T5" fmla="*/ 5 h 347"/>
                <a:gd name="T6" fmla="*/ 98 w 117"/>
                <a:gd name="T7" fmla="*/ 19 h 347"/>
                <a:gd name="T8" fmla="*/ 112 w 117"/>
                <a:gd name="T9" fmla="*/ 35 h 347"/>
                <a:gd name="T10" fmla="*/ 117 w 117"/>
                <a:gd name="T11" fmla="*/ 58 h 347"/>
                <a:gd name="T12" fmla="*/ 117 w 117"/>
                <a:gd name="T13" fmla="*/ 347 h 347"/>
                <a:gd name="T14" fmla="*/ 0 w 117"/>
                <a:gd name="T15" fmla="*/ 347 h 347"/>
                <a:gd name="T16" fmla="*/ 0 w 117"/>
                <a:gd name="T17" fmla="*/ 58 h 347"/>
                <a:gd name="T18" fmla="*/ 5 w 117"/>
                <a:gd name="T19" fmla="*/ 35 h 347"/>
                <a:gd name="T20" fmla="*/ 17 w 117"/>
                <a:gd name="T21" fmla="*/ 19 h 347"/>
                <a:gd name="T22" fmla="*/ 35 w 117"/>
                <a:gd name="T23" fmla="*/ 5 h 347"/>
                <a:gd name="T24" fmla="*/ 56 w 117"/>
                <a:gd name="T25" fmla="*/ 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347">
                  <a:moveTo>
                    <a:pt x="56" y="0"/>
                  </a:moveTo>
                  <a:lnTo>
                    <a:pt x="59" y="0"/>
                  </a:lnTo>
                  <a:lnTo>
                    <a:pt x="82" y="5"/>
                  </a:lnTo>
                  <a:lnTo>
                    <a:pt x="98" y="19"/>
                  </a:lnTo>
                  <a:lnTo>
                    <a:pt x="112" y="35"/>
                  </a:lnTo>
                  <a:lnTo>
                    <a:pt x="117" y="58"/>
                  </a:lnTo>
                  <a:lnTo>
                    <a:pt x="117" y="347"/>
                  </a:lnTo>
                  <a:lnTo>
                    <a:pt x="0" y="347"/>
                  </a:lnTo>
                  <a:lnTo>
                    <a:pt x="0" y="58"/>
                  </a:lnTo>
                  <a:lnTo>
                    <a:pt x="5" y="35"/>
                  </a:lnTo>
                  <a:lnTo>
                    <a:pt x="17" y="19"/>
                  </a:lnTo>
                  <a:lnTo>
                    <a:pt x="35" y="5"/>
                  </a:lnTo>
                  <a:lnTo>
                    <a:pt x="5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25"/>
            <p:cNvSpPr>
              <a:spLocks/>
            </p:cNvSpPr>
            <p:nvPr userDrawn="1"/>
          </p:nvSpPr>
          <p:spPr bwMode="auto">
            <a:xfrm>
              <a:off x="19050" y="6029325"/>
              <a:ext cx="184150" cy="828675"/>
            </a:xfrm>
            <a:custGeom>
              <a:avLst/>
              <a:gdLst>
                <a:gd name="T0" fmla="*/ 58 w 116"/>
                <a:gd name="T1" fmla="*/ 0 h 522"/>
                <a:gd name="T2" fmla="*/ 58 w 116"/>
                <a:gd name="T3" fmla="*/ 0 h 522"/>
                <a:gd name="T4" fmla="*/ 81 w 116"/>
                <a:gd name="T5" fmla="*/ 5 h 522"/>
                <a:gd name="T6" fmla="*/ 100 w 116"/>
                <a:gd name="T7" fmla="*/ 17 h 522"/>
                <a:gd name="T8" fmla="*/ 111 w 116"/>
                <a:gd name="T9" fmla="*/ 35 h 522"/>
                <a:gd name="T10" fmla="*/ 116 w 116"/>
                <a:gd name="T11" fmla="*/ 56 h 522"/>
                <a:gd name="T12" fmla="*/ 116 w 116"/>
                <a:gd name="T13" fmla="*/ 522 h 522"/>
                <a:gd name="T14" fmla="*/ 0 w 116"/>
                <a:gd name="T15" fmla="*/ 522 h 522"/>
                <a:gd name="T16" fmla="*/ 0 w 116"/>
                <a:gd name="T17" fmla="*/ 56 h 522"/>
                <a:gd name="T18" fmla="*/ 4 w 116"/>
                <a:gd name="T19" fmla="*/ 35 h 522"/>
                <a:gd name="T20" fmla="*/ 16 w 116"/>
                <a:gd name="T21" fmla="*/ 17 h 522"/>
                <a:gd name="T22" fmla="*/ 35 w 116"/>
                <a:gd name="T23" fmla="*/ 5 h 522"/>
                <a:gd name="T24" fmla="*/ 58 w 116"/>
                <a:gd name="T25"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 h="522">
                  <a:moveTo>
                    <a:pt x="58" y="0"/>
                  </a:moveTo>
                  <a:lnTo>
                    <a:pt x="58" y="0"/>
                  </a:lnTo>
                  <a:lnTo>
                    <a:pt x="81" y="5"/>
                  </a:lnTo>
                  <a:lnTo>
                    <a:pt x="100" y="17"/>
                  </a:lnTo>
                  <a:lnTo>
                    <a:pt x="111" y="35"/>
                  </a:lnTo>
                  <a:lnTo>
                    <a:pt x="116" y="56"/>
                  </a:lnTo>
                  <a:lnTo>
                    <a:pt x="116" y="522"/>
                  </a:lnTo>
                  <a:lnTo>
                    <a:pt x="0" y="522"/>
                  </a:lnTo>
                  <a:lnTo>
                    <a:pt x="0" y="56"/>
                  </a:lnTo>
                  <a:lnTo>
                    <a:pt x="4" y="35"/>
                  </a:lnTo>
                  <a:lnTo>
                    <a:pt x="16" y="17"/>
                  </a:lnTo>
                  <a:lnTo>
                    <a:pt x="35" y="5"/>
                  </a:lnTo>
                  <a:lnTo>
                    <a:pt x="5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6"/>
            <p:cNvSpPr>
              <a:spLocks/>
            </p:cNvSpPr>
            <p:nvPr userDrawn="1"/>
          </p:nvSpPr>
          <p:spPr bwMode="auto">
            <a:xfrm>
              <a:off x="576263" y="6569075"/>
              <a:ext cx="184150" cy="288925"/>
            </a:xfrm>
            <a:custGeom>
              <a:avLst/>
              <a:gdLst>
                <a:gd name="T0" fmla="*/ 58 w 116"/>
                <a:gd name="T1" fmla="*/ 0 h 182"/>
                <a:gd name="T2" fmla="*/ 61 w 116"/>
                <a:gd name="T3" fmla="*/ 0 h 182"/>
                <a:gd name="T4" fmla="*/ 81 w 116"/>
                <a:gd name="T5" fmla="*/ 5 h 182"/>
                <a:gd name="T6" fmla="*/ 100 w 116"/>
                <a:gd name="T7" fmla="*/ 19 h 182"/>
                <a:gd name="T8" fmla="*/ 112 w 116"/>
                <a:gd name="T9" fmla="*/ 35 h 182"/>
                <a:gd name="T10" fmla="*/ 116 w 116"/>
                <a:gd name="T11" fmla="*/ 59 h 182"/>
                <a:gd name="T12" fmla="*/ 116 w 116"/>
                <a:gd name="T13" fmla="*/ 182 h 182"/>
                <a:gd name="T14" fmla="*/ 0 w 116"/>
                <a:gd name="T15" fmla="*/ 182 h 182"/>
                <a:gd name="T16" fmla="*/ 0 w 116"/>
                <a:gd name="T17" fmla="*/ 59 h 182"/>
                <a:gd name="T18" fmla="*/ 5 w 116"/>
                <a:gd name="T19" fmla="*/ 35 h 182"/>
                <a:gd name="T20" fmla="*/ 16 w 116"/>
                <a:gd name="T21" fmla="*/ 19 h 182"/>
                <a:gd name="T22" fmla="*/ 35 w 116"/>
                <a:gd name="T23" fmla="*/ 5 h 182"/>
                <a:gd name="T24" fmla="*/ 58 w 116"/>
                <a:gd name="T25"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 h="182">
                  <a:moveTo>
                    <a:pt x="58" y="0"/>
                  </a:moveTo>
                  <a:lnTo>
                    <a:pt x="61" y="0"/>
                  </a:lnTo>
                  <a:lnTo>
                    <a:pt x="81" y="5"/>
                  </a:lnTo>
                  <a:lnTo>
                    <a:pt x="100" y="19"/>
                  </a:lnTo>
                  <a:lnTo>
                    <a:pt x="112" y="35"/>
                  </a:lnTo>
                  <a:lnTo>
                    <a:pt x="116" y="59"/>
                  </a:lnTo>
                  <a:lnTo>
                    <a:pt x="116" y="182"/>
                  </a:lnTo>
                  <a:lnTo>
                    <a:pt x="0" y="182"/>
                  </a:lnTo>
                  <a:lnTo>
                    <a:pt x="0" y="59"/>
                  </a:lnTo>
                  <a:lnTo>
                    <a:pt x="5" y="35"/>
                  </a:lnTo>
                  <a:lnTo>
                    <a:pt x="16" y="19"/>
                  </a:lnTo>
                  <a:lnTo>
                    <a:pt x="35" y="5"/>
                  </a:lnTo>
                  <a:lnTo>
                    <a:pt x="5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7"/>
            <p:cNvSpPr>
              <a:spLocks/>
            </p:cNvSpPr>
            <p:nvPr userDrawn="1"/>
          </p:nvSpPr>
          <p:spPr bwMode="auto">
            <a:xfrm>
              <a:off x="1133475" y="6496050"/>
              <a:ext cx="185738" cy="361950"/>
            </a:xfrm>
            <a:custGeom>
              <a:avLst/>
              <a:gdLst>
                <a:gd name="T0" fmla="*/ 59 w 117"/>
                <a:gd name="T1" fmla="*/ 0 h 228"/>
                <a:gd name="T2" fmla="*/ 61 w 117"/>
                <a:gd name="T3" fmla="*/ 0 h 228"/>
                <a:gd name="T4" fmla="*/ 82 w 117"/>
                <a:gd name="T5" fmla="*/ 4 h 228"/>
                <a:gd name="T6" fmla="*/ 100 w 117"/>
                <a:gd name="T7" fmla="*/ 16 h 228"/>
                <a:gd name="T8" fmla="*/ 114 w 117"/>
                <a:gd name="T9" fmla="*/ 35 h 228"/>
                <a:gd name="T10" fmla="*/ 117 w 117"/>
                <a:gd name="T11" fmla="*/ 56 h 228"/>
                <a:gd name="T12" fmla="*/ 117 w 117"/>
                <a:gd name="T13" fmla="*/ 228 h 228"/>
                <a:gd name="T14" fmla="*/ 0 w 117"/>
                <a:gd name="T15" fmla="*/ 228 h 228"/>
                <a:gd name="T16" fmla="*/ 0 w 117"/>
                <a:gd name="T17" fmla="*/ 56 h 228"/>
                <a:gd name="T18" fmla="*/ 5 w 117"/>
                <a:gd name="T19" fmla="*/ 35 h 228"/>
                <a:gd name="T20" fmla="*/ 17 w 117"/>
                <a:gd name="T21" fmla="*/ 16 h 228"/>
                <a:gd name="T22" fmla="*/ 35 w 117"/>
                <a:gd name="T23" fmla="*/ 4 h 228"/>
                <a:gd name="T24" fmla="*/ 59 w 117"/>
                <a:gd name="T25"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228">
                  <a:moveTo>
                    <a:pt x="59" y="0"/>
                  </a:moveTo>
                  <a:lnTo>
                    <a:pt x="61" y="0"/>
                  </a:lnTo>
                  <a:lnTo>
                    <a:pt x="82" y="4"/>
                  </a:lnTo>
                  <a:lnTo>
                    <a:pt x="100" y="16"/>
                  </a:lnTo>
                  <a:lnTo>
                    <a:pt x="114" y="35"/>
                  </a:lnTo>
                  <a:lnTo>
                    <a:pt x="117" y="56"/>
                  </a:lnTo>
                  <a:lnTo>
                    <a:pt x="117" y="228"/>
                  </a:lnTo>
                  <a:lnTo>
                    <a:pt x="0" y="228"/>
                  </a:lnTo>
                  <a:lnTo>
                    <a:pt x="0" y="56"/>
                  </a:lnTo>
                  <a:lnTo>
                    <a:pt x="5" y="35"/>
                  </a:lnTo>
                  <a:lnTo>
                    <a:pt x="17" y="16"/>
                  </a:lnTo>
                  <a:lnTo>
                    <a:pt x="35" y="4"/>
                  </a:lnTo>
                  <a:lnTo>
                    <a:pt x="5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28"/>
            <p:cNvSpPr>
              <a:spLocks/>
            </p:cNvSpPr>
            <p:nvPr userDrawn="1"/>
          </p:nvSpPr>
          <p:spPr bwMode="auto">
            <a:xfrm>
              <a:off x="857250" y="6684962"/>
              <a:ext cx="184150" cy="173038"/>
            </a:xfrm>
            <a:custGeom>
              <a:avLst/>
              <a:gdLst>
                <a:gd name="T0" fmla="*/ 56 w 116"/>
                <a:gd name="T1" fmla="*/ 0 h 109"/>
                <a:gd name="T2" fmla="*/ 58 w 116"/>
                <a:gd name="T3" fmla="*/ 0 h 109"/>
                <a:gd name="T4" fmla="*/ 81 w 116"/>
                <a:gd name="T5" fmla="*/ 2 h 109"/>
                <a:gd name="T6" fmla="*/ 98 w 116"/>
                <a:gd name="T7" fmla="*/ 16 h 109"/>
                <a:gd name="T8" fmla="*/ 112 w 116"/>
                <a:gd name="T9" fmla="*/ 34 h 109"/>
                <a:gd name="T10" fmla="*/ 116 w 116"/>
                <a:gd name="T11" fmla="*/ 55 h 109"/>
                <a:gd name="T12" fmla="*/ 116 w 116"/>
                <a:gd name="T13" fmla="*/ 109 h 109"/>
                <a:gd name="T14" fmla="*/ 0 w 116"/>
                <a:gd name="T15" fmla="*/ 109 h 109"/>
                <a:gd name="T16" fmla="*/ 0 w 116"/>
                <a:gd name="T17" fmla="*/ 55 h 109"/>
                <a:gd name="T18" fmla="*/ 5 w 116"/>
                <a:gd name="T19" fmla="*/ 34 h 109"/>
                <a:gd name="T20" fmla="*/ 16 w 116"/>
                <a:gd name="T21" fmla="*/ 16 h 109"/>
                <a:gd name="T22" fmla="*/ 35 w 116"/>
                <a:gd name="T23" fmla="*/ 2 h 109"/>
                <a:gd name="T24" fmla="*/ 56 w 116"/>
                <a:gd name="T25"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 h="109">
                  <a:moveTo>
                    <a:pt x="56" y="0"/>
                  </a:moveTo>
                  <a:lnTo>
                    <a:pt x="58" y="0"/>
                  </a:lnTo>
                  <a:lnTo>
                    <a:pt x="81" y="2"/>
                  </a:lnTo>
                  <a:lnTo>
                    <a:pt x="98" y="16"/>
                  </a:lnTo>
                  <a:lnTo>
                    <a:pt x="112" y="34"/>
                  </a:lnTo>
                  <a:lnTo>
                    <a:pt x="116" y="55"/>
                  </a:lnTo>
                  <a:lnTo>
                    <a:pt x="116" y="109"/>
                  </a:lnTo>
                  <a:lnTo>
                    <a:pt x="0" y="109"/>
                  </a:lnTo>
                  <a:lnTo>
                    <a:pt x="0" y="55"/>
                  </a:lnTo>
                  <a:lnTo>
                    <a:pt x="5" y="34"/>
                  </a:lnTo>
                  <a:lnTo>
                    <a:pt x="16" y="16"/>
                  </a:lnTo>
                  <a:lnTo>
                    <a:pt x="35" y="2"/>
                  </a:lnTo>
                  <a:lnTo>
                    <a:pt x="5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29"/>
            <p:cNvSpPr>
              <a:spLocks/>
            </p:cNvSpPr>
            <p:nvPr userDrawn="1"/>
          </p:nvSpPr>
          <p:spPr bwMode="auto">
            <a:xfrm>
              <a:off x="1133475" y="6029325"/>
              <a:ext cx="185738" cy="366713"/>
            </a:xfrm>
            <a:custGeom>
              <a:avLst/>
              <a:gdLst>
                <a:gd name="T0" fmla="*/ 59 w 117"/>
                <a:gd name="T1" fmla="*/ 0 h 231"/>
                <a:gd name="T2" fmla="*/ 61 w 117"/>
                <a:gd name="T3" fmla="*/ 0 h 231"/>
                <a:gd name="T4" fmla="*/ 82 w 117"/>
                <a:gd name="T5" fmla="*/ 5 h 231"/>
                <a:gd name="T6" fmla="*/ 100 w 117"/>
                <a:gd name="T7" fmla="*/ 17 h 231"/>
                <a:gd name="T8" fmla="*/ 112 w 117"/>
                <a:gd name="T9" fmla="*/ 35 h 231"/>
                <a:gd name="T10" fmla="*/ 117 w 117"/>
                <a:gd name="T11" fmla="*/ 56 h 231"/>
                <a:gd name="T12" fmla="*/ 117 w 117"/>
                <a:gd name="T13" fmla="*/ 175 h 231"/>
                <a:gd name="T14" fmla="*/ 112 w 117"/>
                <a:gd name="T15" fmla="*/ 196 h 231"/>
                <a:gd name="T16" fmla="*/ 100 w 117"/>
                <a:gd name="T17" fmla="*/ 215 h 231"/>
                <a:gd name="T18" fmla="*/ 82 w 117"/>
                <a:gd name="T19" fmla="*/ 229 h 231"/>
                <a:gd name="T20" fmla="*/ 61 w 117"/>
                <a:gd name="T21" fmla="*/ 231 h 231"/>
                <a:gd name="T22" fmla="*/ 59 w 117"/>
                <a:gd name="T23" fmla="*/ 231 h 231"/>
                <a:gd name="T24" fmla="*/ 35 w 117"/>
                <a:gd name="T25" fmla="*/ 229 h 231"/>
                <a:gd name="T26" fmla="*/ 19 w 117"/>
                <a:gd name="T27" fmla="*/ 215 h 231"/>
                <a:gd name="T28" fmla="*/ 5 w 117"/>
                <a:gd name="T29" fmla="*/ 196 h 231"/>
                <a:gd name="T30" fmla="*/ 0 w 117"/>
                <a:gd name="T31" fmla="*/ 175 h 231"/>
                <a:gd name="T32" fmla="*/ 0 w 117"/>
                <a:gd name="T33" fmla="*/ 56 h 231"/>
                <a:gd name="T34" fmla="*/ 5 w 117"/>
                <a:gd name="T35" fmla="*/ 35 h 231"/>
                <a:gd name="T36" fmla="*/ 19 w 117"/>
                <a:gd name="T37" fmla="*/ 17 h 231"/>
                <a:gd name="T38" fmla="*/ 35 w 117"/>
                <a:gd name="T39" fmla="*/ 5 h 231"/>
                <a:gd name="T40" fmla="*/ 59 w 117"/>
                <a:gd name="T41"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7" h="231">
                  <a:moveTo>
                    <a:pt x="59" y="0"/>
                  </a:moveTo>
                  <a:lnTo>
                    <a:pt x="61" y="0"/>
                  </a:lnTo>
                  <a:lnTo>
                    <a:pt x="82" y="5"/>
                  </a:lnTo>
                  <a:lnTo>
                    <a:pt x="100" y="17"/>
                  </a:lnTo>
                  <a:lnTo>
                    <a:pt x="112" y="35"/>
                  </a:lnTo>
                  <a:lnTo>
                    <a:pt x="117" y="56"/>
                  </a:lnTo>
                  <a:lnTo>
                    <a:pt x="117" y="175"/>
                  </a:lnTo>
                  <a:lnTo>
                    <a:pt x="112" y="196"/>
                  </a:lnTo>
                  <a:lnTo>
                    <a:pt x="100" y="215"/>
                  </a:lnTo>
                  <a:lnTo>
                    <a:pt x="82" y="229"/>
                  </a:lnTo>
                  <a:lnTo>
                    <a:pt x="61" y="231"/>
                  </a:lnTo>
                  <a:lnTo>
                    <a:pt x="59" y="231"/>
                  </a:lnTo>
                  <a:lnTo>
                    <a:pt x="35" y="229"/>
                  </a:lnTo>
                  <a:lnTo>
                    <a:pt x="19" y="215"/>
                  </a:lnTo>
                  <a:lnTo>
                    <a:pt x="5" y="196"/>
                  </a:lnTo>
                  <a:lnTo>
                    <a:pt x="0" y="175"/>
                  </a:lnTo>
                  <a:lnTo>
                    <a:pt x="0" y="56"/>
                  </a:lnTo>
                  <a:lnTo>
                    <a:pt x="5" y="35"/>
                  </a:lnTo>
                  <a:lnTo>
                    <a:pt x="19" y="17"/>
                  </a:lnTo>
                  <a:lnTo>
                    <a:pt x="35" y="5"/>
                  </a:lnTo>
                  <a:lnTo>
                    <a:pt x="5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30"/>
            <p:cNvSpPr>
              <a:spLocks/>
            </p:cNvSpPr>
            <p:nvPr userDrawn="1"/>
          </p:nvSpPr>
          <p:spPr bwMode="auto">
            <a:xfrm>
              <a:off x="1695450" y="6772275"/>
              <a:ext cx="180975" cy="85725"/>
            </a:xfrm>
            <a:custGeom>
              <a:avLst/>
              <a:gdLst>
                <a:gd name="T0" fmla="*/ 56 w 114"/>
                <a:gd name="T1" fmla="*/ 0 h 54"/>
                <a:gd name="T2" fmla="*/ 58 w 114"/>
                <a:gd name="T3" fmla="*/ 0 h 54"/>
                <a:gd name="T4" fmla="*/ 79 w 114"/>
                <a:gd name="T5" fmla="*/ 5 h 54"/>
                <a:gd name="T6" fmla="*/ 98 w 114"/>
                <a:gd name="T7" fmla="*/ 17 h 54"/>
                <a:gd name="T8" fmla="*/ 109 w 114"/>
                <a:gd name="T9" fmla="*/ 35 h 54"/>
                <a:gd name="T10" fmla="*/ 114 w 114"/>
                <a:gd name="T11" fmla="*/ 54 h 54"/>
                <a:gd name="T12" fmla="*/ 0 w 114"/>
                <a:gd name="T13" fmla="*/ 54 h 54"/>
                <a:gd name="T14" fmla="*/ 2 w 114"/>
                <a:gd name="T15" fmla="*/ 35 h 54"/>
                <a:gd name="T16" fmla="*/ 16 w 114"/>
                <a:gd name="T17" fmla="*/ 17 h 54"/>
                <a:gd name="T18" fmla="*/ 33 w 114"/>
                <a:gd name="T19" fmla="*/ 5 h 54"/>
                <a:gd name="T20" fmla="*/ 56 w 114"/>
                <a:gd name="T21"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4" h="54">
                  <a:moveTo>
                    <a:pt x="56" y="0"/>
                  </a:moveTo>
                  <a:lnTo>
                    <a:pt x="58" y="0"/>
                  </a:lnTo>
                  <a:lnTo>
                    <a:pt x="79" y="5"/>
                  </a:lnTo>
                  <a:lnTo>
                    <a:pt x="98" y="17"/>
                  </a:lnTo>
                  <a:lnTo>
                    <a:pt x="109" y="35"/>
                  </a:lnTo>
                  <a:lnTo>
                    <a:pt x="114" y="54"/>
                  </a:lnTo>
                  <a:lnTo>
                    <a:pt x="0" y="54"/>
                  </a:lnTo>
                  <a:lnTo>
                    <a:pt x="2" y="35"/>
                  </a:lnTo>
                  <a:lnTo>
                    <a:pt x="16" y="17"/>
                  </a:lnTo>
                  <a:lnTo>
                    <a:pt x="33" y="5"/>
                  </a:lnTo>
                  <a:lnTo>
                    <a:pt x="5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Freeform 31"/>
            <p:cNvSpPr>
              <a:spLocks/>
            </p:cNvSpPr>
            <p:nvPr userDrawn="1"/>
          </p:nvSpPr>
          <p:spPr bwMode="auto">
            <a:xfrm>
              <a:off x="1414463" y="6307137"/>
              <a:ext cx="185738" cy="369888"/>
            </a:xfrm>
            <a:custGeom>
              <a:avLst/>
              <a:gdLst>
                <a:gd name="T0" fmla="*/ 58 w 117"/>
                <a:gd name="T1" fmla="*/ 0 h 233"/>
                <a:gd name="T2" fmla="*/ 58 w 117"/>
                <a:gd name="T3" fmla="*/ 0 h 233"/>
                <a:gd name="T4" fmla="*/ 82 w 117"/>
                <a:gd name="T5" fmla="*/ 5 h 233"/>
                <a:gd name="T6" fmla="*/ 100 w 117"/>
                <a:gd name="T7" fmla="*/ 19 h 233"/>
                <a:gd name="T8" fmla="*/ 112 w 117"/>
                <a:gd name="T9" fmla="*/ 35 h 233"/>
                <a:gd name="T10" fmla="*/ 117 w 117"/>
                <a:gd name="T11" fmla="*/ 58 h 233"/>
                <a:gd name="T12" fmla="*/ 117 w 117"/>
                <a:gd name="T13" fmla="*/ 175 h 233"/>
                <a:gd name="T14" fmla="*/ 112 w 117"/>
                <a:gd name="T15" fmla="*/ 198 h 233"/>
                <a:gd name="T16" fmla="*/ 100 w 117"/>
                <a:gd name="T17" fmla="*/ 217 h 233"/>
                <a:gd name="T18" fmla="*/ 82 w 117"/>
                <a:gd name="T19" fmla="*/ 228 h 233"/>
                <a:gd name="T20" fmla="*/ 58 w 117"/>
                <a:gd name="T21" fmla="*/ 233 h 233"/>
                <a:gd name="T22" fmla="*/ 58 w 117"/>
                <a:gd name="T23" fmla="*/ 233 h 233"/>
                <a:gd name="T24" fmla="*/ 35 w 117"/>
                <a:gd name="T25" fmla="*/ 228 h 233"/>
                <a:gd name="T26" fmla="*/ 17 w 117"/>
                <a:gd name="T27" fmla="*/ 217 h 233"/>
                <a:gd name="T28" fmla="*/ 5 w 117"/>
                <a:gd name="T29" fmla="*/ 198 h 233"/>
                <a:gd name="T30" fmla="*/ 0 w 117"/>
                <a:gd name="T31" fmla="*/ 175 h 233"/>
                <a:gd name="T32" fmla="*/ 0 w 117"/>
                <a:gd name="T33" fmla="*/ 58 h 233"/>
                <a:gd name="T34" fmla="*/ 5 w 117"/>
                <a:gd name="T35" fmla="*/ 35 h 233"/>
                <a:gd name="T36" fmla="*/ 17 w 117"/>
                <a:gd name="T37" fmla="*/ 19 h 233"/>
                <a:gd name="T38" fmla="*/ 35 w 117"/>
                <a:gd name="T39" fmla="*/ 5 h 233"/>
                <a:gd name="T40" fmla="*/ 58 w 117"/>
                <a:gd name="T41" fmla="*/ 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7" h="233">
                  <a:moveTo>
                    <a:pt x="58" y="0"/>
                  </a:moveTo>
                  <a:lnTo>
                    <a:pt x="58" y="0"/>
                  </a:lnTo>
                  <a:lnTo>
                    <a:pt x="82" y="5"/>
                  </a:lnTo>
                  <a:lnTo>
                    <a:pt x="100" y="19"/>
                  </a:lnTo>
                  <a:lnTo>
                    <a:pt x="112" y="35"/>
                  </a:lnTo>
                  <a:lnTo>
                    <a:pt x="117" y="58"/>
                  </a:lnTo>
                  <a:lnTo>
                    <a:pt x="117" y="175"/>
                  </a:lnTo>
                  <a:lnTo>
                    <a:pt x="112" y="198"/>
                  </a:lnTo>
                  <a:lnTo>
                    <a:pt x="100" y="217"/>
                  </a:lnTo>
                  <a:lnTo>
                    <a:pt x="82" y="228"/>
                  </a:lnTo>
                  <a:lnTo>
                    <a:pt x="58" y="233"/>
                  </a:lnTo>
                  <a:lnTo>
                    <a:pt x="58" y="233"/>
                  </a:lnTo>
                  <a:lnTo>
                    <a:pt x="35" y="228"/>
                  </a:lnTo>
                  <a:lnTo>
                    <a:pt x="17" y="217"/>
                  </a:lnTo>
                  <a:lnTo>
                    <a:pt x="5" y="198"/>
                  </a:lnTo>
                  <a:lnTo>
                    <a:pt x="0" y="175"/>
                  </a:lnTo>
                  <a:lnTo>
                    <a:pt x="0" y="58"/>
                  </a:lnTo>
                  <a:lnTo>
                    <a:pt x="5" y="35"/>
                  </a:lnTo>
                  <a:lnTo>
                    <a:pt x="17" y="19"/>
                  </a:lnTo>
                  <a:lnTo>
                    <a:pt x="35" y="5"/>
                  </a:lnTo>
                  <a:lnTo>
                    <a:pt x="5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Freeform 32"/>
            <p:cNvSpPr>
              <a:spLocks/>
            </p:cNvSpPr>
            <p:nvPr userDrawn="1"/>
          </p:nvSpPr>
          <p:spPr bwMode="auto">
            <a:xfrm>
              <a:off x="1968500" y="6588125"/>
              <a:ext cx="185738" cy="269875"/>
            </a:xfrm>
            <a:custGeom>
              <a:avLst/>
              <a:gdLst>
                <a:gd name="T0" fmla="*/ 58 w 117"/>
                <a:gd name="T1" fmla="*/ 0 h 170"/>
                <a:gd name="T2" fmla="*/ 61 w 117"/>
                <a:gd name="T3" fmla="*/ 0 h 170"/>
                <a:gd name="T4" fmla="*/ 82 w 117"/>
                <a:gd name="T5" fmla="*/ 5 h 170"/>
                <a:gd name="T6" fmla="*/ 100 w 117"/>
                <a:gd name="T7" fmla="*/ 16 h 170"/>
                <a:gd name="T8" fmla="*/ 114 w 117"/>
                <a:gd name="T9" fmla="*/ 35 h 170"/>
                <a:gd name="T10" fmla="*/ 117 w 117"/>
                <a:gd name="T11" fmla="*/ 56 h 170"/>
                <a:gd name="T12" fmla="*/ 117 w 117"/>
                <a:gd name="T13" fmla="*/ 170 h 170"/>
                <a:gd name="T14" fmla="*/ 0 w 117"/>
                <a:gd name="T15" fmla="*/ 170 h 170"/>
                <a:gd name="T16" fmla="*/ 0 w 117"/>
                <a:gd name="T17" fmla="*/ 56 h 170"/>
                <a:gd name="T18" fmla="*/ 5 w 117"/>
                <a:gd name="T19" fmla="*/ 35 h 170"/>
                <a:gd name="T20" fmla="*/ 17 w 117"/>
                <a:gd name="T21" fmla="*/ 16 h 170"/>
                <a:gd name="T22" fmla="*/ 35 w 117"/>
                <a:gd name="T23" fmla="*/ 5 h 170"/>
                <a:gd name="T24" fmla="*/ 58 w 117"/>
                <a:gd name="T25"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170">
                  <a:moveTo>
                    <a:pt x="58" y="0"/>
                  </a:moveTo>
                  <a:lnTo>
                    <a:pt x="61" y="0"/>
                  </a:lnTo>
                  <a:lnTo>
                    <a:pt x="82" y="5"/>
                  </a:lnTo>
                  <a:lnTo>
                    <a:pt x="100" y="16"/>
                  </a:lnTo>
                  <a:lnTo>
                    <a:pt x="114" y="35"/>
                  </a:lnTo>
                  <a:lnTo>
                    <a:pt x="117" y="56"/>
                  </a:lnTo>
                  <a:lnTo>
                    <a:pt x="117" y="170"/>
                  </a:lnTo>
                  <a:lnTo>
                    <a:pt x="0" y="170"/>
                  </a:lnTo>
                  <a:lnTo>
                    <a:pt x="0" y="56"/>
                  </a:lnTo>
                  <a:lnTo>
                    <a:pt x="5" y="35"/>
                  </a:lnTo>
                  <a:lnTo>
                    <a:pt x="17" y="16"/>
                  </a:lnTo>
                  <a:lnTo>
                    <a:pt x="35" y="5"/>
                  </a:lnTo>
                  <a:lnTo>
                    <a:pt x="5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Freeform 33"/>
            <p:cNvSpPr>
              <a:spLocks/>
            </p:cNvSpPr>
            <p:nvPr userDrawn="1"/>
          </p:nvSpPr>
          <p:spPr bwMode="auto">
            <a:xfrm>
              <a:off x="2246313" y="6588125"/>
              <a:ext cx="184150" cy="269875"/>
            </a:xfrm>
            <a:custGeom>
              <a:avLst/>
              <a:gdLst>
                <a:gd name="T0" fmla="*/ 58 w 116"/>
                <a:gd name="T1" fmla="*/ 0 h 170"/>
                <a:gd name="T2" fmla="*/ 58 w 116"/>
                <a:gd name="T3" fmla="*/ 0 h 170"/>
                <a:gd name="T4" fmla="*/ 81 w 116"/>
                <a:gd name="T5" fmla="*/ 5 h 170"/>
                <a:gd name="T6" fmla="*/ 100 w 116"/>
                <a:gd name="T7" fmla="*/ 16 h 170"/>
                <a:gd name="T8" fmla="*/ 111 w 116"/>
                <a:gd name="T9" fmla="*/ 35 h 170"/>
                <a:gd name="T10" fmla="*/ 116 w 116"/>
                <a:gd name="T11" fmla="*/ 56 h 170"/>
                <a:gd name="T12" fmla="*/ 116 w 116"/>
                <a:gd name="T13" fmla="*/ 170 h 170"/>
                <a:gd name="T14" fmla="*/ 0 w 116"/>
                <a:gd name="T15" fmla="*/ 170 h 170"/>
                <a:gd name="T16" fmla="*/ 0 w 116"/>
                <a:gd name="T17" fmla="*/ 56 h 170"/>
                <a:gd name="T18" fmla="*/ 4 w 116"/>
                <a:gd name="T19" fmla="*/ 35 h 170"/>
                <a:gd name="T20" fmla="*/ 16 w 116"/>
                <a:gd name="T21" fmla="*/ 16 h 170"/>
                <a:gd name="T22" fmla="*/ 35 w 116"/>
                <a:gd name="T23" fmla="*/ 5 h 170"/>
                <a:gd name="T24" fmla="*/ 58 w 116"/>
                <a:gd name="T25"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 h="170">
                  <a:moveTo>
                    <a:pt x="58" y="0"/>
                  </a:moveTo>
                  <a:lnTo>
                    <a:pt x="58" y="0"/>
                  </a:lnTo>
                  <a:lnTo>
                    <a:pt x="81" y="5"/>
                  </a:lnTo>
                  <a:lnTo>
                    <a:pt x="100" y="16"/>
                  </a:lnTo>
                  <a:lnTo>
                    <a:pt x="111" y="35"/>
                  </a:lnTo>
                  <a:lnTo>
                    <a:pt x="116" y="56"/>
                  </a:lnTo>
                  <a:lnTo>
                    <a:pt x="116" y="170"/>
                  </a:lnTo>
                  <a:lnTo>
                    <a:pt x="0" y="170"/>
                  </a:lnTo>
                  <a:lnTo>
                    <a:pt x="0" y="56"/>
                  </a:lnTo>
                  <a:lnTo>
                    <a:pt x="4" y="35"/>
                  </a:lnTo>
                  <a:lnTo>
                    <a:pt x="16" y="16"/>
                  </a:lnTo>
                  <a:lnTo>
                    <a:pt x="35" y="5"/>
                  </a:lnTo>
                  <a:lnTo>
                    <a:pt x="5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Freeform 34"/>
            <p:cNvSpPr>
              <a:spLocks/>
            </p:cNvSpPr>
            <p:nvPr userDrawn="1"/>
          </p:nvSpPr>
          <p:spPr bwMode="auto">
            <a:xfrm>
              <a:off x="2527300" y="6588125"/>
              <a:ext cx="365125" cy="184150"/>
            </a:xfrm>
            <a:custGeom>
              <a:avLst/>
              <a:gdLst>
                <a:gd name="T0" fmla="*/ 55 w 230"/>
                <a:gd name="T1" fmla="*/ 0 h 116"/>
                <a:gd name="T2" fmla="*/ 174 w 230"/>
                <a:gd name="T3" fmla="*/ 0 h 116"/>
                <a:gd name="T4" fmla="*/ 195 w 230"/>
                <a:gd name="T5" fmla="*/ 5 h 116"/>
                <a:gd name="T6" fmla="*/ 214 w 230"/>
                <a:gd name="T7" fmla="*/ 16 h 116"/>
                <a:gd name="T8" fmla="*/ 225 w 230"/>
                <a:gd name="T9" fmla="*/ 35 h 116"/>
                <a:gd name="T10" fmla="*/ 230 w 230"/>
                <a:gd name="T11" fmla="*/ 56 h 116"/>
                <a:gd name="T12" fmla="*/ 230 w 230"/>
                <a:gd name="T13" fmla="*/ 58 h 116"/>
                <a:gd name="T14" fmla="*/ 225 w 230"/>
                <a:gd name="T15" fmla="*/ 81 h 116"/>
                <a:gd name="T16" fmla="*/ 214 w 230"/>
                <a:gd name="T17" fmla="*/ 100 h 116"/>
                <a:gd name="T18" fmla="*/ 195 w 230"/>
                <a:gd name="T19" fmla="*/ 112 h 116"/>
                <a:gd name="T20" fmla="*/ 174 w 230"/>
                <a:gd name="T21" fmla="*/ 116 h 116"/>
                <a:gd name="T22" fmla="*/ 55 w 230"/>
                <a:gd name="T23" fmla="*/ 116 h 116"/>
                <a:gd name="T24" fmla="*/ 35 w 230"/>
                <a:gd name="T25" fmla="*/ 112 h 116"/>
                <a:gd name="T26" fmla="*/ 16 w 230"/>
                <a:gd name="T27" fmla="*/ 100 h 116"/>
                <a:gd name="T28" fmla="*/ 2 w 230"/>
                <a:gd name="T29" fmla="*/ 81 h 116"/>
                <a:gd name="T30" fmla="*/ 0 w 230"/>
                <a:gd name="T31" fmla="*/ 58 h 116"/>
                <a:gd name="T32" fmla="*/ 0 w 230"/>
                <a:gd name="T33" fmla="*/ 56 h 116"/>
                <a:gd name="T34" fmla="*/ 2 w 230"/>
                <a:gd name="T35" fmla="*/ 35 h 116"/>
                <a:gd name="T36" fmla="*/ 16 w 230"/>
                <a:gd name="T37" fmla="*/ 16 h 116"/>
                <a:gd name="T38" fmla="*/ 35 w 230"/>
                <a:gd name="T39" fmla="*/ 5 h 116"/>
                <a:gd name="T40" fmla="*/ 55 w 230"/>
                <a:gd name="T4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30" h="116">
                  <a:moveTo>
                    <a:pt x="55" y="0"/>
                  </a:moveTo>
                  <a:lnTo>
                    <a:pt x="174" y="0"/>
                  </a:lnTo>
                  <a:lnTo>
                    <a:pt x="195" y="5"/>
                  </a:lnTo>
                  <a:lnTo>
                    <a:pt x="214" y="16"/>
                  </a:lnTo>
                  <a:lnTo>
                    <a:pt x="225" y="35"/>
                  </a:lnTo>
                  <a:lnTo>
                    <a:pt x="230" y="56"/>
                  </a:lnTo>
                  <a:lnTo>
                    <a:pt x="230" y="58"/>
                  </a:lnTo>
                  <a:lnTo>
                    <a:pt x="225" y="81"/>
                  </a:lnTo>
                  <a:lnTo>
                    <a:pt x="214" y="100"/>
                  </a:lnTo>
                  <a:lnTo>
                    <a:pt x="195" y="112"/>
                  </a:lnTo>
                  <a:lnTo>
                    <a:pt x="174" y="116"/>
                  </a:lnTo>
                  <a:lnTo>
                    <a:pt x="55" y="116"/>
                  </a:lnTo>
                  <a:lnTo>
                    <a:pt x="35" y="112"/>
                  </a:lnTo>
                  <a:lnTo>
                    <a:pt x="16" y="100"/>
                  </a:lnTo>
                  <a:lnTo>
                    <a:pt x="2" y="81"/>
                  </a:lnTo>
                  <a:lnTo>
                    <a:pt x="0" y="58"/>
                  </a:lnTo>
                  <a:lnTo>
                    <a:pt x="0" y="56"/>
                  </a:lnTo>
                  <a:lnTo>
                    <a:pt x="2" y="35"/>
                  </a:lnTo>
                  <a:lnTo>
                    <a:pt x="16" y="16"/>
                  </a:lnTo>
                  <a:lnTo>
                    <a:pt x="35" y="5"/>
                  </a:lnTo>
                  <a:lnTo>
                    <a:pt x="55"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35"/>
            <p:cNvSpPr>
              <a:spLocks/>
            </p:cNvSpPr>
            <p:nvPr userDrawn="1"/>
          </p:nvSpPr>
          <p:spPr bwMode="auto">
            <a:xfrm>
              <a:off x="2714625" y="6588125"/>
              <a:ext cx="185738" cy="269875"/>
            </a:xfrm>
            <a:custGeom>
              <a:avLst/>
              <a:gdLst>
                <a:gd name="T0" fmla="*/ 58 w 117"/>
                <a:gd name="T1" fmla="*/ 0 h 170"/>
                <a:gd name="T2" fmla="*/ 58 w 117"/>
                <a:gd name="T3" fmla="*/ 0 h 170"/>
                <a:gd name="T4" fmla="*/ 82 w 117"/>
                <a:gd name="T5" fmla="*/ 5 h 170"/>
                <a:gd name="T6" fmla="*/ 100 w 117"/>
                <a:gd name="T7" fmla="*/ 16 h 170"/>
                <a:gd name="T8" fmla="*/ 112 w 117"/>
                <a:gd name="T9" fmla="*/ 35 h 170"/>
                <a:gd name="T10" fmla="*/ 117 w 117"/>
                <a:gd name="T11" fmla="*/ 56 h 170"/>
                <a:gd name="T12" fmla="*/ 117 w 117"/>
                <a:gd name="T13" fmla="*/ 170 h 170"/>
                <a:gd name="T14" fmla="*/ 0 w 117"/>
                <a:gd name="T15" fmla="*/ 170 h 170"/>
                <a:gd name="T16" fmla="*/ 0 w 117"/>
                <a:gd name="T17" fmla="*/ 56 h 170"/>
                <a:gd name="T18" fmla="*/ 5 w 117"/>
                <a:gd name="T19" fmla="*/ 35 h 170"/>
                <a:gd name="T20" fmla="*/ 17 w 117"/>
                <a:gd name="T21" fmla="*/ 16 h 170"/>
                <a:gd name="T22" fmla="*/ 35 w 117"/>
                <a:gd name="T23" fmla="*/ 5 h 170"/>
                <a:gd name="T24" fmla="*/ 58 w 117"/>
                <a:gd name="T25"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170">
                  <a:moveTo>
                    <a:pt x="58" y="0"/>
                  </a:moveTo>
                  <a:lnTo>
                    <a:pt x="58" y="0"/>
                  </a:lnTo>
                  <a:lnTo>
                    <a:pt x="82" y="5"/>
                  </a:lnTo>
                  <a:lnTo>
                    <a:pt x="100" y="16"/>
                  </a:lnTo>
                  <a:lnTo>
                    <a:pt x="112" y="35"/>
                  </a:lnTo>
                  <a:lnTo>
                    <a:pt x="117" y="56"/>
                  </a:lnTo>
                  <a:lnTo>
                    <a:pt x="117" y="170"/>
                  </a:lnTo>
                  <a:lnTo>
                    <a:pt x="0" y="170"/>
                  </a:lnTo>
                  <a:lnTo>
                    <a:pt x="0" y="56"/>
                  </a:lnTo>
                  <a:lnTo>
                    <a:pt x="5" y="35"/>
                  </a:lnTo>
                  <a:lnTo>
                    <a:pt x="17" y="16"/>
                  </a:lnTo>
                  <a:lnTo>
                    <a:pt x="35" y="5"/>
                  </a:lnTo>
                  <a:lnTo>
                    <a:pt x="5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Freeform 36"/>
            <p:cNvSpPr>
              <a:spLocks/>
            </p:cNvSpPr>
            <p:nvPr userDrawn="1"/>
          </p:nvSpPr>
          <p:spPr bwMode="auto">
            <a:xfrm>
              <a:off x="3268663" y="6772275"/>
              <a:ext cx="647700" cy="85725"/>
            </a:xfrm>
            <a:custGeom>
              <a:avLst/>
              <a:gdLst>
                <a:gd name="T0" fmla="*/ 56 w 408"/>
                <a:gd name="T1" fmla="*/ 0 h 54"/>
                <a:gd name="T2" fmla="*/ 352 w 408"/>
                <a:gd name="T3" fmla="*/ 0 h 54"/>
                <a:gd name="T4" fmla="*/ 375 w 408"/>
                <a:gd name="T5" fmla="*/ 5 h 54"/>
                <a:gd name="T6" fmla="*/ 391 w 408"/>
                <a:gd name="T7" fmla="*/ 17 h 54"/>
                <a:gd name="T8" fmla="*/ 405 w 408"/>
                <a:gd name="T9" fmla="*/ 35 h 54"/>
                <a:gd name="T10" fmla="*/ 408 w 408"/>
                <a:gd name="T11" fmla="*/ 54 h 54"/>
                <a:gd name="T12" fmla="*/ 0 w 408"/>
                <a:gd name="T13" fmla="*/ 54 h 54"/>
                <a:gd name="T14" fmla="*/ 5 w 408"/>
                <a:gd name="T15" fmla="*/ 35 h 54"/>
                <a:gd name="T16" fmla="*/ 17 w 408"/>
                <a:gd name="T17" fmla="*/ 17 h 54"/>
                <a:gd name="T18" fmla="*/ 35 w 408"/>
                <a:gd name="T19" fmla="*/ 5 h 54"/>
                <a:gd name="T20" fmla="*/ 56 w 408"/>
                <a:gd name="T21"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8" h="54">
                  <a:moveTo>
                    <a:pt x="56" y="0"/>
                  </a:moveTo>
                  <a:lnTo>
                    <a:pt x="352" y="0"/>
                  </a:lnTo>
                  <a:lnTo>
                    <a:pt x="375" y="5"/>
                  </a:lnTo>
                  <a:lnTo>
                    <a:pt x="391" y="17"/>
                  </a:lnTo>
                  <a:lnTo>
                    <a:pt x="405" y="35"/>
                  </a:lnTo>
                  <a:lnTo>
                    <a:pt x="408" y="54"/>
                  </a:lnTo>
                  <a:lnTo>
                    <a:pt x="0" y="54"/>
                  </a:lnTo>
                  <a:lnTo>
                    <a:pt x="5" y="35"/>
                  </a:lnTo>
                  <a:lnTo>
                    <a:pt x="17" y="17"/>
                  </a:lnTo>
                  <a:lnTo>
                    <a:pt x="35" y="5"/>
                  </a:lnTo>
                  <a:lnTo>
                    <a:pt x="5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 name="Freeform 37"/>
            <p:cNvSpPr>
              <a:spLocks/>
            </p:cNvSpPr>
            <p:nvPr userDrawn="1"/>
          </p:nvSpPr>
          <p:spPr bwMode="auto">
            <a:xfrm>
              <a:off x="2989263" y="6772275"/>
              <a:ext cx="184150" cy="85725"/>
            </a:xfrm>
            <a:custGeom>
              <a:avLst/>
              <a:gdLst>
                <a:gd name="T0" fmla="*/ 58 w 116"/>
                <a:gd name="T1" fmla="*/ 0 h 54"/>
                <a:gd name="T2" fmla="*/ 58 w 116"/>
                <a:gd name="T3" fmla="*/ 0 h 54"/>
                <a:gd name="T4" fmla="*/ 81 w 116"/>
                <a:gd name="T5" fmla="*/ 5 h 54"/>
                <a:gd name="T6" fmla="*/ 100 w 116"/>
                <a:gd name="T7" fmla="*/ 17 h 54"/>
                <a:gd name="T8" fmla="*/ 111 w 116"/>
                <a:gd name="T9" fmla="*/ 35 h 54"/>
                <a:gd name="T10" fmla="*/ 116 w 116"/>
                <a:gd name="T11" fmla="*/ 54 h 54"/>
                <a:gd name="T12" fmla="*/ 0 w 116"/>
                <a:gd name="T13" fmla="*/ 54 h 54"/>
                <a:gd name="T14" fmla="*/ 4 w 116"/>
                <a:gd name="T15" fmla="*/ 35 h 54"/>
                <a:gd name="T16" fmla="*/ 16 w 116"/>
                <a:gd name="T17" fmla="*/ 17 h 54"/>
                <a:gd name="T18" fmla="*/ 34 w 116"/>
                <a:gd name="T19" fmla="*/ 5 h 54"/>
                <a:gd name="T20" fmla="*/ 58 w 116"/>
                <a:gd name="T21"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6" h="54">
                  <a:moveTo>
                    <a:pt x="58" y="0"/>
                  </a:moveTo>
                  <a:lnTo>
                    <a:pt x="58" y="0"/>
                  </a:lnTo>
                  <a:lnTo>
                    <a:pt x="81" y="5"/>
                  </a:lnTo>
                  <a:lnTo>
                    <a:pt x="100" y="17"/>
                  </a:lnTo>
                  <a:lnTo>
                    <a:pt x="111" y="35"/>
                  </a:lnTo>
                  <a:lnTo>
                    <a:pt x="116" y="54"/>
                  </a:lnTo>
                  <a:lnTo>
                    <a:pt x="0" y="54"/>
                  </a:lnTo>
                  <a:lnTo>
                    <a:pt x="4" y="35"/>
                  </a:lnTo>
                  <a:lnTo>
                    <a:pt x="16" y="17"/>
                  </a:lnTo>
                  <a:lnTo>
                    <a:pt x="34" y="5"/>
                  </a:lnTo>
                  <a:lnTo>
                    <a:pt x="5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Freeform 38"/>
            <p:cNvSpPr>
              <a:spLocks/>
            </p:cNvSpPr>
            <p:nvPr userDrawn="1"/>
          </p:nvSpPr>
          <p:spPr bwMode="auto">
            <a:xfrm>
              <a:off x="298450" y="6029325"/>
              <a:ext cx="185738" cy="185738"/>
            </a:xfrm>
            <a:custGeom>
              <a:avLst/>
              <a:gdLst>
                <a:gd name="T0" fmla="*/ 56 w 117"/>
                <a:gd name="T1" fmla="*/ 0 h 117"/>
                <a:gd name="T2" fmla="*/ 59 w 117"/>
                <a:gd name="T3" fmla="*/ 0 h 117"/>
                <a:gd name="T4" fmla="*/ 82 w 117"/>
                <a:gd name="T5" fmla="*/ 5 h 117"/>
                <a:gd name="T6" fmla="*/ 98 w 117"/>
                <a:gd name="T7" fmla="*/ 17 h 117"/>
                <a:gd name="T8" fmla="*/ 112 w 117"/>
                <a:gd name="T9" fmla="*/ 35 h 117"/>
                <a:gd name="T10" fmla="*/ 117 w 117"/>
                <a:gd name="T11" fmla="*/ 56 h 117"/>
                <a:gd name="T12" fmla="*/ 117 w 117"/>
                <a:gd name="T13" fmla="*/ 58 h 117"/>
                <a:gd name="T14" fmla="*/ 112 w 117"/>
                <a:gd name="T15" fmla="*/ 82 h 117"/>
                <a:gd name="T16" fmla="*/ 98 w 117"/>
                <a:gd name="T17" fmla="*/ 98 h 117"/>
                <a:gd name="T18" fmla="*/ 82 w 117"/>
                <a:gd name="T19" fmla="*/ 112 h 117"/>
                <a:gd name="T20" fmla="*/ 59 w 117"/>
                <a:gd name="T21" fmla="*/ 117 h 117"/>
                <a:gd name="T22" fmla="*/ 56 w 117"/>
                <a:gd name="T23" fmla="*/ 117 h 117"/>
                <a:gd name="T24" fmla="*/ 35 w 117"/>
                <a:gd name="T25" fmla="*/ 112 h 117"/>
                <a:gd name="T26" fmla="*/ 17 w 117"/>
                <a:gd name="T27" fmla="*/ 98 h 117"/>
                <a:gd name="T28" fmla="*/ 5 w 117"/>
                <a:gd name="T29" fmla="*/ 82 h 117"/>
                <a:gd name="T30" fmla="*/ 0 w 117"/>
                <a:gd name="T31" fmla="*/ 58 h 117"/>
                <a:gd name="T32" fmla="*/ 0 w 117"/>
                <a:gd name="T33" fmla="*/ 56 h 117"/>
                <a:gd name="T34" fmla="*/ 5 w 117"/>
                <a:gd name="T35" fmla="*/ 35 h 117"/>
                <a:gd name="T36" fmla="*/ 17 w 117"/>
                <a:gd name="T37" fmla="*/ 17 h 117"/>
                <a:gd name="T38" fmla="*/ 35 w 117"/>
                <a:gd name="T39" fmla="*/ 5 h 117"/>
                <a:gd name="T40" fmla="*/ 56 w 117"/>
                <a:gd name="T4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7" h="117">
                  <a:moveTo>
                    <a:pt x="56" y="0"/>
                  </a:moveTo>
                  <a:lnTo>
                    <a:pt x="59" y="0"/>
                  </a:lnTo>
                  <a:lnTo>
                    <a:pt x="82" y="5"/>
                  </a:lnTo>
                  <a:lnTo>
                    <a:pt x="98" y="17"/>
                  </a:lnTo>
                  <a:lnTo>
                    <a:pt x="112" y="35"/>
                  </a:lnTo>
                  <a:lnTo>
                    <a:pt x="117" y="56"/>
                  </a:lnTo>
                  <a:lnTo>
                    <a:pt x="117" y="58"/>
                  </a:lnTo>
                  <a:lnTo>
                    <a:pt x="112" y="82"/>
                  </a:lnTo>
                  <a:lnTo>
                    <a:pt x="98" y="98"/>
                  </a:lnTo>
                  <a:lnTo>
                    <a:pt x="82" y="112"/>
                  </a:lnTo>
                  <a:lnTo>
                    <a:pt x="59" y="117"/>
                  </a:lnTo>
                  <a:lnTo>
                    <a:pt x="56" y="117"/>
                  </a:lnTo>
                  <a:lnTo>
                    <a:pt x="35" y="112"/>
                  </a:lnTo>
                  <a:lnTo>
                    <a:pt x="17" y="98"/>
                  </a:lnTo>
                  <a:lnTo>
                    <a:pt x="5" y="82"/>
                  </a:lnTo>
                  <a:lnTo>
                    <a:pt x="0" y="58"/>
                  </a:lnTo>
                  <a:lnTo>
                    <a:pt x="0" y="56"/>
                  </a:lnTo>
                  <a:lnTo>
                    <a:pt x="5" y="35"/>
                  </a:lnTo>
                  <a:lnTo>
                    <a:pt x="17" y="17"/>
                  </a:lnTo>
                  <a:lnTo>
                    <a:pt x="35" y="5"/>
                  </a:lnTo>
                  <a:lnTo>
                    <a:pt x="5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0" name="Freeform 39"/>
            <p:cNvSpPr>
              <a:spLocks/>
            </p:cNvSpPr>
            <p:nvPr userDrawn="1"/>
          </p:nvSpPr>
          <p:spPr bwMode="auto">
            <a:xfrm>
              <a:off x="576263" y="6029325"/>
              <a:ext cx="184150" cy="447675"/>
            </a:xfrm>
            <a:custGeom>
              <a:avLst/>
              <a:gdLst>
                <a:gd name="T0" fmla="*/ 58 w 116"/>
                <a:gd name="T1" fmla="*/ 0 h 282"/>
                <a:gd name="T2" fmla="*/ 61 w 116"/>
                <a:gd name="T3" fmla="*/ 0 h 282"/>
                <a:gd name="T4" fmla="*/ 81 w 116"/>
                <a:gd name="T5" fmla="*/ 5 h 282"/>
                <a:gd name="T6" fmla="*/ 100 w 116"/>
                <a:gd name="T7" fmla="*/ 17 h 282"/>
                <a:gd name="T8" fmla="*/ 112 w 116"/>
                <a:gd name="T9" fmla="*/ 35 h 282"/>
                <a:gd name="T10" fmla="*/ 116 w 116"/>
                <a:gd name="T11" fmla="*/ 56 h 282"/>
                <a:gd name="T12" fmla="*/ 116 w 116"/>
                <a:gd name="T13" fmla="*/ 224 h 282"/>
                <a:gd name="T14" fmla="*/ 112 w 116"/>
                <a:gd name="T15" fmla="*/ 247 h 282"/>
                <a:gd name="T16" fmla="*/ 100 w 116"/>
                <a:gd name="T17" fmla="*/ 263 h 282"/>
                <a:gd name="T18" fmla="*/ 81 w 116"/>
                <a:gd name="T19" fmla="*/ 277 h 282"/>
                <a:gd name="T20" fmla="*/ 61 w 116"/>
                <a:gd name="T21" fmla="*/ 282 h 282"/>
                <a:gd name="T22" fmla="*/ 58 w 116"/>
                <a:gd name="T23" fmla="*/ 282 h 282"/>
                <a:gd name="T24" fmla="*/ 35 w 116"/>
                <a:gd name="T25" fmla="*/ 277 h 282"/>
                <a:gd name="T26" fmla="*/ 16 w 116"/>
                <a:gd name="T27" fmla="*/ 263 h 282"/>
                <a:gd name="T28" fmla="*/ 5 w 116"/>
                <a:gd name="T29" fmla="*/ 247 h 282"/>
                <a:gd name="T30" fmla="*/ 0 w 116"/>
                <a:gd name="T31" fmla="*/ 224 h 282"/>
                <a:gd name="T32" fmla="*/ 0 w 116"/>
                <a:gd name="T33" fmla="*/ 56 h 282"/>
                <a:gd name="T34" fmla="*/ 5 w 116"/>
                <a:gd name="T35" fmla="*/ 35 h 282"/>
                <a:gd name="T36" fmla="*/ 16 w 116"/>
                <a:gd name="T37" fmla="*/ 17 h 282"/>
                <a:gd name="T38" fmla="*/ 35 w 116"/>
                <a:gd name="T39" fmla="*/ 5 h 282"/>
                <a:gd name="T40" fmla="*/ 58 w 116"/>
                <a:gd name="T41"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6" h="282">
                  <a:moveTo>
                    <a:pt x="58" y="0"/>
                  </a:moveTo>
                  <a:lnTo>
                    <a:pt x="61" y="0"/>
                  </a:lnTo>
                  <a:lnTo>
                    <a:pt x="81" y="5"/>
                  </a:lnTo>
                  <a:lnTo>
                    <a:pt x="100" y="17"/>
                  </a:lnTo>
                  <a:lnTo>
                    <a:pt x="112" y="35"/>
                  </a:lnTo>
                  <a:lnTo>
                    <a:pt x="116" y="56"/>
                  </a:lnTo>
                  <a:lnTo>
                    <a:pt x="116" y="224"/>
                  </a:lnTo>
                  <a:lnTo>
                    <a:pt x="112" y="247"/>
                  </a:lnTo>
                  <a:lnTo>
                    <a:pt x="100" y="263"/>
                  </a:lnTo>
                  <a:lnTo>
                    <a:pt x="81" y="277"/>
                  </a:lnTo>
                  <a:lnTo>
                    <a:pt x="61" y="282"/>
                  </a:lnTo>
                  <a:lnTo>
                    <a:pt x="58" y="282"/>
                  </a:lnTo>
                  <a:lnTo>
                    <a:pt x="35" y="277"/>
                  </a:lnTo>
                  <a:lnTo>
                    <a:pt x="16" y="263"/>
                  </a:lnTo>
                  <a:lnTo>
                    <a:pt x="5" y="247"/>
                  </a:lnTo>
                  <a:lnTo>
                    <a:pt x="0" y="224"/>
                  </a:lnTo>
                  <a:lnTo>
                    <a:pt x="0" y="56"/>
                  </a:lnTo>
                  <a:lnTo>
                    <a:pt x="5" y="35"/>
                  </a:lnTo>
                  <a:lnTo>
                    <a:pt x="16" y="17"/>
                  </a:lnTo>
                  <a:lnTo>
                    <a:pt x="35" y="5"/>
                  </a:lnTo>
                  <a:lnTo>
                    <a:pt x="5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9628541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photo insert">
    <p:spTree>
      <p:nvGrpSpPr>
        <p:cNvPr id="1" name=""/>
        <p:cNvGrpSpPr/>
        <p:nvPr/>
      </p:nvGrpSpPr>
      <p:grpSpPr>
        <a:xfrm>
          <a:off x="0" y="0"/>
          <a:ext cx="0" cy="0"/>
          <a:chOff x="0" y="0"/>
          <a:chExt cx="0" cy="0"/>
        </a:xfrm>
      </p:grpSpPr>
      <p:sp>
        <p:nvSpPr>
          <p:cNvPr id="90" name="Rectangle 89"/>
          <p:cNvSpPr/>
          <p:nvPr/>
        </p:nvSpPr>
        <p:spPr>
          <a:xfrm>
            <a:off x="5959780" y="5039710"/>
            <a:ext cx="5622621" cy="1635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84" name="Rectangle 83"/>
          <p:cNvSpPr/>
          <p:nvPr/>
        </p:nvSpPr>
        <p:spPr>
          <a:xfrm>
            <a:off x="3090509" y="3279527"/>
            <a:ext cx="5898699" cy="1635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5" name="Rectangle 4"/>
          <p:cNvSpPr/>
          <p:nvPr/>
        </p:nvSpPr>
        <p:spPr>
          <a:xfrm>
            <a:off x="374104" y="1525467"/>
            <a:ext cx="5622621" cy="16354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33" name="Picture Placeholder 8"/>
          <p:cNvSpPr>
            <a:spLocks noGrp="1"/>
          </p:cNvSpPr>
          <p:nvPr>
            <p:ph type="pic" sz="quarter" idx="10" hasCustomPrompt="1"/>
          </p:nvPr>
        </p:nvSpPr>
        <p:spPr>
          <a:xfrm>
            <a:off x="475367" y="1619643"/>
            <a:ext cx="771876" cy="899819"/>
          </a:xfrm>
          <a:prstGeom prst="rect">
            <a:avLst/>
          </a:prstGeom>
        </p:spPr>
        <p:txBody>
          <a:bodyPr>
            <a:normAutofit/>
          </a:bodyPr>
          <a:lstStyle>
            <a:lvl1pPr marL="0" indent="0">
              <a:buNone/>
              <a:defRPr sz="1200"/>
            </a:lvl1pPr>
          </a:lstStyle>
          <a:p>
            <a:r>
              <a:rPr lang="en-US"/>
              <a:t>Photo</a:t>
            </a:r>
          </a:p>
        </p:txBody>
      </p:sp>
      <p:sp>
        <p:nvSpPr>
          <p:cNvPr id="81" name="Picture Placeholder 8"/>
          <p:cNvSpPr>
            <a:spLocks noGrp="1"/>
          </p:cNvSpPr>
          <p:nvPr>
            <p:ph type="pic" sz="quarter" idx="11" hasCustomPrompt="1"/>
          </p:nvPr>
        </p:nvSpPr>
        <p:spPr>
          <a:xfrm>
            <a:off x="3216627" y="3406078"/>
            <a:ext cx="771876" cy="899819"/>
          </a:xfrm>
          <a:prstGeom prst="rect">
            <a:avLst/>
          </a:prstGeom>
        </p:spPr>
        <p:txBody>
          <a:bodyPr>
            <a:normAutofit/>
          </a:bodyPr>
          <a:lstStyle>
            <a:lvl1pPr marL="0" indent="0">
              <a:buNone/>
              <a:defRPr sz="1200"/>
            </a:lvl1pPr>
          </a:lstStyle>
          <a:p>
            <a:r>
              <a:rPr lang="en-US"/>
              <a:t>Photo</a:t>
            </a:r>
          </a:p>
        </p:txBody>
      </p:sp>
      <p:sp>
        <p:nvSpPr>
          <p:cNvPr id="82" name="Picture Placeholder 8"/>
          <p:cNvSpPr>
            <a:spLocks noGrp="1"/>
          </p:cNvSpPr>
          <p:nvPr>
            <p:ph type="pic" sz="quarter" idx="12" hasCustomPrompt="1"/>
          </p:nvPr>
        </p:nvSpPr>
        <p:spPr>
          <a:xfrm>
            <a:off x="6104379" y="5162083"/>
            <a:ext cx="771876" cy="899819"/>
          </a:xfrm>
          <a:prstGeom prst="rect">
            <a:avLst/>
          </a:prstGeom>
        </p:spPr>
        <p:txBody>
          <a:bodyPr>
            <a:normAutofit/>
          </a:bodyPr>
          <a:lstStyle>
            <a:lvl1pPr marL="0" indent="0">
              <a:buNone/>
              <a:defRPr sz="1200"/>
            </a:lvl1pPr>
          </a:lstStyle>
          <a:p>
            <a:r>
              <a:rPr lang="en-US"/>
              <a:t>Photo</a:t>
            </a:r>
          </a:p>
        </p:txBody>
      </p:sp>
      <p:sp>
        <p:nvSpPr>
          <p:cNvPr id="98" name="Text Placeholder 97"/>
          <p:cNvSpPr>
            <a:spLocks noGrp="1"/>
          </p:cNvSpPr>
          <p:nvPr>
            <p:ph type="body" sz="quarter" idx="13" hasCustomPrompt="1"/>
          </p:nvPr>
        </p:nvSpPr>
        <p:spPr>
          <a:xfrm>
            <a:off x="1376631" y="1547307"/>
            <a:ext cx="4631332" cy="735625"/>
          </a:xfrm>
        </p:spPr>
        <p:txBody>
          <a:bodyPr/>
          <a:lstStyle>
            <a:lvl1pPr marL="0" indent="0">
              <a:buClr>
                <a:srgbClr val="4D4D4D"/>
              </a:buClr>
              <a:buFont typeface="Arial" panose="020B0604020202020204" pitchFamily="34" charset="0"/>
              <a:buNone/>
              <a:defRPr sz="1600" b="1" i="1" baseline="0"/>
            </a:lvl1pPr>
          </a:lstStyle>
          <a:p>
            <a:pPr lvl="0"/>
            <a:r>
              <a:rPr lang="en-US"/>
              <a:t>Title</a:t>
            </a:r>
          </a:p>
        </p:txBody>
      </p:sp>
      <p:sp>
        <p:nvSpPr>
          <p:cNvPr id="99" name="Text Placeholder 97"/>
          <p:cNvSpPr>
            <a:spLocks noGrp="1"/>
          </p:cNvSpPr>
          <p:nvPr>
            <p:ph type="body" sz="quarter" idx="14" hasCustomPrompt="1"/>
          </p:nvPr>
        </p:nvSpPr>
        <p:spPr>
          <a:xfrm>
            <a:off x="1379960" y="2275259"/>
            <a:ext cx="4627837" cy="885663"/>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a:t>
            </a:r>
          </a:p>
        </p:txBody>
      </p:sp>
      <p:sp>
        <p:nvSpPr>
          <p:cNvPr id="100" name="Text Placeholder 97"/>
          <p:cNvSpPr>
            <a:spLocks noGrp="1"/>
          </p:cNvSpPr>
          <p:nvPr>
            <p:ph type="body" sz="quarter" idx="15" hasCustomPrompt="1"/>
          </p:nvPr>
        </p:nvSpPr>
        <p:spPr>
          <a:xfrm>
            <a:off x="4064000" y="3318366"/>
            <a:ext cx="4925208" cy="735625"/>
          </a:xfrm>
        </p:spPr>
        <p:txBody>
          <a:bodyPr/>
          <a:lstStyle>
            <a:lvl1pPr marL="0" indent="0">
              <a:buClr>
                <a:srgbClr val="4D4D4D"/>
              </a:buClr>
              <a:buFont typeface="Arial" panose="020B0604020202020204" pitchFamily="34" charset="0"/>
              <a:buNone/>
              <a:defRPr sz="1600" b="1" i="1"/>
            </a:lvl1pPr>
          </a:lstStyle>
          <a:p>
            <a:pPr lvl="0"/>
            <a:r>
              <a:rPr lang="en-US"/>
              <a:t>Title</a:t>
            </a:r>
          </a:p>
        </p:txBody>
      </p:sp>
      <p:sp>
        <p:nvSpPr>
          <p:cNvPr id="101" name="Text Placeholder 97"/>
          <p:cNvSpPr>
            <a:spLocks noGrp="1"/>
          </p:cNvSpPr>
          <p:nvPr>
            <p:ph type="body" sz="quarter" idx="16" hasCustomPrompt="1"/>
          </p:nvPr>
        </p:nvSpPr>
        <p:spPr>
          <a:xfrm>
            <a:off x="4067332" y="4046318"/>
            <a:ext cx="4921877" cy="885663"/>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endParaRPr lang="en-US" sz="1100" baseline="0">
              <a:solidFill>
                <a:srgbClr val="4D4D4D"/>
              </a:solidFill>
            </a:endParaRPr>
          </a:p>
        </p:txBody>
      </p:sp>
      <p:sp>
        <p:nvSpPr>
          <p:cNvPr id="102" name="Text Placeholder 97"/>
          <p:cNvSpPr>
            <a:spLocks noGrp="1"/>
          </p:cNvSpPr>
          <p:nvPr>
            <p:ph type="body" sz="quarter" idx="17" hasCustomPrompt="1"/>
          </p:nvPr>
        </p:nvSpPr>
        <p:spPr>
          <a:xfrm>
            <a:off x="6951231" y="5072340"/>
            <a:ext cx="4631332" cy="735625"/>
          </a:xfrm>
        </p:spPr>
        <p:txBody>
          <a:bodyPr/>
          <a:lstStyle>
            <a:lvl1pPr marL="0" indent="0">
              <a:buClr>
                <a:srgbClr val="4D4D4D"/>
              </a:buClr>
              <a:buFont typeface="Arial" panose="020B0604020202020204" pitchFamily="34" charset="0"/>
              <a:buNone/>
              <a:defRPr sz="1600" b="1" i="1"/>
            </a:lvl1pPr>
          </a:lstStyle>
          <a:p>
            <a:pPr lvl="0"/>
            <a:r>
              <a:rPr lang="en-US"/>
              <a:t>Title</a:t>
            </a:r>
          </a:p>
        </p:txBody>
      </p:sp>
      <p:sp>
        <p:nvSpPr>
          <p:cNvPr id="103" name="Text Placeholder 97"/>
          <p:cNvSpPr>
            <a:spLocks noGrp="1"/>
          </p:cNvSpPr>
          <p:nvPr>
            <p:ph type="body" sz="quarter" idx="18" hasCustomPrompt="1"/>
          </p:nvPr>
        </p:nvSpPr>
        <p:spPr>
          <a:xfrm>
            <a:off x="6954564" y="5827062"/>
            <a:ext cx="4627837" cy="885663"/>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endParaRPr lang="en-US" sz="1100" baseline="0">
              <a:solidFill>
                <a:srgbClr val="4D4D4D"/>
              </a:solidFill>
            </a:endParaRPr>
          </a:p>
        </p:txBody>
      </p:sp>
      <p:sp>
        <p:nvSpPr>
          <p:cNvPr id="15"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955508481"/>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photo insert">
    <p:spTree>
      <p:nvGrpSpPr>
        <p:cNvPr id="1" name=""/>
        <p:cNvGrpSpPr/>
        <p:nvPr/>
      </p:nvGrpSpPr>
      <p:grpSpPr>
        <a:xfrm>
          <a:off x="0" y="0"/>
          <a:ext cx="0" cy="0"/>
          <a:chOff x="0" y="0"/>
          <a:chExt cx="0" cy="0"/>
        </a:xfrm>
      </p:grpSpPr>
      <p:sp>
        <p:nvSpPr>
          <p:cNvPr id="30" name="Rectangle 29"/>
          <p:cNvSpPr/>
          <p:nvPr/>
        </p:nvSpPr>
        <p:spPr>
          <a:xfrm>
            <a:off x="6342598" y="3954168"/>
            <a:ext cx="5018319" cy="1986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37" name="Rectangle 36"/>
          <p:cNvSpPr/>
          <p:nvPr/>
        </p:nvSpPr>
        <p:spPr>
          <a:xfrm>
            <a:off x="787107" y="3954168"/>
            <a:ext cx="5018319" cy="1986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24" name="Rectangle 23"/>
          <p:cNvSpPr/>
          <p:nvPr/>
        </p:nvSpPr>
        <p:spPr>
          <a:xfrm>
            <a:off x="6358313" y="1506586"/>
            <a:ext cx="5018319" cy="1986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5" name="Rectangle 4"/>
          <p:cNvSpPr/>
          <p:nvPr/>
        </p:nvSpPr>
        <p:spPr>
          <a:xfrm>
            <a:off x="802822" y="1506586"/>
            <a:ext cx="5018319" cy="1986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33" name="Picture Placeholder 8"/>
          <p:cNvSpPr>
            <a:spLocks noGrp="1"/>
          </p:cNvSpPr>
          <p:nvPr>
            <p:ph type="pic" sz="quarter" idx="10" hasCustomPrompt="1"/>
          </p:nvPr>
        </p:nvSpPr>
        <p:spPr>
          <a:xfrm>
            <a:off x="917479" y="1638370"/>
            <a:ext cx="771876" cy="899819"/>
          </a:xfrm>
          <a:prstGeom prst="rect">
            <a:avLst/>
          </a:prstGeom>
        </p:spPr>
        <p:txBody>
          <a:bodyPr>
            <a:normAutofit/>
          </a:bodyPr>
          <a:lstStyle>
            <a:lvl1pPr marL="0" indent="0">
              <a:buNone/>
              <a:defRPr sz="1200"/>
            </a:lvl1pPr>
          </a:lstStyle>
          <a:p>
            <a:r>
              <a:rPr lang="en-US"/>
              <a:t>Photo</a:t>
            </a:r>
          </a:p>
        </p:txBody>
      </p:sp>
      <p:sp>
        <p:nvSpPr>
          <p:cNvPr id="81" name="Picture Placeholder 8"/>
          <p:cNvSpPr>
            <a:spLocks noGrp="1"/>
          </p:cNvSpPr>
          <p:nvPr>
            <p:ph type="pic" sz="quarter" idx="11" hasCustomPrompt="1"/>
          </p:nvPr>
        </p:nvSpPr>
        <p:spPr>
          <a:xfrm>
            <a:off x="6484523" y="1647374"/>
            <a:ext cx="771876" cy="899819"/>
          </a:xfrm>
          <a:prstGeom prst="rect">
            <a:avLst/>
          </a:prstGeom>
        </p:spPr>
        <p:txBody>
          <a:bodyPr>
            <a:normAutofit/>
          </a:bodyPr>
          <a:lstStyle>
            <a:lvl1pPr marL="0" indent="0">
              <a:buNone/>
              <a:defRPr sz="1200"/>
            </a:lvl1pPr>
          </a:lstStyle>
          <a:p>
            <a:r>
              <a:rPr lang="en-US"/>
              <a:t>Photo</a:t>
            </a:r>
          </a:p>
        </p:txBody>
      </p:sp>
      <p:sp>
        <p:nvSpPr>
          <p:cNvPr id="82" name="Picture Placeholder 8"/>
          <p:cNvSpPr>
            <a:spLocks noGrp="1"/>
          </p:cNvSpPr>
          <p:nvPr>
            <p:ph type="pic" sz="quarter" idx="12" hasCustomPrompt="1"/>
          </p:nvPr>
        </p:nvSpPr>
        <p:spPr>
          <a:xfrm>
            <a:off x="6466107" y="4063335"/>
            <a:ext cx="771876" cy="899819"/>
          </a:xfrm>
          <a:prstGeom prst="rect">
            <a:avLst/>
          </a:prstGeom>
        </p:spPr>
        <p:txBody>
          <a:bodyPr>
            <a:normAutofit/>
          </a:bodyPr>
          <a:lstStyle>
            <a:lvl1pPr marL="0" indent="0">
              <a:buNone/>
              <a:defRPr sz="1200"/>
            </a:lvl1pPr>
          </a:lstStyle>
          <a:p>
            <a:r>
              <a:rPr lang="en-US"/>
              <a:t>Photo</a:t>
            </a:r>
          </a:p>
        </p:txBody>
      </p:sp>
      <p:sp>
        <p:nvSpPr>
          <p:cNvPr id="42" name="Picture Placeholder 8"/>
          <p:cNvSpPr>
            <a:spLocks noGrp="1"/>
          </p:cNvSpPr>
          <p:nvPr>
            <p:ph type="pic" sz="quarter" idx="13" hasCustomPrompt="1"/>
          </p:nvPr>
        </p:nvSpPr>
        <p:spPr>
          <a:xfrm>
            <a:off x="923319" y="4122182"/>
            <a:ext cx="771876" cy="899819"/>
          </a:xfrm>
          <a:prstGeom prst="rect">
            <a:avLst/>
          </a:prstGeom>
        </p:spPr>
        <p:txBody>
          <a:bodyPr>
            <a:normAutofit/>
          </a:bodyPr>
          <a:lstStyle>
            <a:lvl1pPr marL="0" indent="0">
              <a:buNone/>
              <a:defRPr sz="1200"/>
            </a:lvl1pPr>
          </a:lstStyle>
          <a:p>
            <a:r>
              <a:rPr lang="en-US"/>
              <a:t>Photo</a:t>
            </a:r>
          </a:p>
        </p:txBody>
      </p:sp>
      <p:sp>
        <p:nvSpPr>
          <p:cNvPr id="45" name="Text Placeholder 97"/>
          <p:cNvSpPr>
            <a:spLocks noGrp="1"/>
          </p:cNvSpPr>
          <p:nvPr>
            <p:ph type="body" sz="quarter" idx="14" hasCustomPrompt="1"/>
          </p:nvPr>
        </p:nvSpPr>
        <p:spPr>
          <a:xfrm>
            <a:off x="1778553" y="1559364"/>
            <a:ext cx="4026873" cy="735625"/>
          </a:xfrm>
        </p:spPr>
        <p:txBody>
          <a:bodyPr/>
          <a:lstStyle>
            <a:lvl1pPr marL="0" indent="0">
              <a:buClr>
                <a:srgbClr val="4D4D4D"/>
              </a:buClr>
              <a:buFont typeface="Arial" panose="020B0604020202020204" pitchFamily="34" charset="0"/>
              <a:buNone/>
              <a:defRPr sz="1600" b="1" i="1"/>
            </a:lvl1pPr>
          </a:lstStyle>
          <a:p>
            <a:pPr lvl="0"/>
            <a:r>
              <a:rPr lang="en-US"/>
              <a:t>Name &amp; Designation</a:t>
            </a:r>
          </a:p>
        </p:txBody>
      </p:sp>
      <p:sp>
        <p:nvSpPr>
          <p:cNvPr id="46" name="Text Placeholder 97"/>
          <p:cNvSpPr>
            <a:spLocks noGrp="1"/>
          </p:cNvSpPr>
          <p:nvPr>
            <p:ph type="body" sz="quarter" idx="15" hasCustomPrompt="1"/>
          </p:nvPr>
        </p:nvSpPr>
        <p:spPr>
          <a:xfrm>
            <a:off x="1778553" y="2307374"/>
            <a:ext cx="4023543" cy="1186203"/>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endParaRPr lang="en-US" sz="1100" baseline="0">
              <a:solidFill>
                <a:srgbClr val="4D4D4D"/>
              </a:solidFill>
            </a:endParaRPr>
          </a:p>
        </p:txBody>
      </p:sp>
      <p:sp>
        <p:nvSpPr>
          <p:cNvPr id="47" name="Text Placeholder 97"/>
          <p:cNvSpPr>
            <a:spLocks noGrp="1"/>
          </p:cNvSpPr>
          <p:nvPr>
            <p:ph type="body" sz="quarter" idx="16" hasCustomPrompt="1"/>
          </p:nvPr>
        </p:nvSpPr>
        <p:spPr>
          <a:xfrm>
            <a:off x="1778553" y="4006570"/>
            <a:ext cx="4026873" cy="735625"/>
          </a:xfrm>
        </p:spPr>
        <p:txBody>
          <a:bodyPr/>
          <a:lstStyle>
            <a:lvl1pPr marL="0" indent="0">
              <a:buClr>
                <a:srgbClr val="4D4D4D"/>
              </a:buClr>
              <a:buFont typeface="Arial" panose="020B0604020202020204" pitchFamily="34" charset="0"/>
              <a:buNone/>
              <a:defRPr sz="1600" b="1" i="1"/>
            </a:lvl1pPr>
          </a:lstStyle>
          <a:p>
            <a:pPr lvl="0"/>
            <a:r>
              <a:rPr lang="en-US"/>
              <a:t>Name &amp; Designation</a:t>
            </a:r>
          </a:p>
        </p:txBody>
      </p:sp>
      <p:sp>
        <p:nvSpPr>
          <p:cNvPr id="48" name="Text Placeholder 97"/>
          <p:cNvSpPr>
            <a:spLocks noGrp="1"/>
          </p:cNvSpPr>
          <p:nvPr>
            <p:ph type="body" sz="quarter" idx="17" hasCustomPrompt="1"/>
          </p:nvPr>
        </p:nvSpPr>
        <p:spPr>
          <a:xfrm>
            <a:off x="1778553" y="4734522"/>
            <a:ext cx="4023543" cy="1186203"/>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endParaRPr lang="en-US" sz="1100" baseline="0">
              <a:solidFill>
                <a:srgbClr val="4D4D4D"/>
              </a:solidFill>
            </a:endParaRPr>
          </a:p>
        </p:txBody>
      </p:sp>
      <p:sp>
        <p:nvSpPr>
          <p:cNvPr id="49" name="Text Placeholder 97"/>
          <p:cNvSpPr>
            <a:spLocks noGrp="1"/>
          </p:cNvSpPr>
          <p:nvPr>
            <p:ph type="body" sz="quarter" idx="18" hasCustomPrompt="1"/>
          </p:nvPr>
        </p:nvSpPr>
        <p:spPr>
          <a:xfrm>
            <a:off x="7341173" y="4006570"/>
            <a:ext cx="4026873" cy="735625"/>
          </a:xfrm>
        </p:spPr>
        <p:txBody>
          <a:bodyPr/>
          <a:lstStyle>
            <a:lvl1pPr marL="0" indent="0">
              <a:buClr>
                <a:srgbClr val="4D4D4D"/>
              </a:buClr>
              <a:buFont typeface="Arial" panose="020B0604020202020204" pitchFamily="34" charset="0"/>
              <a:buNone/>
              <a:defRPr sz="1600" b="1" i="1"/>
            </a:lvl1pPr>
          </a:lstStyle>
          <a:p>
            <a:pPr lvl="0"/>
            <a:r>
              <a:rPr lang="en-US"/>
              <a:t>Name &amp; Designation</a:t>
            </a:r>
          </a:p>
        </p:txBody>
      </p:sp>
      <p:sp>
        <p:nvSpPr>
          <p:cNvPr id="50" name="Text Placeholder 97"/>
          <p:cNvSpPr>
            <a:spLocks noGrp="1"/>
          </p:cNvSpPr>
          <p:nvPr>
            <p:ph type="body" sz="quarter" idx="19" hasCustomPrompt="1"/>
          </p:nvPr>
        </p:nvSpPr>
        <p:spPr>
          <a:xfrm>
            <a:off x="7341173" y="4734522"/>
            <a:ext cx="4023543" cy="1186203"/>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endParaRPr lang="en-US" sz="1100" baseline="0">
              <a:solidFill>
                <a:srgbClr val="4D4D4D"/>
              </a:solidFill>
            </a:endParaRPr>
          </a:p>
        </p:txBody>
      </p:sp>
      <p:sp>
        <p:nvSpPr>
          <p:cNvPr id="51" name="Text Placeholder 97"/>
          <p:cNvSpPr>
            <a:spLocks noGrp="1"/>
          </p:cNvSpPr>
          <p:nvPr>
            <p:ph type="body" sz="quarter" idx="20" hasCustomPrompt="1"/>
          </p:nvPr>
        </p:nvSpPr>
        <p:spPr>
          <a:xfrm>
            <a:off x="7341173" y="1559364"/>
            <a:ext cx="4026873" cy="735625"/>
          </a:xfrm>
        </p:spPr>
        <p:txBody>
          <a:bodyPr/>
          <a:lstStyle>
            <a:lvl1pPr marL="0" indent="0">
              <a:buClr>
                <a:srgbClr val="4D4D4D"/>
              </a:buClr>
              <a:buFont typeface="Arial" panose="020B0604020202020204" pitchFamily="34" charset="0"/>
              <a:buNone/>
              <a:defRPr sz="1600" b="1" i="1"/>
            </a:lvl1pPr>
          </a:lstStyle>
          <a:p>
            <a:pPr lvl="0"/>
            <a:r>
              <a:rPr lang="en-US"/>
              <a:t>Name &amp; Designation</a:t>
            </a:r>
          </a:p>
        </p:txBody>
      </p:sp>
      <p:sp>
        <p:nvSpPr>
          <p:cNvPr id="52" name="Text Placeholder 97"/>
          <p:cNvSpPr>
            <a:spLocks noGrp="1"/>
          </p:cNvSpPr>
          <p:nvPr>
            <p:ph type="body" sz="quarter" idx="21" hasCustomPrompt="1"/>
          </p:nvPr>
        </p:nvSpPr>
        <p:spPr>
          <a:xfrm>
            <a:off x="7341173" y="2287316"/>
            <a:ext cx="4023543" cy="1186203"/>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endParaRPr lang="en-US" sz="1100" baseline="0">
              <a:solidFill>
                <a:srgbClr val="4D4D4D"/>
              </a:solidFill>
            </a:endParaRPr>
          </a:p>
        </p:txBody>
      </p:sp>
      <p:sp>
        <p:nvSpPr>
          <p:cNvPr id="20"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66964188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photo insert">
    <p:spTree>
      <p:nvGrpSpPr>
        <p:cNvPr id="1" name=""/>
        <p:cNvGrpSpPr/>
        <p:nvPr/>
      </p:nvGrpSpPr>
      <p:grpSpPr>
        <a:xfrm>
          <a:off x="0" y="0"/>
          <a:ext cx="0" cy="0"/>
          <a:chOff x="0" y="0"/>
          <a:chExt cx="0" cy="0"/>
        </a:xfrm>
      </p:grpSpPr>
      <p:sp>
        <p:nvSpPr>
          <p:cNvPr id="59" name="Rectangle 58"/>
          <p:cNvSpPr/>
          <p:nvPr/>
        </p:nvSpPr>
        <p:spPr>
          <a:xfrm>
            <a:off x="8101285" y="3957726"/>
            <a:ext cx="3678739" cy="2234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53" name="Rectangle 52"/>
          <p:cNvSpPr/>
          <p:nvPr/>
        </p:nvSpPr>
        <p:spPr>
          <a:xfrm>
            <a:off x="438773" y="3957726"/>
            <a:ext cx="3678739" cy="2234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56" name="Rectangle 55"/>
          <p:cNvSpPr/>
          <p:nvPr/>
        </p:nvSpPr>
        <p:spPr>
          <a:xfrm>
            <a:off x="4270029" y="3957726"/>
            <a:ext cx="3678739" cy="2234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5" name="Rectangle 4"/>
          <p:cNvSpPr/>
          <p:nvPr/>
        </p:nvSpPr>
        <p:spPr>
          <a:xfrm>
            <a:off x="2397101" y="1536922"/>
            <a:ext cx="3678739" cy="2234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33" name="Picture Placeholder 8"/>
          <p:cNvSpPr>
            <a:spLocks noGrp="1"/>
          </p:cNvSpPr>
          <p:nvPr>
            <p:ph type="pic" sz="quarter" idx="10" hasCustomPrompt="1"/>
          </p:nvPr>
        </p:nvSpPr>
        <p:spPr>
          <a:xfrm>
            <a:off x="2511763" y="1668707"/>
            <a:ext cx="771876" cy="899819"/>
          </a:xfrm>
          <a:prstGeom prst="rect">
            <a:avLst/>
          </a:prstGeom>
        </p:spPr>
        <p:txBody>
          <a:bodyPr>
            <a:normAutofit/>
          </a:bodyPr>
          <a:lstStyle>
            <a:lvl1pPr marL="0" indent="0">
              <a:buNone/>
              <a:defRPr sz="1200"/>
            </a:lvl1pPr>
          </a:lstStyle>
          <a:p>
            <a:r>
              <a:rPr lang="en-US"/>
              <a:t>Photo</a:t>
            </a:r>
          </a:p>
        </p:txBody>
      </p:sp>
      <p:sp>
        <p:nvSpPr>
          <p:cNvPr id="81" name="Picture Placeholder 8"/>
          <p:cNvSpPr>
            <a:spLocks noGrp="1"/>
          </p:cNvSpPr>
          <p:nvPr>
            <p:ph type="pic" sz="quarter" idx="11" hasCustomPrompt="1"/>
          </p:nvPr>
        </p:nvSpPr>
        <p:spPr>
          <a:xfrm>
            <a:off x="8304407" y="4084991"/>
            <a:ext cx="771876" cy="899819"/>
          </a:xfrm>
          <a:prstGeom prst="rect">
            <a:avLst/>
          </a:prstGeom>
        </p:spPr>
        <p:txBody>
          <a:bodyPr>
            <a:normAutofit/>
          </a:bodyPr>
          <a:lstStyle>
            <a:lvl1pPr marL="0" indent="0">
              <a:buNone/>
              <a:defRPr sz="1200"/>
            </a:lvl1pPr>
          </a:lstStyle>
          <a:p>
            <a:r>
              <a:rPr lang="en-US"/>
              <a:t>Photo</a:t>
            </a:r>
          </a:p>
        </p:txBody>
      </p:sp>
      <p:sp>
        <p:nvSpPr>
          <p:cNvPr id="82" name="Picture Placeholder 8"/>
          <p:cNvSpPr>
            <a:spLocks noGrp="1"/>
          </p:cNvSpPr>
          <p:nvPr>
            <p:ph type="pic" sz="quarter" idx="12" hasCustomPrompt="1"/>
          </p:nvPr>
        </p:nvSpPr>
        <p:spPr>
          <a:xfrm>
            <a:off x="4443607" y="4084991"/>
            <a:ext cx="771876" cy="899819"/>
          </a:xfrm>
          <a:prstGeom prst="rect">
            <a:avLst/>
          </a:prstGeom>
        </p:spPr>
        <p:txBody>
          <a:bodyPr>
            <a:normAutofit/>
          </a:bodyPr>
          <a:lstStyle>
            <a:lvl1pPr marL="0" indent="0">
              <a:buNone/>
              <a:defRPr sz="1200"/>
            </a:lvl1pPr>
          </a:lstStyle>
          <a:p>
            <a:r>
              <a:rPr lang="en-US"/>
              <a:t>Photo</a:t>
            </a:r>
          </a:p>
        </p:txBody>
      </p:sp>
      <p:sp>
        <p:nvSpPr>
          <p:cNvPr id="42" name="Picture Placeholder 8"/>
          <p:cNvSpPr>
            <a:spLocks noGrp="1"/>
          </p:cNvSpPr>
          <p:nvPr>
            <p:ph type="pic" sz="quarter" idx="13" hasCustomPrompt="1"/>
          </p:nvPr>
        </p:nvSpPr>
        <p:spPr>
          <a:xfrm>
            <a:off x="521399" y="4084991"/>
            <a:ext cx="771876" cy="899819"/>
          </a:xfrm>
          <a:prstGeom prst="rect">
            <a:avLst/>
          </a:prstGeom>
        </p:spPr>
        <p:txBody>
          <a:bodyPr>
            <a:normAutofit/>
          </a:bodyPr>
          <a:lstStyle>
            <a:lvl1pPr marL="0" indent="0">
              <a:buNone/>
              <a:defRPr sz="1200"/>
            </a:lvl1pPr>
          </a:lstStyle>
          <a:p>
            <a:r>
              <a:rPr lang="en-US"/>
              <a:t>Photo</a:t>
            </a:r>
          </a:p>
        </p:txBody>
      </p:sp>
      <p:sp>
        <p:nvSpPr>
          <p:cNvPr id="45" name="Text Placeholder 97"/>
          <p:cNvSpPr>
            <a:spLocks noGrp="1"/>
          </p:cNvSpPr>
          <p:nvPr>
            <p:ph type="body" sz="quarter" idx="14" hasCustomPrompt="1"/>
          </p:nvPr>
        </p:nvSpPr>
        <p:spPr>
          <a:xfrm>
            <a:off x="3372832" y="1667047"/>
            <a:ext cx="2703008" cy="735625"/>
          </a:xfrm>
        </p:spPr>
        <p:txBody>
          <a:bodyPr/>
          <a:lstStyle>
            <a:lvl1pPr marL="0" indent="0">
              <a:buClr>
                <a:srgbClr val="4D4D4D"/>
              </a:buClr>
              <a:buFont typeface="Arial" panose="020B0604020202020204" pitchFamily="34" charset="0"/>
              <a:buNone/>
              <a:defRPr sz="1600" b="1" i="1"/>
            </a:lvl1pPr>
          </a:lstStyle>
          <a:p>
            <a:pPr lvl="0"/>
            <a:r>
              <a:rPr lang="en-US"/>
              <a:t>Title</a:t>
            </a:r>
          </a:p>
        </p:txBody>
      </p:sp>
      <p:sp>
        <p:nvSpPr>
          <p:cNvPr id="46" name="Text Placeholder 97"/>
          <p:cNvSpPr>
            <a:spLocks noGrp="1"/>
          </p:cNvSpPr>
          <p:nvPr>
            <p:ph type="body" sz="quarter" idx="15" hasCustomPrompt="1"/>
          </p:nvPr>
        </p:nvSpPr>
        <p:spPr>
          <a:xfrm>
            <a:off x="3372832" y="2400553"/>
            <a:ext cx="2703008" cy="1433726"/>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endParaRPr lang="en-US" sz="1100" baseline="0">
              <a:solidFill>
                <a:srgbClr val="4D4D4D"/>
              </a:solidFill>
            </a:endParaRPr>
          </a:p>
        </p:txBody>
      </p:sp>
      <p:sp>
        <p:nvSpPr>
          <p:cNvPr id="54" name="Text Placeholder 97"/>
          <p:cNvSpPr>
            <a:spLocks noGrp="1"/>
          </p:cNvSpPr>
          <p:nvPr>
            <p:ph type="body" sz="quarter" idx="16" hasCustomPrompt="1"/>
          </p:nvPr>
        </p:nvSpPr>
        <p:spPr>
          <a:xfrm>
            <a:off x="1395605" y="4087852"/>
            <a:ext cx="2703008" cy="735625"/>
          </a:xfrm>
        </p:spPr>
        <p:txBody>
          <a:bodyPr/>
          <a:lstStyle>
            <a:lvl1pPr marL="0" indent="0">
              <a:buClr>
                <a:srgbClr val="4D4D4D"/>
              </a:buClr>
              <a:buFont typeface="Arial" panose="020B0604020202020204" pitchFamily="34" charset="0"/>
              <a:buNone/>
              <a:defRPr sz="1600" b="1" i="1"/>
            </a:lvl1pPr>
          </a:lstStyle>
          <a:p>
            <a:pPr lvl="0"/>
            <a:r>
              <a:rPr lang="en-US"/>
              <a:t>Title</a:t>
            </a:r>
          </a:p>
        </p:txBody>
      </p:sp>
      <p:sp>
        <p:nvSpPr>
          <p:cNvPr id="55" name="Text Placeholder 97"/>
          <p:cNvSpPr>
            <a:spLocks noGrp="1"/>
          </p:cNvSpPr>
          <p:nvPr>
            <p:ph type="body" sz="quarter" idx="17" hasCustomPrompt="1"/>
          </p:nvPr>
        </p:nvSpPr>
        <p:spPr>
          <a:xfrm>
            <a:off x="1395605" y="4848126"/>
            <a:ext cx="2703008" cy="1433726"/>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endParaRPr lang="en-US" sz="1100" baseline="0">
              <a:solidFill>
                <a:srgbClr val="4D4D4D"/>
              </a:solidFill>
            </a:endParaRPr>
          </a:p>
        </p:txBody>
      </p:sp>
      <p:sp>
        <p:nvSpPr>
          <p:cNvPr id="57" name="Text Placeholder 97"/>
          <p:cNvSpPr>
            <a:spLocks noGrp="1"/>
          </p:cNvSpPr>
          <p:nvPr>
            <p:ph type="body" sz="quarter" idx="18" hasCustomPrompt="1"/>
          </p:nvPr>
        </p:nvSpPr>
        <p:spPr>
          <a:xfrm>
            <a:off x="5277621" y="4087852"/>
            <a:ext cx="2703008" cy="735625"/>
          </a:xfrm>
        </p:spPr>
        <p:txBody>
          <a:bodyPr/>
          <a:lstStyle>
            <a:lvl1pPr marL="0" indent="0">
              <a:buClr>
                <a:srgbClr val="4D4D4D"/>
              </a:buClr>
              <a:buFont typeface="Arial" panose="020B0604020202020204" pitchFamily="34" charset="0"/>
              <a:buNone/>
              <a:defRPr sz="1600" b="1" i="1"/>
            </a:lvl1pPr>
          </a:lstStyle>
          <a:p>
            <a:pPr lvl="0"/>
            <a:r>
              <a:rPr lang="en-US"/>
              <a:t>Title</a:t>
            </a:r>
          </a:p>
        </p:txBody>
      </p:sp>
      <p:sp>
        <p:nvSpPr>
          <p:cNvPr id="58" name="Text Placeholder 97"/>
          <p:cNvSpPr>
            <a:spLocks noGrp="1"/>
          </p:cNvSpPr>
          <p:nvPr>
            <p:ph type="body" sz="quarter" idx="19" hasCustomPrompt="1"/>
          </p:nvPr>
        </p:nvSpPr>
        <p:spPr>
          <a:xfrm>
            <a:off x="5277621" y="4848126"/>
            <a:ext cx="2703008" cy="1433726"/>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endParaRPr lang="en-US" sz="1100" baseline="0">
              <a:solidFill>
                <a:srgbClr val="4D4D4D"/>
              </a:solidFill>
            </a:endParaRPr>
          </a:p>
        </p:txBody>
      </p:sp>
      <p:sp>
        <p:nvSpPr>
          <p:cNvPr id="60" name="Text Placeholder 97"/>
          <p:cNvSpPr>
            <a:spLocks noGrp="1"/>
          </p:cNvSpPr>
          <p:nvPr>
            <p:ph type="body" sz="quarter" idx="20" hasCustomPrompt="1"/>
          </p:nvPr>
        </p:nvSpPr>
        <p:spPr>
          <a:xfrm>
            <a:off x="9077013" y="4087852"/>
            <a:ext cx="2703008" cy="735625"/>
          </a:xfrm>
        </p:spPr>
        <p:txBody>
          <a:bodyPr/>
          <a:lstStyle>
            <a:lvl1pPr marL="0" indent="0">
              <a:buClr>
                <a:srgbClr val="4D4D4D"/>
              </a:buClr>
              <a:buFont typeface="Arial" panose="020B0604020202020204" pitchFamily="34" charset="0"/>
              <a:buNone/>
              <a:defRPr sz="1600" b="1" i="1"/>
            </a:lvl1pPr>
          </a:lstStyle>
          <a:p>
            <a:pPr lvl="0"/>
            <a:r>
              <a:rPr lang="en-US"/>
              <a:t>Title</a:t>
            </a:r>
          </a:p>
        </p:txBody>
      </p:sp>
      <p:sp>
        <p:nvSpPr>
          <p:cNvPr id="61" name="Text Placeholder 97"/>
          <p:cNvSpPr>
            <a:spLocks noGrp="1"/>
          </p:cNvSpPr>
          <p:nvPr>
            <p:ph type="body" sz="quarter" idx="21" hasCustomPrompt="1"/>
          </p:nvPr>
        </p:nvSpPr>
        <p:spPr>
          <a:xfrm>
            <a:off x="9077013" y="4848126"/>
            <a:ext cx="2703008" cy="1433726"/>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a:t>
            </a:r>
            <a:r>
              <a:rPr lang="en-US" sz="1100">
                <a:solidFill>
                  <a:srgbClr val="4D4D4D"/>
                </a:solidFill>
              </a:rPr>
              <a:t> </a:t>
            </a:r>
            <a:endParaRPr lang="en-US" sz="1100" baseline="0">
              <a:solidFill>
                <a:srgbClr val="4D4D4D"/>
              </a:solidFill>
            </a:endParaRPr>
          </a:p>
        </p:txBody>
      </p:sp>
      <p:sp>
        <p:nvSpPr>
          <p:cNvPr id="62" name="Rectangle 61"/>
          <p:cNvSpPr/>
          <p:nvPr/>
        </p:nvSpPr>
        <p:spPr>
          <a:xfrm>
            <a:off x="6204184" y="1536922"/>
            <a:ext cx="3678739" cy="2234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5" tIns="45708" rIns="91415" bIns="45708" rtlCol="0" anchor="ctr"/>
          <a:lstStyle/>
          <a:p>
            <a:pPr algn="ctr"/>
            <a:endParaRPr lang="en-US" sz="2100"/>
          </a:p>
        </p:txBody>
      </p:sp>
      <p:sp>
        <p:nvSpPr>
          <p:cNvPr id="63" name="Picture Placeholder 8"/>
          <p:cNvSpPr>
            <a:spLocks noGrp="1"/>
          </p:cNvSpPr>
          <p:nvPr>
            <p:ph type="pic" sz="quarter" idx="22" hasCustomPrompt="1"/>
          </p:nvPr>
        </p:nvSpPr>
        <p:spPr>
          <a:xfrm>
            <a:off x="6318843" y="1670945"/>
            <a:ext cx="771876" cy="899819"/>
          </a:xfrm>
          <a:prstGeom prst="rect">
            <a:avLst/>
          </a:prstGeom>
        </p:spPr>
        <p:txBody>
          <a:bodyPr>
            <a:normAutofit/>
          </a:bodyPr>
          <a:lstStyle>
            <a:lvl1pPr marL="0" indent="0">
              <a:buNone/>
              <a:defRPr sz="1200"/>
            </a:lvl1pPr>
          </a:lstStyle>
          <a:p>
            <a:r>
              <a:rPr lang="en-US"/>
              <a:t>Photo</a:t>
            </a:r>
          </a:p>
        </p:txBody>
      </p:sp>
      <p:sp>
        <p:nvSpPr>
          <p:cNvPr id="64" name="Text Placeholder 97"/>
          <p:cNvSpPr>
            <a:spLocks noGrp="1"/>
          </p:cNvSpPr>
          <p:nvPr>
            <p:ph type="body" sz="quarter" idx="23" hasCustomPrompt="1"/>
          </p:nvPr>
        </p:nvSpPr>
        <p:spPr>
          <a:xfrm>
            <a:off x="7179915" y="1669285"/>
            <a:ext cx="2703008" cy="735625"/>
          </a:xfrm>
        </p:spPr>
        <p:txBody>
          <a:bodyPr/>
          <a:lstStyle>
            <a:lvl1pPr marL="0" indent="0">
              <a:buClr>
                <a:srgbClr val="4D4D4D"/>
              </a:buClr>
              <a:buFont typeface="Arial" panose="020B0604020202020204" pitchFamily="34" charset="0"/>
              <a:buNone/>
              <a:defRPr sz="1600" b="1" i="1"/>
            </a:lvl1pPr>
          </a:lstStyle>
          <a:p>
            <a:pPr lvl="0"/>
            <a:r>
              <a:rPr lang="en-US"/>
              <a:t>Title</a:t>
            </a:r>
          </a:p>
        </p:txBody>
      </p:sp>
      <p:sp>
        <p:nvSpPr>
          <p:cNvPr id="65" name="Text Placeholder 97"/>
          <p:cNvSpPr>
            <a:spLocks noGrp="1"/>
          </p:cNvSpPr>
          <p:nvPr>
            <p:ph type="body" sz="quarter" idx="24" hasCustomPrompt="1"/>
          </p:nvPr>
        </p:nvSpPr>
        <p:spPr>
          <a:xfrm>
            <a:off x="7179915" y="2402791"/>
            <a:ext cx="2703008" cy="1433726"/>
          </a:xfrm>
        </p:spPr>
        <p:txBody>
          <a:bodyPr/>
          <a:lstStyle>
            <a:lvl1pPr marL="156571" marR="0" indent="-156571" algn="l" defTabSz="1218712" rtl="0" eaLnBrk="0" fontAlgn="base" latinLnBrk="0" hangingPunct="0">
              <a:lnSpc>
                <a:spcPct val="100000"/>
              </a:lnSpc>
              <a:spcBef>
                <a:spcPct val="0"/>
              </a:spcBef>
              <a:spcAft>
                <a:spcPct val="0"/>
              </a:spcAft>
              <a:buClrTx/>
              <a:buSzTx/>
              <a:buFont typeface="Arial" panose="020B0604020202020204" pitchFamily="34" charset="0"/>
              <a:buChar char="•"/>
              <a:tabLst/>
              <a:defRPr sz="1600"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100" baseline="0">
                <a:solidFill>
                  <a:srgbClr val="4D4D4D"/>
                </a:solidFill>
              </a:rPr>
              <a:t>content text, 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r>
              <a:rPr lang="en-US" sz="1100" baseline="0">
                <a:solidFill>
                  <a:srgbClr val="4D4D4D"/>
                </a:solidFill>
              </a:rPr>
              <a:t>content text,</a:t>
            </a:r>
            <a:r>
              <a:rPr lang="en-US" sz="1100">
                <a:solidFill>
                  <a:srgbClr val="4D4D4D"/>
                </a:solidFill>
              </a:rPr>
              <a:t> </a:t>
            </a:r>
            <a:endParaRPr lang="en-US" sz="1100" baseline="0">
              <a:solidFill>
                <a:srgbClr val="4D4D4D"/>
              </a:solidFill>
            </a:endParaRPr>
          </a:p>
        </p:txBody>
      </p:sp>
      <p:sp>
        <p:nvSpPr>
          <p:cNvPr id="24"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63957294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Boxes without Top Patch">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18504" y="1601383"/>
            <a:ext cx="3628565" cy="4189026"/>
          </a:xfrm>
          <a:prstGeom prst="rect">
            <a:avLst/>
          </a:prstGeom>
          <a:ln>
            <a:noFill/>
          </a:ln>
        </p:spPr>
        <p:txBody>
          <a:bodyPr>
            <a:normAutofit/>
          </a:bodyPr>
          <a:lstStyle>
            <a:lvl1pPr marL="0" marR="0" indent="0" algn="l" defTabSz="1217747" rtl="0" eaLnBrk="1" fontAlgn="base" latinLnBrk="0" hangingPunct="1">
              <a:lnSpc>
                <a:spcPct val="100000"/>
              </a:lnSpc>
              <a:spcBef>
                <a:spcPct val="20000"/>
              </a:spcBef>
              <a:spcAft>
                <a:spcPct val="0"/>
              </a:spcAft>
              <a:buClr>
                <a:schemeClr val="bg2">
                  <a:lumMod val="50000"/>
                </a:schemeClr>
              </a:buClr>
              <a:buSzTx/>
              <a:buFont typeface="Arial" panose="020B0604020202020204" pitchFamily="34" charset="0"/>
              <a:buNone/>
              <a:tabLst/>
              <a:defRPr sz="2100">
                <a:solidFill>
                  <a:srgbClr val="4D4D4D"/>
                </a:solidFill>
              </a:defRPr>
            </a:lvl1pPr>
            <a:lvl2pPr marL="989420" indent="-380546">
              <a:buClr>
                <a:schemeClr val="bg2">
                  <a:lumMod val="50000"/>
                </a:schemeClr>
              </a:buClr>
              <a:buFont typeface="Arial" panose="020B0604020202020204" pitchFamily="34" charset="0"/>
              <a:buChar char="•"/>
              <a:defRPr sz="1900">
                <a:solidFill>
                  <a:srgbClr val="4D4D4D"/>
                </a:solidFill>
              </a:defRPr>
            </a:lvl2pPr>
            <a:lvl3pPr marL="1598294" indent="-380546">
              <a:buClr>
                <a:schemeClr val="bg2">
                  <a:lumMod val="50000"/>
                </a:schemeClr>
              </a:buClr>
              <a:buFont typeface="Arial" panose="020B0604020202020204" pitchFamily="34" charset="0"/>
              <a:buChar char="•"/>
              <a:defRPr sz="1900">
                <a:solidFill>
                  <a:srgbClr val="4D4D4D"/>
                </a:solidFill>
              </a:defRPr>
            </a:lvl3pPr>
          </a:lstStyle>
          <a:p>
            <a:pPr marL="456655" marR="0" lvl="0" indent="-456655" algn="l" defTabSz="1217747"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18 </a:t>
            </a:r>
            <a:r>
              <a:rPr lang="en-US" err="1"/>
              <a:t>pt</a:t>
            </a:r>
            <a:r>
              <a:rPr lang="en-US"/>
              <a:t>)</a:t>
            </a:r>
          </a:p>
          <a:p>
            <a:pPr lvl="1"/>
            <a:r>
              <a:rPr lang="en-US"/>
              <a:t>Second level</a:t>
            </a:r>
          </a:p>
          <a:p>
            <a:pPr lvl="2"/>
            <a:r>
              <a:rPr lang="en-US"/>
              <a:t>Third level</a:t>
            </a:r>
          </a:p>
        </p:txBody>
      </p:sp>
      <p:sp>
        <p:nvSpPr>
          <p:cNvPr id="10" name="Text Placeholder 3"/>
          <p:cNvSpPr>
            <a:spLocks noGrp="1"/>
          </p:cNvSpPr>
          <p:nvPr>
            <p:ph type="body" sz="quarter" idx="11" hasCustomPrompt="1"/>
          </p:nvPr>
        </p:nvSpPr>
        <p:spPr>
          <a:xfrm>
            <a:off x="4287768" y="1601383"/>
            <a:ext cx="3628565" cy="4189026"/>
          </a:xfrm>
          <a:prstGeom prst="rect">
            <a:avLst/>
          </a:prstGeom>
          <a:ln>
            <a:noFill/>
          </a:ln>
        </p:spPr>
        <p:txBody>
          <a:bodyPr>
            <a:normAutofit/>
          </a:bodyPr>
          <a:lstStyle>
            <a:lvl1pPr marL="0" marR="0" indent="0" algn="l" defTabSz="1217747" rtl="0" eaLnBrk="1" fontAlgn="base" latinLnBrk="0" hangingPunct="1">
              <a:lnSpc>
                <a:spcPct val="100000"/>
              </a:lnSpc>
              <a:spcBef>
                <a:spcPct val="20000"/>
              </a:spcBef>
              <a:spcAft>
                <a:spcPct val="0"/>
              </a:spcAft>
              <a:buClr>
                <a:srgbClr val="4D4D4D"/>
              </a:buClr>
              <a:buSzTx/>
              <a:buFontTx/>
              <a:buNone/>
              <a:tabLst/>
              <a:defRPr sz="2100">
                <a:solidFill>
                  <a:srgbClr val="4D4D4D"/>
                </a:solidFill>
              </a:defRPr>
            </a:lvl1pPr>
            <a:lvl2pPr marL="989420" indent="-380546">
              <a:buClr>
                <a:srgbClr val="4D4D4D"/>
              </a:buClr>
              <a:buFont typeface="Arial" panose="020B0604020202020204" pitchFamily="34" charset="0"/>
              <a:buChar char="•"/>
              <a:defRPr sz="2100">
                <a:solidFill>
                  <a:srgbClr val="4D4D4D"/>
                </a:solidFill>
              </a:defRPr>
            </a:lvl2pPr>
            <a:lvl3pPr marL="1217747" indent="0">
              <a:buClr>
                <a:srgbClr val="4D4D4D"/>
              </a:buClr>
              <a:buFontTx/>
              <a:buNone/>
              <a:defRPr sz="2100">
                <a:solidFill>
                  <a:srgbClr val="4D4D4D"/>
                </a:solidFill>
              </a:defRPr>
            </a:lvl3pPr>
          </a:lstStyle>
          <a:p>
            <a:pPr marL="456655" marR="0" lvl="0" indent="-456655" algn="l" defTabSz="1217747"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18 </a:t>
            </a:r>
            <a:r>
              <a:rPr lang="en-US" err="1"/>
              <a:t>pt</a:t>
            </a:r>
            <a:r>
              <a:rPr lang="en-US"/>
              <a:t>)</a:t>
            </a:r>
          </a:p>
          <a:p>
            <a:pPr lvl="1"/>
            <a:r>
              <a:rPr lang="en-US"/>
              <a:t>Second level</a:t>
            </a:r>
          </a:p>
          <a:p>
            <a:pPr lvl="2"/>
            <a:r>
              <a:rPr lang="en-US"/>
              <a:t>Third level</a:t>
            </a:r>
          </a:p>
        </p:txBody>
      </p:sp>
      <p:sp>
        <p:nvSpPr>
          <p:cNvPr id="11" name="Text Placeholder 3"/>
          <p:cNvSpPr>
            <a:spLocks noGrp="1"/>
          </p:cNvSpPr>
          <p:nvPr>
            <p:ph type="body" sz="quarter" idx="12" hasCustomPrompt="1"/>
          </p:nvPr>
        </p:nvSpPr>
        <p:spPr>
          <a:xfrm>
            <a:off x="8157036" y="1601383"/>
            <a:ext cx="3628565" cy="4189026"/>
          </a:xfrm>
          <a:prstGeom prst="rect">
            <a:avLst/>
          </a:prstGeom>
          <a:ln>
            <a:noFill/>
          </a:ln>
        </p:spPr>
        <p:txBody>
          <a:bodyPr>
            <a:normAutofit/>
          </a:bodyPr>
          <a:lstStyle>
            <a:lvl1pPr marL="0" marR="0" indent="0" algn="l" defTabSz="1217747" rtl="0" eaLnBrk="1" fontAlgn="base" latinLnBrk="0" hangingPunct="1">
              <a:lnSpc>
                <a:spcPct val="100000"/>
              </a:lnSpc>
              <a:spcBef>
                <a:spcPct val="20000"/>
              </a:spcBef>
              <a:spcAft>
                <a:spcPct val="0"/>
              </a:spcAft>
              <a:buClr>
                <a:srgbClr val="FDB813"/>
              </a:buClr>
              <a:buSzTx/>
              <a:buFontTx/>
              <a:buNone/>
              <a:tabLst/>
              <a:defRPr sz="2100">
                <a:solidFill>
                  <a:srgbClr val="4D4D4D"/>
                </a:solidFill>
              </a:defRPr>
            </a:lvl1pPr>
            <a:lvl2pPr marL="608874" indent="0">
              <a:buClr>
                <a:srgbClr val="4D4D4D"/>
              </a:buClr>
              <a:buFontTx/>
              <a:buNone/>
              <a:defRPr sz="2100">
                <a:solidFill>
                  <a:srgbClr val="4D4D4D"/>
                </a:solidFill>
              </a:defRPr>
            </a:lvl2pPr>
            <a:lvl3pPr marL="1217747" indent="0">
              <a:buClr>
                <a:srgbClr val="4D4D4D"/>
              </a:buClr>
              <a:buFontTx/>
              <a:buNone/>
              <a:defRPr sz="2100">
                <a:solidFill>
                  <a:srgbClr val="4D4D4D"/>
                </a:solidFill>
              </a:defRPr>
            </a:lvl3pPr>
          </a:lstStyle>
          <a:p>
            <a:pPr marL="456655" marR="0" lvl="0" indent="-456655" algn="l" defTabSz="1217747"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18 </a:t>
            </a:r>
            <a:r>
              <a:rPr lang="en-US" err="1"/>
              <a:t>pt</a:t>
            </a:r>
            <a:r>
              <a:rPr lang="en-US"/>
              <a:t>)</a:t>
            </a:r>
          </a:p>
          <a:p>
            <a:pPr lvl="1"/>
            <a:r>
              <a:rPr lang="en-US"/>
              <a:t>Second level</a:t>
            </a:r>
          </a:p>
          <a:p>
            <a:pPr lvl="2"/>
            <a:r>
              <a:rPr lang="en-US"/>
              <a:t>Third level</a:t>
            </a:r>
          </a:p>
        </p:txBody>
      </p:sp>
      <p:sp>
        <p:nvSpPr>
          <p:cNvPr id="8"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33308060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Boxes without Top Patch">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06401" y="1595304"/>
            <a:ext cx="5534411" cy="2341227"/>
          </a:xfrm>
          <a:prstGeom prst="rect">
            <a:avLst/>
          </a:prstGeom>
          <a:ln>
            <a:noFill/>
          </a:ln>
        </p:spPr>
        <p:txBody>
          <a:bodyPr>
            <a:normAutofit/>
          </a:bodyPr>
          <a:lstStyle>
            <a:lvl1pPr marL="0" marR="0" indent="0" algn="l" defTabSz="1217747" rtl="0" eaLnBrk="1" fontAlgn="base" latinLnBrk="0" hangingPunct="1">
              <a:lnSpc>
                <a:spcPct val="100000"/>
              </a:lnSpc>
              <a:spcBef>
                <a:spcPct val="20000"/>
              </a:spcBef>
              <a:spcAft>
                <a:spcPct val="0"/>
              </a:spcAft>
              <a:buClr>
                <a:srgbClr val="4D4D4D"/>
              </a:buClr>
              <a:buSzTx/>
              <a:buFont typeface="Times" pitchFamily="18" charset="0"/>
              <a:buNone/>
              <a:tabLst/>
              <a:defRPr sz="2400">
                <a:solidFill>
                  <a:srgbClr val="4D4D4D"/>
                </a:solidFill>
              </a:defRPr>
            </a:lvl1pPr>
            <a:lvl2pPr>
              <a:buClr>
                <a:srgbClr val="4D4D4D"/>
              </a:buClr>
              <a:defRPr sz="2100">
                <a:solidFill>
                  <a:srgbClr val="4D4D4D"/>
                </a:solidFill>
              </a:defRPr>
            </a:lvl2pPr>
            <a:lvl3pPr>
              <a:buClr>
                <a:srgbClr val="4D4D4D"/>
              </a:buClr>
              <a:defRPr sz="2100">
                <a:solidFill>
                  <a:srgbClr val="4D4D4D"/>
                </a:solidFill>
              </a:defRPr>
            </a:lvl3pPr>
          </a:lstStyle>
          <a:p>
            <a:pPr marL="456655" marR="0" lvl="0" indent="-456655" algn="l" defTabSz="1217747"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16 </a:t>
            </a:r>
            <a:r>
              <a:rPr lang="en-US" err="1"/>
              <a:t>pt</a:t>
            </a:r>
            <a:r>
              <a:rPr lang="en-US"/>
              <a:t>)</a:t>
            </a:r>
          </a:p>
          <a:p>
            <a:pPr lvl="1"/>
            <a:r>
              <a:rPr lang="en-US"/>
              <a:t>Second level</a:t>
            </a:r>
          </a:p>
          <a:p>
            <a:pPr lvl="2"/>
            <a:r>
              <a:rPr lang="en-US"/>
              <a:t>Third level</a:t>
            </a:r>
          </a:p>
        </p:txBody>
      </p:sp>
      <p:sp>
        <p:nvSpPr>
          <p:cNvPr id="5" name="Text Placeholder 3"/>
          <p:cNvSpPr>
            <a:spLocks noGrp="1"/>
          </p:cNvSpPr>
          <p:nvPr>
            <p:ph type="body" sz="quarter" idx="11" hasCustomPrompt="1"/>
          </p:nvPr>
        </p:nvSpPr>
        <p:spPr>
          <a:xfrm>
            <a:off x="6243373" y="1595304"/>
            <a:ext cx="5534411" cy="2341227"/>
          </a:xfrm>
          <a:prstGeom prst="rect">
            <a:avLst/>
          </a:prstGeom>
          <a:ln>
            <a:noFill/>
          </a:ln>
        </p:spPr>
        <p:txBody>
          <a:bodyPr>
            <a:normAutofit/>
          </a:bodyPr>
          <a:lstStyle>
            <a:lvl1pPr marL="0" marR="0" indent="0" algn="l" defTabSz="1217747" rtl="0" eaLnBrk="1" fontAlgn="base" latinLnBrk="0" hangingPunct="1">
              <a:lnSpc>
                <a:spcPct val="100000"/>
              </a:lnSpc>
              <a:spcBef>
                <a:spcPct val="20000"/>
              </a:spcBef>
              <a:spcAft>
                <a:spcPct val="0"/>
              </a:spcAft>
              <a:buClr>
                <a:srgbClr val="4D4D4D"/>
              </a:buClr>
              <a:buSzTx/>
              <a:buFont typeface="Times" pitchFamily="18" charset="0"/>
              <a:buNone/>
              <a:tabLst/>
              <a:defRPr sz="2400">
                <a:solidFill>
                  <a:srgbClr val="4D4D4D"/>
                </a:solidFill>
              </a:defRPr>
            </a:lvl1pPr>
            <a:lvl2pPr>
              <a:buClr>
                <a:srgbClr val="4D4D4D"/>
              </a:buClr>
              <a:defRPr sz="2100">
                <a:solidFill>
                  <a:srgbClr val="4D4D4D"/>
                </a:solidFill>
              </a:defRPr>
            </a:lvl2pPr>
            <a:lvl3pPr>
              <a:buClr>
                <a:srgbClr val="4D4D4D"/>
              </a:buClr>
              <a:defRPr sz="2100">
                <a:solidFill>
                  <a:srgbClr val="4D4D4D"/>
                </a:solidFill>
              </a:defRPr>
            </a:lvl3pPr>
          </a:lstStyle>
          <a:p>
            <a:pPr marL="456655" marR="0" lvl="0" indent="-456655" algn="l" defTabSz="1217747"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16 </a:t>
            </a:r>
            <a:r>
              <a:rPr lang="en-US" err="1"/>
              <a:t>pt</a:t>
            </a:r>
            <a:r>
              <a:rPr lang="en-US"/>
              <a:t>)</a:t>
            </a:r>
          </a:p>
          <a:p>
            <a:pPr lvl="1"/>
            <a:r>
              <a:rPr lang="en-US"/>
              <a:t>Second level</a:t>
            </a:r>
          </a:p>
          <a:p>
            <a:pPr lvl="2"/>
            <a:r>
              <a:rPr lang="en-US"/>
              <a:t>Third level</a:t>
            </a:r>
          </a:p>
        </p:txBody>
      </p:sp>
      <p:sp>
        <p:nvSpPr>
          <p:cNvPr id="7" name="Text Placeholder 6"/>
          <p:cNvSpPr>
            <a:spLocks noGrp="1"/>
          </p:cNvSpPr>
          <p:nvPr>
            <p:ph type="body" sz="quarter" idx="12"/>
          </p:nvPr>
        </p:nvSpPr>
        <p:spPr>
          <a:xfrm>
            <a:off x="406401" y="4031019"/>
            <a:ext cx="5534411" cy="2497309"/>
          </a:xfrm>
          <a:prstGeom prst="rect">
            <a:avLst/>
          </a:prstGeom>
          <a:ln>
            <a:noFill/>
          </a:ln>
        </p:spPr>
        <p:txBody>
          <a:bodyPr/>
          <a:lstStyle>
            <a:lvl1pPr marL="0" marR="0" indent="0" algn="l" defTabSz="1217747" rtl="0" eaLnBrk="1" fontAlgn="base" latinLnBrk="0" hangingPunct="1">
              <a:lnSpc>
                <a:spcPct val="100000"/>
              </a:lnSpc>
              <a:spcBef>
                <a:spcPct val="20000"/>
              </a:spcBef>
              <a:spcAft>
                <a:spcPct val="0"/>
              </a:spcAft>
              <a:buClr>
                <a:srgbClr val="4D4D4D"/>
              </a:buClr>
              <a:buSzTx/>
              <a:buFont typeface="Times" pitchFamily="18" charset="0"/>
              <a:buNone/>
              <a:tabLst/>
              <a:defRPr sz="2400">
                <a:solidFill>
                  <a:srgbClr val="4D4D4D"/>
                </a:solidFill>
              </a:defRPr>
            </a:lvl1pPr>
            <a:lvl2pPr>
              <a:buClr>
                <a:srgbClr val="4D4D4D"/>
              </a:buClr>
              <a:defRPr sz="2100">
                <a:solidFill>
                  <a:srgbClr val="4D4D4D"/>
                </a:solidFill>
              </a:defRPr>
            </a:lvl2pPr>
            <a:lvl3pPr>
              <a:buClr>
                <a:srgbClr val="4D4D4D"/>
              </a:buClr>
              <a:defRPr sz="2100">
                <a:solidFill>
                  <a:srgbClr val="4D4D4D"/>
                </a:solidFill>
              </a:defRPr>
            </a:lvl3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p:cNvSpPr>
            <a:spLocks noGrp="1"/>
          </p:cNvSpPr>
          <p:nvPr>
            <p:ph type="body" sz="quarter" idx="13"/>
          </p:nvPr>
        </p:nvSpPr>
        <p:spPr>
          <a:xfrm>
            <a:off x="6243373" y="4024429"/>
            <a:ext cx="5534411" cy="2497309"/>
          </a:xfrm>
          <a:prstGeom prst="rect">
            <a:avLst/>
          </a:prstGeom>
          <a:ln>
            <a:noFill/>
          </a:ln>
        </p:spPr>
        <p:txBody>
          <a:bodyPr/>
          <a:lstStyle>
            <a:lvl1pPr marL="0" marR="0" indent="0" algn="l" defTabSz="1217747" rtl="0" eaLnBrk="1" fontAlgn="base" latinLnBrk="0" hangingPunct="1">
              <a:lnSpc>
                <a:spcPct val="100000"/>
              </a:lnSpc>
              <a:spcBef>
                <a:spcPct val="20000"/>
              </a:spcBef>
              <a:spcAft>
                <a:spcPct val="0"/>
              </a:spcAft>
              <a:buClr>
                <a:srgbClr val="4D4D4D"/>
              </a:buClr>
              <a:buSzTx/>
              <a:buFont typeface="Times" pitchFamily="18" charset="0"/>
              <a:buNone/>
              <a:tabLst/>
              <a:defRPr sz="2400">
                <a:solidFill>
                  <a:srgbClr val="4D4D4D"/>
                </a:solidFill>
              </a:defRPr>
            </a:lvl1pPr>
            <a:lvl2pPr>
              <a:buClr>
                <a:srgbClr val="4D4D4D"/>
              </a:buClr>
              <a:defRPr sz="2100">
                <a:solidFill>
                  <a:srgbClr val="4D4D4D"/>
                </a:solidFill>
              </a:defRPr>
            </a:lvl2pPr>
            <a:lvl3pPr>
              <a:buClr>
                <a:srgbClr val="4D4D4D"/>
              </a:buClr>
              <a:defRPr sz="2100">
                <a:solidFill>
                  <a:srgbClr val="4D4D4D"/>
                </a:solidFill>
              </a:defRPr>
            </a:lvl3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pic>
        <p:nvPicPr>
          <p:cNvPr id="2" name="Picture 1">
            <a:extLst>
              <a:ext uri="{FF2B5EF4-FFF2-40B4-BE49-F238E27FC236}">
                <a16:creationId xmlns:a16="http://schemas.microsoft.com/office/drawing/2014/main" id="{8E55812D-80C4-494A-CCD6-24F42C9B1A2A}"/>
              </a:ext>
            </a:extLst>
          </p:cNvPr>
          <p:cNvPicPr>
            <a:picLocks noChangeAspect="1"/>
          </p:cNvPicPr>
          <p:nvPr userDrawn="1"/>
        </p:nvPicPr>
        <p:blipFill>
          <a:blip r:embed="rId2"/>
          <a:stretch>
            <a:fillRect/>
          </a:stretch>
        </p:blipFill>
        <p:spPr>
          <a:xfrm>
            <a:off x="10615637" y="6030516"/>
            <a:ext cx="1158240" cy="1158240"/>
          </a:xfrm>
          <a:prstGeom prst="rect">
            <a:avLst/>
          </a:prstGeom>
        </p:spPr>
      </p:pic>
      <p:pic>
        <p:nvPicPr>
          <p:cNvPr id="3" name="Picture 2" descr="new AI liability insurance product ...">
            <a:extLst>
              <a:ext uri="{FF2B5EF4-FFF2-40B4-BE49-F238E27FC236}">
                <a16:creationId xmlns:a16="http://schemas.microsoft.com/office/drawing/2014/main" id="{1AD25E82-6BED-B0CC-C2D1-33E635D48968}"/>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9745510" y="6377795"/>
            <a:ext cx="881849" cy="463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53989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out Background Color">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406400" y="1093891"/>
            <a:ext cx="11379200" cy="4800600"/>
          </a:xfrm>
          <a:prstGeom prst="rect">
            <a:avLst/>
          </a:prstGeom>
        </p:spPr>
        <p:txBody>
          <a:bodyPr>
            <a:normAutofit/>
          </a:bodyPr>
          <a:lstStyle>
            <a:lvl1pPr>
              <a:defRPr sz="2400"/>
            </a:lvl1pPr>
          </a:lstStyle>
          <a:p>
            <a:r>
              <a:rPr lang="en-US"/>
              <a:t>Click icon to add picture</a:t>
            </a:r>
          </a:p>
        </p:txBody>
      </p:sp>
      <p:sp>
        <p:nvSpPr>
          <p:cNvPr id="6"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79101950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hart without Background Color">
    <p:spTree>
      <p:nvGrpSpPr>
        <p:cNvPr id="1" name=""/>
        <p:cNvGrpSpPr/>
        <p:nvPr/>
      </p:nvGrpSpPr>
      <p:grpSpPr>
        <a:xfrm>
          <a:off x="0" y="0"/>
          <a:ext cx="0" cy="0"/>
          <a:chOff x="0" y="0"/>
          <a:chExt cx="0" cy="0"/>
        </a:xfrm>
      </p:grpSpPr>
      <p:sp>
        <p:nvSpPr>
          <p:cNvPr id="3" name="Rectangle 2"/>
          <p:cNvSpPr/>
          <p:nvPr userDrawn="1"/>
        </p:nvSpPr>
        <p:spPr bwMode="auto">
          <a:xfrm>
            <a:off x="2865120" y="2"/>
            <a:ext cx="9326880" cy="6616005"/>
          </a:xfrm>
          <a:prstGeom prst="rect">
            <a:avLst/>
          </a:prstGeom>
          <a:solidFill>
            <a:schemeClr val="bg1"/>
          </a:solidFill>
          <a:ln w="9525" cap="flat" cmpd="sng" algn="ctr">
            <a:noFill/>
            <a:prstDash val="solid"/>
            <a:round/>
            <a:headEnd type="none" w="med" len="med"/>
            <a:tailEnd type="none" w="med" len="med"/>
          </a:ln>
          <a:effectLst/>
        </p:spPr>
        <p:txBody>
          <a:bodyPr vert="horz" wrap="square" lIns="91415" tIns="45708" rIns="91415" bIns="45708" numCol="1" rtlCol="0" anchor="t" anchorCtr="0" compatLnSpc="1">
            <a:prstTxWarp prst="textNoShape">
              <a:avLst/>
            </a:prstTxWarp>
          </a:bodyPr>
          <a:lstStyle/>
          <a:p>
            <a:pPr marL="0" marR="0" indent="0" algn="l" defTabSz="914156"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ＭＳ Ｐゴシック"/>
              <a:cs typeface="ＭＳ Ｐゴシック"/>
            </a:endParaRPr>
          </a:p>
        </p:txBody>
      </p:sp>
      <p:sp>
        <p:nvSpPr>
          <p:cNvPr id="5" name="Chart Placeholder 4"/>
          <p:cNvSpPr>
            <a:spLocks noGrp="1"/>
          </p:cNvSpPr>
          <p:nvPr>
            <p:ph type="chart" sz="quarter" idx="11"/>
          </p:nvPr>
        </p:nvSpPr>
        <p:spPr>
          <a:xfrm>
            <a:off x="3073403" y="1105465"/>
            <a:ext cx="8573935" cy="5234950"/>
          </a:xfrm>
          <a:prstGeom prst="rect">
            <a:avLst/>
          </a:prstGeom>
        </p:spPr>
        <p:txBody>
          <a:bodyPr>
            <a:normAutofit/>
          </a:bodyPr>
          <a:lstStyle>
            <a:lvl1pPr>
              <a:defRPr sz="2400"/>
            </a:lvl1pPr>
          </a:lstStyle>
          <a:p>
            <a:r>
              <a:rPr lang="en-US"/>
              <a:t>Click icon to add chart</a:t>
            </a:r>
          </a:p>
        </p:txBody>
      </p:sp>
      <p:sp>
        <p:nvSpPr>
          <p:cNvPr id="6" name="Title 1"/>
          <p:cNvSpPr>
            <a:spLocks noGrp="1"/>
          </p:cNvSpPr>
          <p:nvPr>
            <p:ph type="title"/>
          </p:nvPr>
        </p:nvSpPr>
        <p:spPr>
          <a:xfrm>
            <a:off x="3073402" y="356633"/>
            <a:ext cx="6186025"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grpSp>
        <p:nvGrpSpPr>
          <p:cNvPr id="52" name="Group 4"/>
          <p:cNvGrpSpPr>
            <a:grpSpLocks noChangeAspect="1"/>
          </p:cNvGrpSpPr>
          <p:nvPr userDrawn="1"/>
        </p:nvGrpSpPr>
        <p:grpSpPr bwMode="auto">
          <a:xfrm>
            <a:off x="10765765" y="152177"/>
            <a:ext cx="1257955" cy="676946"/>
            <a:chOff x="301" y="1068"/>
            <a:chExt cx="1403" cy="755"/>
          </a:xfrm>
        </p:grpSpPr>
        <p:sp>
          <p:nvSpPr>
            <p:cNvPr id="53" name="Freeform 6"/>
            <p:cNvSpPr>
              <a:spLocks/>
            </p:cNvSpPr>
            <p:nvPr userDrawn="1"/>
          </p:nvSpPr>
          <p:spPr bwMode="auto">
            <a:xfrm>
              <a:off x="806" y="1068"/>
              <a:ext cx="169" cy="474"/>
            </a:xfrm>
            <a:custGeom>
              <a:avLst/>
              <a:gdLst>
                <a:gd name="T0" fmla="*/ 368 w 507"/>
                <a:gd name="T1" fmla="*/ 0 h 1423"/>
                <a:gd name="T2" fmla="*/ 400 w 507"/>
                <a:gd name="T3" fmla="*/ 4 h 1423"/>
                <a:gd name="T4" fmla="*/ 429 w 507"/>
                <a:gd name="T5" fmla="*/ 14 h 1423"/>
                <a:gd name="T6" fmla="*/ 455 w 507"/>
                <a:gd name="T7" fmla="*/ 31 h 1423"/>
                <a:gd name="T8" fmla="*/ 476 w 507"/>
                <a:gd name="T9" fmla="*/ 51 h 1423"/>
                <a:gd name="T10" fmla="*/ 493 w 507"/>
                <a:gd name="T11" fmla="*/ 77 h 1423"/>
                <a:gd name="T12" fmla="*/ 503 w 507"/>
                <a:gd name="T13" fmla="*/ 105 h 1423"/>
                <a:gd name="T14" fmla="*/ 507 w 507"/>
                <a:gd name="T15" fmla="*/ 136 h 1423"/>
                <a:gd name="T16" fmla="*/ 504 w 507"/>
                <a:gd name="T17" fmla="*/ 167 h 1423"/>
                <a:gd name="T18" fmla="*/ 276 w 507"/>
                <a:gd name="T19" fmla="*/ 1311 h 1423"/>
                <a:gd name="T20" fmla="*/ 268 w 507"/>
                <a:gd name="T21" fmla="*/ 1338 h 1423"/>
                <a:gd name="T22" fmla="*/ 255 w 507"/>
                <a:gd name="T23" fmla="*/ 1362 h 1423"/>
                <a:gd name="T24" fmla="*/ 237 w 507"/>
                <a:gd name="T25" fmla="*/ 1383 h 1423"/>
                <a:gd name="T26" fmla="*/ 217 w 507"/>
                <a:gd name="T27" fmla="*/ 1399 h 1423"/>
                <a:gd name="T28" fmla="*/ 194 w 507"/>
                <a:gd name="T29" fmla="*/ 1412 h 1423"/>
                <a:gd name="T30" fmla="*/ 167 w 507"/>
                <a:gd name="T31" fmla="*/ 1421 h 1423"/>
                <a:gd name="T32" fmla="*/ 139 w 507"/>
                <a:gd name="T33" fmla="*/ 1423 h 1423"/>
                <a:gd name="T34" fmla="*/ 108 w 507"/>
                <a:gd name="T35" fmla="*/ 1420 h 1423"/>
                <a:gd name="T36" fmla="*/ 79 w 507"/>
                <a:gd name="T37" fmla="*/ 1409 h 1423"/>
                <a:gd name="T38" fmla="*/ 53 w 507"/>
                <a:gd name="T39" fmla="*/ 1393 h 1423"/>
                <a:gd name="T40" fmla="*/ 32 w 507"/>
                <a:gd name="T41" fmla="*/ 1372 h 1423"/>
                <a:gd name="T42" fmla="*/ 15 w 507"/>
                <a:gd name="T43" fmla="*/ 1347 h 1423"/>
                <a:gd name="T44" fmla="*/ 5 w 507"/>
                <a:gd name="T45" fmla="*/ 1319 h 1423"/>
                <a:gd name="T46" fmla="*/ 0 w 507"/>
                <a:gd name="T47" fmla="*/ 1288 h 1423"/>
                <a:gd name="T48" fmla="*/ 2 w 507"/>
                <a:gd name="T49" fmla="*/ 1256 h 1423"/>
                <a:gd name="T50" fmla="*/ 231 w 507"/>
                <a:gd name="T51" fmla="*/ 113 h 1423"/>
                <a:gd name="T52" fmla="*/ 240 w 507"/>
                <a:gd name="T53" fmla="*/ 86 h 1423"/>
                <a:gd name="T54" fmla="*/ 253 w 507"/>
                <a:gd name="T55" fmla="*/ 61 h 1423"/>
                <a:gd name="T56" fmla="*/ 269 w 507"/>
                <a:gd name="T57" fmla="*/ 41 h 1423"/>
                <a:gd name="T58" fmla="*/ 291 w 507"/>
                <a:gd name="T59" fmla="*/ 24 h 1423"/>
                <a:gd name="T60" fmla="*/ 314 w 507"/>
                <a:gd name="T61" fmla="*/ 11 h 1423"/>
                <a:gd name="T62" fmla="*/ 341 w 507"/>
                <a:gd name="T63" fmla="*/ 3 h 1423"/>
                <a:gd name="T64" fmla="*/ 368 w 507"/>
                <a:gd name="T65" fmla="*/ 0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7" h="1423">
                  <a:moveTo>
                    <a:pt x="368" y="0"/>
                  </a:moveTo>
                  <a:lnTo>
                    <a:pt x="400" y="4"/>
                  </a:lnTo>
                  <a:lnTo>
                    <a:pt x="429" y="14"/>
                  </a:lnTo>
                  <a:lnTo>
                    <a:pt x="455" y="31"/>
                  </a:lnTo>
                  <a:lnTo>
                    <a:pt x="476" y="51"/>
                  </a:lnTo>
                  <a:lnTo>
                    <a:pt x="493" y="77"/>
                  </a:lnTo>
                  <a:lnTo>
                    <a:pt x="503" y="105"/>
                  </a:lnTo>
                  <a:lnTo>
                    <a:pt x="507" y="136"/>
                  </a:lnTo>
                  <a:lnTo>
                    <a:pt x="504" y="167"/>
                  </a:lnTo>
                  <a:lnTo>
                    <a:pt x="276" y="1311"/>
                  </a:lnTo>
                  <a:lnTo>
                    <a:pt x="268" y="1338"/>
                  </a:lnTo>
                  <a:lnTo>
                    <a:pt x="255" y="1362"/>
                  </a:lnTo>
                  <a:lnTo>
                    <a:pt x="237" y="1383"/>
                  </a:lnTo>
                  <a:lnTo>
                    <a:pt x="217" y="1399"/>
                  </a:lnTo>
                  <a:lnTo>
                    <a:pt x="194" y="1412"/>
                  </a:lnTo>
                  <a:lnTo>
                    <a:pt x="167" y="1421"/>
                  </a:lnTo>
                  <a:lnTo>
                    <a:pt x="139" y="1423"/>
                  </a:lnTo>
                  <a:lnTo>
                    <a:pt x="108" y="1420"/>
                  </a:lnTo>
                  <a:lnTo>
                    <a:pt x="79" y="1409"/>
                  </a:lnTo>
                  <a:lnTo>
                    <a:pt x="53" y="1393"/>
                  </a:lnTo>
                  <a:lnTo>
                    <a:pt x="32" y="1372"/>
                  </a:lnTo>
                  <a:lnTo>
                    <a:pt x="15" y="1347"/>
                  </a:lnTo>
                  <a:lnTo>
                    <a:pt x="5" y="1319"/>
                  </a:lnTo>
                  <a:lnTo>
                    <a:pt x="0" y="1288"/>
                  </a:lnTo>
                  <a:lnTo>
                    <a:pt x="2" y="1256"/>
                  </a:lnTo>
                  <a:lnTo>
                    <a:pt x="231" y="113"/>
                  </a:lnTo>
                  <a:lnTo>
                    <a:pt x="240" y="86"/>
                  </a:lnTo>
                  <a:lnTo>
                    <a:pt x="253" y="61"/>
                  </a:lnTo>
                  <a:lnTo>
                    <a:pt x="269" y="41"/>
                  </a:lnTo>
                  <a:lnTo>
                    <a:pt x="291" y="24"/>
                  </a:lnTo>
                  <a:lnTo>
                    <a:pt x="314" y="11"/>
                  </a:lnTo>
                  <a:lnTo>
                    <a:pt x="341" y="3"/>
                  </a:lnTo>
                  <a:lnTo>
                    <a:pt x="368" y="0"/>
                  </a:lnTo>
                  <a:close/>
                </a:path>
              </a:pathLst>
            </a:custGeom>
            <a:solidFill>
              <a:srgbClr val="0D4D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7"/>
            <p:cNvSpPr>
              <a:spLocks/>
            </p:cNvSpPr>
            <p:nvPr userDrawn="1"/>
          </p:nvSpPr>
          <p:spPr bwMode="auto">
            <a:xfrm>
              <a:off x="1043" y="1187"/>
              <a:ext cx="145" cy="355"/>
            </a:xfrm>
            <a:custGeom>
              <a:avLst/>
              <a:gdLst>
                <a:gd name="T0" fmla="*/ 297 w 436"/>
                <a:gd name="T1" fmla="*/ 0 h 1067"/>
                <a:gd name="T2" fmla="*/ 329 w 436"/>
                <a:gd name="T3" fmla="*/ 3 h 1067"/>
                <a:gd name="T4" fmla="*/ 358 w 436"/>
                <a:gd name="T5" fmla="*/ 14 h 1067"/>
                <a:gd name="T6" fmla="*/ 383 w 436"/>
                <a:gd name="T7" fmla="*/ 30 h 1067"/>
                <a:gd name="T8" fmla="*/ 404 w 436"/>
                <a:gd name="T9" fmla="*/ 51 h 1067"/>
                <a:gd name="T10" fmla="*/ 421 w 436"/>
                <a:gd name="T11" fmla="*/ 76 h 1067"/>
                <a:gd name="T12" fmla="*/ 432 w 436"/>
                <a:gd name="T13" fmla="*/ 104 h 1067"/>
                <a:gd name="T14" fmla="*/ 436 w 436"/>
                <a:gd name="T15" fmla="*/ 135 h 1067"/>
                <a:gd name="T16" fmla="*/ 433 w 436"/>
                <a:gd name="T17" fmla="*/ 167 h 1067"/>
                <a:gd name="T18" fmla="*/ 276 w 436"/>
                <a:gd name="T19" fmla="*/ 955 h 1067"/>
                <a:gd name="T20" fmla="*/ 267 w 436"/>
                <a:gd name="T21" fmla="*/ 982 h 1067"/>
                <a:gd name="T22" fmla="*/ 254 w 436"/>
                <a:gd name="T23" fmla="*/ 1006 h 1067"/>
                <a:gd name="T24" fmla="*/ 238 w 436"/>
                <a:gd name="T25" fmla="*/ 1027 h 1067"/>
                <a:gd name="T26" fmla="*/ 216 w 436"/>
                <a:gd name="T27" fmla="*/ 1043 h 1067"/>
                <a:gd name="T28" fmla="*/ 193 w 436"/>
                <a:gd name="T29" fmla="*/ 1056 h 1067"/>
                <a:gd name="T30" fmla="*/ 168 w 436"/>
                <a:gd name="T31" fmla="*/ 1065 h 1067"/>
                <a:gd name="T32" fmla="*/ 140 w 436"/>
                <a:gd name="T33" fmla="*/ 1067 h 1067"/>
                <a:gd name="T34" fmla="*/ 108 w 436"/>
                <a:gd name="T35" fmla="*/ 1064 h 1067"/>
                <a:gd name="T36" fmla="*/ 78 w 436"/>
                <a:gd name="T37" fmla="*/ 1053 h 1067"/>
                <a:gd name="T38" fmla="*/ 53 w 436"/>
                <a:gd name="T39" fmla="*/ 1037 h 1067"/>
                <a:gd name="T40" fmla="*/ 31 w 436"/>
                <a:gd name="T41" fmla="*/ 1016 h 1067"/>
                <a:gd name="T42" fmla="*/ 16 w 436"/>
                <a:gd name="T43" fmla="*/ 991 h 1067"/>
                <a:gd name="T44" fmla="*/ 4 w 436"/>
                <a:gd name="T45" fmla="*/ 963 h 1067"/>
                <a:gd name="T46" fmla="*/ 0 w 436"/>
                <a:gd name="T47" fmla="*/ 932 h 1067"/>
                <a:gd name="T48" fmla="*/ 3 w 436"/>
                <a:gd name="T49" fmla="*/ 900 h 1067"/>
                <a:gd name="T50" fmla="*/ 160 w 436"/>
                <a:gd name="T51" fmla="*/ 112 h 1067"/>
                <a:gd name="T52" fmla="*/ 168 w 436"/>
                <a:gd name="T53" fmla="*/ 85 h 1067"/>
                <a:gd name="T54" fmla="*/ 182 w 436"/>
                <a:gd name="T55" fmla="*/ 61 h 1067"/>
                <a:gd name="T56" fmla="*/ 198 w 436"/>
                <a:gd name="T57" fmla="*/ 40 h 1067"/>
                <a:gd name="T58" fmla="*/ 219 w 436"/>
                <a:gd name="T59" fmla="*/ 24 h 1067"/>
                <a:gd name="T60" fmla="*/ 243 w 436"/>
                <a:gd name="T61" fmla="*/ 11 h 1067"/>
                <a:gd name="T62" fmla="*/ 269 w 436"/>
                <a:gd name="T63" fmla="*/ 3 h 1067"/>
                <a:gd name="T64" fmla="*/ 297 w 436"/>
                <a:gd name="T65" fmla="*/ 0 h 10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6" h="1067">
                  <a:moveTo>
                    <a:pt x="297" y="0"/>
                  </a:moveTo>
                  <a:lnTo>
                    <a:pt x="329" y="3"/>
                  </a:lnTo>
                  <a:lnTo>
                    <a:pt x="358" y="14"/>
                  </a:lnTo>
                  <a:lnTo>
                    <a:pt x="383" y="30"/>
                  </a:lnTo>
                  <a:lnTo>
                    <a:pt x="404" y="51"/>
                  </a:lnTo>
                  <a:lnTo>
                    <a:pt x="421" y="76"/>
                  </a:lnTo>
                  <a:lnTo>
                    <a:pt x="432" y="104"/>
                  </a:lnTo>
                  <a:lnTo>
                    <a:pt x="436" y="135"/>
                  </a:lnTo>
                  <a:lnTo>
                    <a:pt x="433" y="167"/>
                  </a:lnTo>
                  <a:lnTo>
                    <a:pt x="276" y="955"/>
                  </a:lnTo>
                  <a:lnTo>
                    <a:pt x="267" y="982"/>
                  </a:lnTo>
                  <a:lnTo>
                    <a:pt x="254" y="1006"/>
                  </a:lnTo>
                  <a:lnTo>
                    <a:pt x="238" y="1027"/>
                  </a:lnTo>
                  <a:lnTo>
                    <a:pt x="216" y="1043"/>
                  </a:lnTo>
                  <a:lnTo>
                    <a:pt x="193" y="1056"/>
                  </a:lnTo>
                  <a:lnTo>
                    <a:pt x="168" y="1065"/>
                  </a:lnTo>
                  <a:lnTo>
                    <a:pt x="140" y="1067"/>
                  </a:lnTo>
                  <a:lnTo>
                    <a:pt x="108" y="1064"/>
                  </a:lnTo>
                  <a:lnTo>
                    <a:pt x="78" y="1053"/>
                  </a:lnTo>
                  <a:lnTo>
                    <a:pt x="53" y="1037"/>
                  </a:lnTo>
                  <a:lnTo>
                    <a:pt x="31" y="1016"/>
                  </a:lnTo>
                  <a:lnTo>
                    <a:pt x="16" y="991"/>
                  </a:lnTo>
                  <a:lnTo>
                    <a:pt x="4" y="963"/>
                  </a:lnTo>
                  <a:lnTo>
                    <a:pt x="0" y="932"/>
                  </a:lnTo>
                  <a:lnTo>
                    <a:pt x="3" y="900"/>
                  </a:lnTo>
                  <a:lnTo>
                    <a:pt x="160" y="112"/>
                  </a:lnTo>
                  <a:lnTo>
                    <a:pt x="168" y="85"/>
                  </a:lnTo>
                  <a:lnTo>
                    <a:pt x="182" y="61"/>
                  </a:lnTo>
                  <a:lnTo>
                    <a:pt x="198" y="40"/>
                  </a:lnTo>
                  <a:lnTo>
                    <a:pt x="219" y="24"/>
                  </a:lnTo>
                  <a:lnTo>
                    <a:pt x="243" y="11"/>
                  </a:lnTo>
                  <a:lnTo>
                    <a:pt x="269" y="3"/>
                  </a:lnTo>
                  <a:lnTo>
                    <a:pt x="297" y="0"/>
                  </a:lnTo>
                  <a:close/>
                </a:path>
              </a:pathLst>
            </a:custGeom>
            <a:solidFill>
              <a:srgbClr val="0D4D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Freeform 8"/>
            <p:cNvSpPr>
              <a:spLocks/>
            </p:cNvSpPr>
            <p:nvPr userDrawn="1"/>
          </p:nvSpPr>
          <p:spPr bwMode="auto">
            <a:xfrm>
              <a:off x="1161" y="1447"/>
              <a:ext cx="95" cy="95"/>
            </a:xfrm>
            <a:custGeom>
              <a:avLst/>
              <a:gdLst>
                <a:gd name="T0" fmla="*/ 143 w 285"/>
                <a:gd name="T1" fmla="*/ 0 h 285"/>
                <a:gd name="T2" fmla="*/ 175 w 285"/>
                <a:gd name="T3" fmla="*/ 4 h 285"/>
                <a:gd name="T4" fmla="*/ 206 w 285"/>
                <a:gd name="T5" fmla="*/ 16 h 285"/>
                <a:gd name="T6" fmla="*/ 232 w 285"/>
                <a:gd name="T7" fmla="*/ 32 h 285"/>
                <a:gd name="T8" fmla="*/ 255 w 285"/>
                <a:gd name="T9" fmla="*/ 54 h 285"/>
                <a:gd name="T10" fmla="*/ 271 w 285"/>
                <a:gd name="T11" fmla="*/ 81 h 285"/>
                <a:gd name="T12" fmla="*/ 281 w 285"/>
                <a:gd name="T13" fmla="*/ 110 h 285"/>
                <a:gd name="T14" fmla="*/ 285 w 285"/>
                <a:gd name="T15" fmla="*/ 143 h 285"/>
                <a:gd name="T16" fmla="*/ 281 w 285"/>
                <a:gd name="T17" fmla="*/ 175 h 285"/>
                <a:gd name="T18" fmla="*/ 271 w 285"/>
                <a:gd name="T19" fmla="*/ 206 h 285"/>
                <a:gd name="T20" fmla="*/ 255 w 285"/>
                <a:gd name="T21" fmla="*/ 232 h 285"/>
                <a:gd name="T22" fmla="*/ 232 w 285"/>
                <a:gd name="T23" fmla="*/ 253 h 285"/>
                <a:gd name="T24" fmla="*/ 206 w 285"/>
                <a:gd name="T25" fmla="*/ 271 h 285"/>
                <a:gd name="T26" fmla="*/ 175 w 285"/>
                <a:gd name="T27" fmla="*/ 282 h 285"/>
                <a:gd name="T28" fmla="*/ 143 w 285"/>
                <a:gd name="T29" fmla="*/ 285 h 285"/>
                <a:gd name="T30" fmla="*/ 110 w 285"/>
                <a:gd name="T31" fmla="*/ 282 h 285"/>
                <a:gd name="T32" fmla="*/ 81 w 285"/>
                <a:gd name="T33" fmla="*/ 271 h 285"/>
                <a:gd name="T34" fmla="*/ 54 w 285"/>
                <a:gd name="T35" fmla="*/ 253 h 285"/>
                <a:gd name="T36" fmla="*/ 32 w 285"/>
                <a:gd name="T37" fmla="*/ 232 h 285"/>
                <a:gd name="T38" fmla="*/ 16 w 285"/>
                <a:gd name="T39" fmla="*/ 206 h 285"/>
                <a:gd name="T40" fmla="*/ 4 w 285"/>
                <a:gd name="T41" fmla="*/ 175 h 285"/>
                <a:gd name="T42" fmla="*/ 0 w 285"/>
                <a:gd name="T43" fmla="*/ 143 h 285"/>
                <a:gd name="T44" fmla="*/ 4 w 285"/>
                <a:gd name="T45" fmla="*/ 110 h 285"/>
                <a:gd name="T46" fmla="*/ 16 w 285"/>
                <a:gd name="T47" fmla="*/ 81 h 285"/>
                <a:gd name="T48" fmla="*/ 32 w 285"/>
                <a:gd name="T49" fmla="*/ 54 h 285"/>
                <a:gd name="T50" fmla="*/ 54 w 285"/>
                <a:gd name="T51" fmla="*/ 32 h 285"/>
                <a:gd name="T52" fmla="*/ 81 w 285"/>
                <a:gd name="T53" fmla="*/ 16 h 285"/>
                <a:gd name="T54" fmla="*/ 110 w 285"/>
                <a:gd name="T55" fmla="*/ 4 h 285"/>
                <a:gd name="T56" fmla="*/ 143 w 285"/>
                <a:gd name="T57" fmla="*/ 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5" h="285">
                  <a:moveTo>
                    <a:pt x="143" y="0"/>
                  </a:moveTo>
                  <a:lnTo>
                    <a:pt x="175" y="4"/>
                  </a:lnTo>
                  <a:lnTo>
                    <a:pt x="206" y="16"/>
                  </a:lnTo>
                  <a:lnTo>
                    <a:pt x="232" y="32"/>
                  </a:lnTo>
                  <a:lnTo>
                    <a:pt x="255" y="54"/>
                  </a:lnTo>
                  <a:lnTo>
                    <a:pt x="271" y="81"/>
                  </a:lnTo>
                  <a:lnTo>
                    <a:pt x="281" y="110"/>
                  </a:lnTo>
                  <a:lnTo>
                    <a:pt x="285" y="143"/>
                  </a:lnTo>
                  <a:lnTo>
                    <a:pt x="281" y="175"/>
                  </a:lnTo>
                  <a:lnTo>
                    <a:pt x="271" y="206"/>
                  </a:lnTo>
                  <a:lnTo>
                    <a:pt x="255" y="232"/>
                  </a:lnTo>
                  <a:lnTo>
                    <a:pt x="232" y="253"/>
                  </a:lnTo>
                  <a:lnTo>
                    <a:pt x="206" y="271"/>
                  </a:lnTo>
                  <a:lnTo>
                    <a:pt x="175" y="282"/>
                  </a:lnTo>
                  <a:lnTo>
                    <a:pt x="143" y="285"/>
                  </a:lnTo>
                  <a:lnTo>
                    <a:pt x="110" y="282"/>
                  </a:lnTo>
                  <a:lnTo>
                    <a:pt x="81" y="271"/>
                  </a:lnTo>
                  <a:lnTo>
                    <a:pt x="54" y="253"/>
                  </a:lnTo>
                  <a:lnTo>
                    <a:pt x="32" y="232"/>
                  </a:lnTo>
                  <a:lnTo>
                    <a:pt x="16" y="206"/>
                  </a:lnTo>
                  <a:lnTo>
                    <a:pt x="4" y="175"/>
                  </a:lnTo>
                  <a:lnTo>
                    <a:pt x="0" y="143"/>
                  </a:lnTo>
                  <a:lnTo>
                    <a:pt x="4" y="110"/>
                  </a:lnTo>
                  <a:lnTo>
                    <a:pt x="16" y="81"/>
                  </a:lnTo>
                  <a:lnTo>
                    <a:pt x="32" y="54"/>
                  </a:lnTo>
                  <a:lnTo>
                    <a:pt x="54" y="32"/>
                  </a:lnTo>
                  <a:lnTo>
                    <a:pt x="81" y="16"/>
                  </a:lnTo>
                  <a:lnTo>
                    <a:pt x="110" y="4"/>
                  </a:lnTo>
                  <a:lnTo>
                    <a:pt x="143" y="0"/>
                  </a:lnTo>
                  <a:close/>
                </a:path>
              </a:pathLst>
            </a:custGeom>
            <a:solidFill>
              <a:srgbClr val="FFB00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Freeform 9"/>
            <p:cNvSpPr>
              <a:spLocks/>
            </p:cNvSpPr>
            <p:nvPr userDrawn="1"/>
          </p:nvSpPr>
          <p:spPr bwMode="auto">
            <a:xfrm>
              <a:off x="1118" y="1068"/>
              <a:ext cx="95" cy="95"/>
            </a:xfrm>
            <a:custGeom>
              <a:avLst/>
              <a:gdLst>
                <a:gd name="T0" fmla="*/ 143 w 285"/>
                <a:gd name="T1" fmla="*/ 0 h 284"/>
                <a:gd name="T2" fmla="*/ 175 w 285"/>
                <a:gd name="T3" fmla="*/ 4 h 284"/>
                <a:gd name="T4" fmla="*/ 206 w 285"/>
                <a:gd name="T5" fmla="*/ 14 h 284"/>
                <a:gd name="T6" fmla="*/ 231 w 285"/>
                <a:gd name="T7" fmla="*/ 31 h 284"/>
                <a:gd name="T8" fmla="*/ 254 w 285"/>
                <a:gd name="T9" fmla="*/ 53 h 284"/>
                <a:gd name="T10" fmla="*/ 271 w 285"/>
                <a:gd name="T11" fmla="*/ 80 h 284"/>
                <a:gd name="T12" fmla="*/ 281 w 285"/>
                <a:gd name="T13" fmla="*/ 109 h 284"/>
                <a:gd name="T14" fmla="*/ 285 w 285"/>
                <a:gd name="T15" fmla="*/ 142 h 284"/>
                <a:gd name="T16" fmla="*/ 281 w 285"/>
                <a:gd name="T17" fmla="*/ 174 h 284"/>
                <a:gd name="T18" fmla="*/ 271 w 285"/>
                <a:gd name="T19" fmla="*/ 205 h 284"/>
                <a:gd name="T20" fmla="*/ 254 w 285"/>
                <a:gd name="T21" fmla="*/ 230 h 284"/>
                <a:gd name="T22" fmla="*/ 231 w 285"/>
                <a:gd name="T23" fmla="*/ 253 h 284"/>
                <a:gd name="T24" fmla="*/ 206 w 285"/>
                <a:gd name="T25" fmla="*/ 270 h 284"/>
                <a:gd name="T26" fmla="*/ 175 w 285"/>
                <a:gd name="T27" fmla="*/ 280 h 284"/>
                <a:gd name="T28" fmla="*/ 143 w 285"/>
                <a:gd name="T29" fmla="*/ 284 h 284"/>
                <a:gd name="T30" fmla="*/ 110 w 285"/>
                <a:gd name="T31" fmla="*/ 280 h 284"/>
                <a:gd name="T32" fmla="*/ 81 w 285"/>
                <a:gd name="T33" fmla="*/ 270 h 284"/>
                <a:gd name="T34" fmla="*/ 54 w 285"/>
                <a:gd name="T35" fmla="*/ 253 h 284"/>
                <a:gd name="T36" fmla="*/ 32 w 285"/>
                <a:gd name="T37" fmla="*/ 230 h 284"/>
                <a:gd name="T38" fmla="*/ 15 w 285"/>
                <a:gd name="T39" fmla="*/ 205 h 284"/>
                <a:gd name="T40" fmla="*/ 4 w 285"/>
                <a:gd name="T41" fmla="*/ 174 h 284"/>
                <a:gd name="T42" fmla="*/ 0 w 285"/>
                <a:gd name="T43" fmla="*/ 142 h 284"/>
                <a:gd name="T44" fmla="*/ 4 w 285"/>
                <a:gd name="T45" fmla="*/ 109 h 284"/>
                <a:gd name="T46" fmla="*/ 15 w 285"/>
                <a:gd name="T47" fmla="*/ 80 h 284"/>
                <a:gd name="T48" fmla="*/ 32 w 285"/>
                <a:gd name="T49" fmla="*/ 53 h 284"/>
                <a:gd name="T50" fmla="*/ 54 w 285"/>
                <a:gd name="T51" fmla="*/ 31 h 284"/>
                <a:gd name="T52" fmla="*/ 81 w 285"/>
                <a:gd name="T53" fmla="*/ 14 h 284"/>
                <a:gd name="T54" fmla="*/ 110 w 285"/>
                <a:gd name="T55" fmla="*/ 4 h 284"/>
                <a:gd name="T56" fmla="*/ 143 w 285"/>
                <a:gd name="T57" fmla="*/ 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5" h="284">
                  <a:moveTo>
                    <a:pt x="143" y="0"/>
                  </a:moveTo>
                  <a:lnTo>
                    <a:pt x="175" y="4"/>
                  </a:lnTo>
                  <a:lnTo>
                    <a:pt x="206" y="14"/>
                  </a:lnTo>
                  <a:lnTo>
                    <a:pt x="231" y="31"/>
                  </a:lnTo>
                  <a:lnTo>
                    <a:pt x="254" y="53"/>
                  </a:lnTo>
                  <a:lnTo>
                    <a:pt x="271" y="80"/>
                  </a:lnTo>
                  <a:lnTo>
                    <a:pt x="281" y="109"/>
                  </a:lnTo>
                  <a:lnTo>
                    <a:pt x="285" y="142"/>
                  </a:lnTo>
                  <a:lnTo>
                    <a:pt x="281" y="174"/>
                  </a:lnTo>
                  <a:lnTo>
                    <a:pt x="271" y="205"/>
                  </a:lnTo>
                  <a:lnTo>
                    <a:pt x="254" y="230"/>
                  </a:lnTo>
                  <a:lnTo>
                    <a:pt x="231" y="253"/>
                  </a:lnTo>
                  <a:lnTo>
                    <a:pt x="206" y="270"/>
                  </a:lnTo>
                  <a:lnTo>
                    <a:pt x="175" y="280"/>
                  </a:lnTo>
                  <a:lnTo>
                    <a:pt x="143" y="284"/>
                  </a:lnTo>
                  <a:lnTo>
                    <a:pt x="110" y="280"/>
                  </a:lnTo>
                  <a:lnTo>
                    <a:pt x="81" y="270"/>
                  </a:lnTo>
                  <a:lnTo>
                    <a:pt x="54" y="253"/>
                  </a:lnTo>
                  <a:lnTo>
                    <a:pt x="32" y="230"/>
                  </a:lnTo>
                  <a:lnTo>
                    <a:pt x="15" y="205"/>
                  </a:lnTo>
                  <a:lnTo>
                    <a:pt x="4" y="174"/>
                  </a:lnTo>
                  <a:lnTo>
                    <a:pt x="0" y="142"/>
                  </a:lnTo>
                  <a:lnTo>
                    <a:pt x="4" y="109"/>
                  </a:lnTo>
                  <a:lnTo>
                    <a:pt x="15" y="80"/>
                  </a:lnTo>
                  <a:lnTo>
                    <a:pt x="32" y="53"/>
                  </a:lnTo>
                  <a:lnTo>
                    <a:pt x="54" y="31"/>
                  </a:lnTo>
                  <a:lnTo>
                    <a:pt x="81" y="14"/>
                  </a:lnTo>
                  <a:lnTo>
                    <a:pt x="110" y="4"/>
                  </a:lnTo>
                  <a:lnTo>
                    <a:pt x="143" y="0"/>
                  </a:lnTo>
                  <a:close/>
                </a:path>
              </a:pathLst>
            </a:custGeom>
            <a:solidFill>
              <a:srgbClr val="FB0919"/>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Freeform 10"/>
            <p:cNvSpPr>
              <a:spLocks/>
            </p:cNvSpPr>
            <p:nvPr userDrawn="1"/>
          </p:nvSpPr>
          <p:spPr bwMode="auto">
            <a:xfrm>
              <a:off x="750" y="1258"/>
              <a:ext cx="306" cy="95"/>
            </a:xfrm>
            <a:custGeom>
              <a:avLst/>
              <a:gdLst>
                <a:gd name="T0" fmla="*/ 137 w 917"/>
                <a:gd name="T1" fmla="*/ 0 h 285"/>
                <a:gd name="T2" fmla="*/ 776 w 917"/>
                <a:gd name="T3" fmla="*/ 0 h 285"/>
                <a:gd name="T4" fmla="*/ 808 w 917"/>
                <a:gd name="T5" fmla="*/ 4 h 285"/>
                <a:gd name="T6" fmla="*/ 837 w 917"/>
                <a:gd name="T7" fmla="*/ 14 h 285"/>
                <a:gd name="T8" fmla="*/ 863 w 917"/>
                <a:gd name="T9" fmla="*/ 31 h 285"/>
                <a:gd name="T10" fmla="*/ 885 w 917"/>
                <a:gd name="T11" fmla="*/ 51 h 285"/>
                <a:gd name="T12" fmla="*/ 901 w 917"/>
                <a:gd name="T13" fmla="*/ 77 h 285"/>
                <a:gd name="T14" fmla="*/ 911 w 917"/>
                <a:gd name="T15" fmla="*/ 105 h 285"/>
                <a:gd name="T16" fmla="*/ 917 w 917"/>
                <a:gd name="T17" fmla="*/ 136 h 285"/>
                <a:gd name="T18" fmla="*/ 913 w 917"/>
                <a:gd name="T19" fmla="*/ 168 h 285"/>
                <a:gd name="T20" fmla="*/ 913 w 917"/>
                <a:gd name="T21" fmla="*/ 173 h 285"/>
                <a:gd name="T22" fmla="*/ 904 w 917"/>
                <a:gd name="T23" fmla="*/ 200 h 285"/>
                <a:gd name="T24" fmla="*/ 891 w 917"/>
                <a:gd name="T25" fmla="*/ 224 h 285"/>
                <a:gd name="T26" fmla="*/ 874 w 917"/>
                <a:gd name="T27" fmla="*/ 244 h 285"/>
                <a:gd name="T28" fmla="*/ 853 w 917"/>
                <a:gd name="T29" fmla="*/ 261 h 285"/>
                <a:gd name="T30" fmla="*/ 830 w 917"/>
                <a:gd name="T31" fmla="*/ 274 h 285"/>
                <a:gd name="T32" fmla="*/ 803 w 917"/>
                <a:gd name="T33" fmla="*/ 283 h 285"/>
                <a:gd name="T34" fmla="*/ 776 w 917"/>
                <a:gd name="T35" fmla="*/ 285 h 285"/>
                <a:gd name="T36" fmla="*/ 136 w 917"/>
                <a:gd name="T37" fmla="*/ 285 h 285"/>
                <a:gd name="T38" fmla="*/ 104 w 917"/>
                <a:gd name="T39" fmla="*/ 281 h 285"/>
                <a:gd name="T40" fmla="*/ 75 w 917"/>
                <a:gd name="T41" fmla="*/ 271 h 285"/>
                <a:gd name="T42" fmla="*/ 49 w 917"/>
                <a:gd name="T43" fmla="*/ 255 h 285"/>
                <a:gd name="T44" fmla="*/ 29 w 917"/>
                <a:gd name="T45" fmla="*/ 234 h 285"/>
                <a:gd name="T46" fmla="*/ 12 w 917"/>
                <a:gd name="T47" fmla="*/ 209 h 285"/>
                <a:gd name="T48" fmla="*/ 1 w 917"/>
                <a:gd name="T49" fmla="*/ 180 h 285"/>
                <a:gd name="T50" fmla="*/ 0 w 917"/>
                <a:gd name="T51" fmla="*/ 169 h 285"/>
                <a:gd name="T52" fmla="*/ 0 w 917"/>
                <a:gd name="T53" fmla="*/ 118 h 285"/>
                <a:gd name="T54" fmla="*/ 1 w 917"/>
                <a:gd name="T55" fmla="*/ 113 h 285"/>
                <a:gd name="T56" fmla="*/ 8 w 917"/>
                <a:gd name="T57" fmla="*/ 86 h 285"/>
                <a:gd name="T58" fmla="*/ 21 w 917"/>
                <a:gd name="T59" fmla="*/ 61 h 285"/>
                <a:gd name="T60" fmla="*/ 39 w 917"/>
                <a:gd name="T61" fmla="*/ 41 h 285"/>
                <a:gd name="T62" fmla="*/ 60 w 917"/>
                <a:gd name="T63" fmla="*/ 24 h 285"/>
                <a:gd name="T64" fmla="*/ 84 w 917"/>
                <a:gd name="T65" fmla="*/ 12 h 285"/>
                <a:gd name="T66" fmla="*/ 109 w 917"/>
                <a:gd name="T67" fmla="*/ 3 h 285"/>
                <a:gd name="T68" fmla="*/ 137 w 917"/>
                <a:gd name="T69" fmla="*/ 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17" h="285">
                  <a:moveTo>
                    <a:pt x="137" y="0"/>
                  </a:moveTo>
                  <a:lnTo>
                    <a:pt x="776" y="0"/>
                  </a:lnTo>
                  <a:lnTo>
                    <a:pt x="808" y="4"/>
                  </a:lnTo>
                  <a:lnTo>
                    <a:pt x="837" y="14"/>
                  </a:lnTo>
                  <a:lnTo>
                    <a:pt x="863" y="31"/>
                  </a:lnTo>
                  <a:lnTo>
                    <a:pt x="885" y="51"/>
                  </a:lnTo>
                  <a:lnTo>
                    <a:pt x="901" y="77"/>
                  </a:lnTo>
                  <a:lnTo>
                    <a:pt x="911" y="105"/>
                  </a:lnTo>
                  <a:lnTo>
                    <a:pt x="917" y="136"/>
                  </a:lnTo>
                  <a:lnTo>
                    <a:pt x="913" y="168"/>
                  </a:lnTo>
                  <a:lnTo>
                    <a:pt x="913" y="173"/>
                  </a:lnTo>
                  <a:lnTo>
                    <a:pt x="904" y="200"/>
                  </a:lnTo>
                  <a:lnTo>
                    <a:pt x="891" y="224"/>
                  </a:lnTo>
                  <a:lnTo>
                    <a:pt x="874" y="244"/>
                  </a:lnTo>
                  <a:lnTo>
                    <a:pt x="853" y="261"/>
                  </a:lnTo>
                  <a:lnTo>
                    <a:pt x="830" y="274"/>
                  </a:lnTo>
                  <a:lnTo>
                    <a:pt x="803" y="283"/>
                  </a:lnTo>
                  <a:lnTo>
                    <a:pt x="776" y="285"/>
                  </a:lnTo>
                  <a:lnTo>
                    <a:pt x="136" y="285"/>
                  </a:lnTo>
                  <a:lnTo>
                    <a:pt x="104" y="281"/>
                  </a:lnTo>
                  <a:lnTo>
                    <a:pt x="75" y="271"/>
                  </a:lnTo>
                  <a:lnTo>
                    <a:pt x="49" y="255"/>
                  </a:lnTo>
                  <a:lnTo>
                    <a:pt x="29" y="234"/>
                  </a:lnTo>
                  <a:lnTo>
                    <a:pt x="12" y="209"/>
                  </a:lnTo>
                  <a:lnTo>
                    <a:pt x="1" y="180"/>
                  </a:lnTo>
                  <a:lnTo>
                    <a:pt x="0" y="169"/>
                  </a:lnTo>
                  <a:lnTo>
                    <a:pt x="0" y="118"/>
                  </a:lnTo>
                  <a:lnTo>
                    <a:pt x="1" y="113"/>
                  </a:lnTo>
                  <a:lnTo>
                    <a:pt x="8" y="86"/>
                  </a:lnTo>
                  <a:lnTo>
                    <a:pt x="21" y="61"/>
                  </a:lnTo>
                  <a:lnTo>
                    <a:pt x="39" y="41"/>
                  </a:lnTo>
                  <a:lnTo>
                    <a:pt x="60" y="24"/>
                  </a:lnTo>
                  <a:lnTo>
                    <a:pt x="84" y="12"/>
                  </a:lnTo>
                  <a:lnTo>
                    <a:pt x="109" y="3"/>
                  </a:lnTo>
                  <a:lnTo>
                    <a:pt x="137" y="0"/>
                  </a:lnTo>
                  <a:close/>
                </a:path>
              </a:pathLst>
            </a:custGeom>
            <a:solidFill>
              <a:srgbClr val="FB0919"/>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11"/>
            <p:cNvSpPr>
              <a:spLocks/>
            </p:cNvSpPr>
            <p:nvPr userDrawn="1"/>
          </p:nvSpPr>
          <p:spPr bwMode="auto">
            <a:xfrm>
              <a:off x="301" y="1638"/>
              <a:ext cx="61" cy="185"/>
            </a:xfrm>
            <a:custGeom>
              <a:avLst/>
              <a:gdLst>
                <a:gd name="T0" fmla="*/ 130 w 183"/>
                <a:gd name="T1" fmla="*/ 0 h 555"/>
                <a:gd name="T2" fmla="*/ 146 w 183"/>
                <a:gd name="T3" fmla="*/ 1 h 555"/>
                <a:gd name="T4" fmla="*/ 160 w 183"/>
                <a:gd name="T5" fmla="*/ 7 h 555"/>
                <a:gd name="T6" fmla="*/ 171 w 183"/>
                <a:gd name="T7" fmla="*/ 18 h 555"/>
                <a:gd name="T8" fmla="*/ 179 w 183"/>
                <a:gd name="T9" fmla="*/ 30 h 555"/>
                <a:gd name="T10" fmla="*/ 183 w 183"/>
                <a:gd name="T11" fmla="*/ 44 h 555"/>
                <a:gd name="T12" fmla="*/ 183 w 183"/>
                <a:gd name="T13" fmla="*/ 60 h 555"/>
                <a:gd name="T14" fmla="*/ 121 w 183"/>
                <a:gd name="T15" fmla="*/ 496 h 555"/>
                <a:gd name="T16" fmla="*/ 118 w 183"/>
                <a:gd name="T17" fmla="*/ 513 h 555"/>
                <a:gd name="T18" fmla="*/ 109 w 183"/>
                <a:gd name="T19" fmla="*/ 527 h 555"/>
                <a:gd name="T20" fmla="*/ 97 w 183"/>
                <a:gd name="T21" fmla="*/ 539 h 555"/>
                <a:gd name="T22" fmla="*/ 80 w 183"/>
                <a:gd name="T23" fmla="*/ 550 h 555"/>
                <a:gd name="T24" fmla="*/ 61 w 183"/>
                <a:gd name="T25" fmla="*/ 555 h 555"/>
                <a:gd name="T26" fmla="*/ 43 w 183"/>
                <a:gd name="T27" fmla="*/ 555 h 555"/>
                <a:gd name="T28" fmla="*/ 26 w 183"/>
                <a:gd name="T29" fmla="*/ 550 h 555"/>
                <a:gd name="T30" fmla="*/ 13 w 183"/>
                <a:gd name="T31" fmla="*/ 538 h 555"/>
                <a:gd name="T32" fmla="*/ 4 w 183"/>
                <a:gd name="T33" fmla="*/ 527 h 555"/>
                <a:gd name="T34" fmla="*/ 0 w 183"/>
                <a:gd name="T35" fmla="*/ 511 h 555"/>
                <a:gd name="T36" fmla="*/ 1 w 183"/>
                <a:gd name="T37" fmla="*/ 496 h 555"/>
                <a:gd name="T38" fmla="*/ 61 w 183"/>
                <a:gd name="T39" fmla="*/ 60 h 555"/>
                <a:gd name="T40" fmla="*/ 66 w 183"/>
                <a:gd name="T41" fmla="*/ 44 h 555"/>
                <a:gd name="T42" fmla="*/ 74 w 183"/>
                <a:gd name="T43" fmla="*/ 30 h 555"/>
                <a:gd name="T44" fmla="*/ 84 w 183"/>
                <a:gd name="T45" fmla="*/ 18 h 555"/>
                <a:gd name="T46" fmla="*/ 98 w 183"/>
                <a:gd name="T47" fmla="*/ 7 h 555"/>
                <a:gd name="T48" fmla="*/ 115 w 183"/>
                <a:gd name="T49" fmla="*/ 2 h 555"/>
                <a:gd name="T50" fmla="*/ 130 w 183"/>
                <a:gd name="T51" fmla="*/ 0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3" h="555">
                  <a:moveTo>
                    <a:pt x="130" y="0"/>
                  </a:moveTo>
                  <a:lnTo>
                    <a:pt x="146" y="1"/>
                  </a:lnTo>
                  <a:lnTo>
                    <a:pt x="160" y="7"/>
                  </a:lnTo>
                  <a:lnTo>
                    <a:pt x="171" y="18"/>
                  </a:lnTo>
                  <a:lnTo>
                    <a:pt x="179" y="30"/>
                  </a:lnTo>
                  <a:lnTo>
                    <a:pt x="183" y="44"/>
                  </a:lnTo>
                  <a:lnTo>
                    <a:pt x="183" y="60"/>
                  </a:lnTo>
                  <a:lnTo>
                    <a:pt x="121" y="496"/>
                  </a:lnTo>
                  <a:lnTo>
                    <a:pt x="118" y="513"/>
                  </a:lnTo>
                  <a:lnTo>
                    <a:pt x="109" y="527"/>
                  </a:lnTo>
                  <a:lnTo>
                    <a:pt x="97" y="539"/>
                  </a:lnTo>
                  <a:lnTo>
                    <a:pt x="80" y="550"/>
                  </a:lnTo>
                  <a:lnTo>
                    <a:pt x="61" y="555"/>
                  </a:lnTo>
                  <a:lnTo>
                    <a:pt x="43" y="555"/>
                  </a:lnTo>
                  <a:lnTo>
                    <a:pt x="26" y="550"/>
                  </a:lnTo>
                  <a:lnTo>
                    <a:pt x="13" y="538"/>
                  </a:lnTo>
                  <a:lnTo>
                    <a:pt x="4" y="527"/>
                  </a:lnTo>
                  <a:lnTo>
                    <a:pt x="0" y="511"/>
                  </a:lnTo>
                  <a:lnTo>
                    <a:pt x="1" y="496"/>
                  </a:lnTo>
                  <a:lnTo>
                    <a:pt x="61" y="60"/>
                  </a:lnTo>
                  <a:lnTo>
                    <a:pt x="66" y="44"/>
                  </a:lnTo>
                  <a:lnTo>
                    <a:pt x="74" y="30"/>
                  </a:lnTo>
                  <a:lnTo>
                    <a:pt x="84" y="18"/>
                  </a:lnTo>
                  <a:lnTo>
                    <a:pt x="98" y="7"/>
                  </a:lnTo>
                  <a:lnTo>
                    <a:pt x="115" y="2"/>
                  </a:lnTo>
                  <a:lnTo>
                    <a:pt x="130"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12"/>
            <p:cNvSpPr>
              <a:spLocks/>
            </p:cNvSpPr>
            <p:nvPr userDrawn="1"/>
          </p:nvSpPr>
          <p:spPr bwMode="auto">
            <a:xfrm>
              <a:off x="412" y="1638"/>
              <a:ext cx="61" cy="185"/>
            </a:xfrm>
            <a:custGeom>
              <a:avLst/>
              <a:gdLst>
                <a:gd name="T0" fmla="*/ 129 w 183"/>
                <a:gd name="T1" fmla="*/ 0 h 555"/>
                <a:gd name="T2" fmla="*/ 144 w 183"/>
                <a:gd name="T3" fmla="*/ 1 h 555"/>
                <a:gd name="T4" fmla="*/ 158 w 183"/>
                <a:gd name="T5" fmla="*/ 7 h 555"/>
                <a:gd name="T6" fmla="*/ 170 w 183"/>
                <a:gd name="T7" fmla="*/ 18 h 555"/>
                <a:gd name="T8" fmla="*/ 179 w 183"/>
                <a:gd name="T9" fmla="*/ 30 h 555"/>
                <a:gd name="T10" fmla="*/ 183 w 183"/>
                <a:gd name="T11" fmla="*/ 44 h 555"/>
                <a:gd name="T12" fmla="*/ 183 w 183"/>
                <a:gd name="T13" fmla="*/ 60 h 555"/>
                <a:gd name="T14" fmla="*/ 121 w 183"/>
                <a:gd name="T15" fmla="*/ 496 h 555"/>
                <a:gd name="T16" fmla="*/ 116 w 183"/>
                <a:gd name="T17" fmla="*/ 513 h 555"/>
                <a:gd name="T18" fmla="*/ 109 w 183"/>
                <a:gd name="T19" fmla="*/ 527 h 555"/>
                <a:gd name="T20" fmla="*/ 97 w 183"/>
                <a:gd name="T21" fmla="*/ 539 h 555"/>
                <a:gd name="T22" fmla="*/ 79 w 183"/>
                <a:gd name="T23" fmla="*/ 550 h 555"/>
                <a:gd name="T24" fmla="*/ 61 w 183"/>
                <a:gd name="T25" fmla="*/ 555 h 555"/>
                <a:gd name="T26" fmla="*/ 42 w 183"/>
                <a:gd name="T27" fmla="*/ 555 h 555"/>
                <a:gd name="T28" fmla="*/ 26 w 183"/>
                <a:gd name="T29" fmla="*/ 550 h 555"/>
                <a:gd name="T30" fmla="*/ 12 w 183"/>
                <a:gd name="T31" fmla="*/ 538 h 555"/>
                <a:gd name="T32" fmla="*/ 4 w 183"/>
                <a:gd name="T33" fmla="*/ 527 h 555"/>
                <a:gd name="T34" fmla="*/ 0 w 183"/>
                <a:gd name="T35" fmla="*/ 511 h 555"/>
                <a:gd name="T36" fmla="*/ 0 w 183"/>
                <a:gd name="T37" fmla="*/ 496 h 555"/>
                <a:gd name="T38" fmla="*/ 61 w 183"/>
                <a:gd name="T39" fmla="*/ 60 h 555"/>
                <a:gd name="T40" fmla="*/ 65 w 183"/>
                <a:gd name="T41" fmla="*/ 44 h 555"/>
                <a:gd name="T42" fmla="*/ 73 w 183"/>
                <a:gd name="T43" fmla="*/ 30 h 555"/>
                <a:gd name="T44" fmla="*/ 84 w 183"/>
                <a:gd name="T45" fmla="*/ 18 h 555"/>
                <a:gd name="T46" fmla="*/ 98 w 183"/>
                <a:gd name="T47" fmla="*/ 7 h 555"/>
                <a:gd name="T48" fmla="*/ 114 w 183"/>
                <a:gd name="T49" fmla="*/ 2 h 555"/>
                <a:gd name="T50" fmla="*/ 129 w 183"/>
                <a:gd name="T51" fmla="*/ 0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3" h="555">
                  <a:moveTo>
                    <a:pt x="129" y="0"/>
                  </a:moveTo>
                  <a:lnTo>
                    <a:pt x="144" y="1"/>
                  </a:lnTo>
                  <a:lnTo>
                    <a:pt x="158" y="7"/>
                  </a:lnTo>
                  <a:lnTo>
                    <a:pt x="170" y="18"/>
                  </a:lnTo>
                  <a:lnTo>
                    <a:pt x="179" y="30"/>
                  </a:lnTo>
                  <a:lnTo>
                    <a:pt x="183" y="44"/>
                  </a:lnTo>
                  <a:lnTo>
                    <a:pt x="183" y="60"/>
                  </a:lnTo>
                  <a:lnTo>
                    <a:pt x="121" y="496"/>
                  </a:lnTo>
                  <a:lnTo>
                    <a:pt x="116" y="513"/>
                  </a:lnTo>
                  <a:lnTo>
                    <a:pt x="109" y="527"/>
                  </a:lnTo>
                  <a:lnTo>
                    <a:pt x="97" y="539"/>
                  </a:lnTo>
                  <a:lnTo>
                    <a:pt x="79" y="550"/>
                  </a:lnTo>
                  <a:lnTo>
                    <a:pt x="61" y="555"/>
                  </a:lnTo>
                  <a:lnTo>
                    <a:pt x="42" y="555"/>
                  </a:lnTo>
                  <a:lnTo>
                    <a:pt x="26" y="550"/>
                  </a:lnTo>
                  <a:lnTo>
                    <a:pt x="12" y="538"/>
                  </a:lnTo>
                  <a:lnTo>
                    <a:pt x="4" y="527"/>
                  </a:lnTo>
                  <a:lnTo>
                    <a:pt x="0" y="511"/>
                  </a:lnTo>
                  <a:lnTo>
                    <a:pt x="0" y="496"/>
                  </a:lnTo>
                  <a:lnTo>
                    <a:pt x="61" y="60"/>
                  </a:lnTo>
                  <a:lnTo>
                    <a:pt x="65" y="44"/>
                  </a:lnTo>
                  <a:lnTo>
                    <a:pt x="73" y="30"/>
                  </a:lnTo>
                  <a:lnTo>
                    <a:pt x="84" y="18"/>
                  </a:lnTo>
                  <a:lnTo>
                    <a:pt x="98" y="7"/>
                  </a:lnTo>
                  <a:lnTo>
                    <a:pt x="114" y="2"/>
                  </a:lnTo>
                  <a:lnTo>
                    <a:pt x="129"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Freeform 13"/>
            <p:cNvSpPr>
              <a:spLocks/>
            </p:cNvSpPr>
            <p:nvPr userDrawn="1"/>
          </p:nvSpPr>
          <p:spPr bwMode="auto">
            <a:xfrm>
              <a:off x="311" y="1710"/>
              <a:ext cx="101" cy="41"/>
            </a:xfrm>
            <a:custGeom>
              <a:avLst/>
              <a:gdLst>
                <a:gd name="T0" fmla="*/ 69 w 301"/>
                <a:gd name="T1" fmla="*/ 0 h 122"/>
                <a:gd name="T2" fmla="*/ 250 w 301"/>
                <a:gd name="T3" fmla="*/ 0 h 122"/>
                <a:gd name="T4" fmla="*/ 265 w 301"/>
                <a:gd name="T5" fmla="*/ 3 h 122"/>
                <a:gd name="T6" fmla="*/ 279 w 301"/>
                <a:gd name="T7" fmla="*/ 8 h 122"/>
                <a:gd name="T8" fmla="*/ 291 w 301"/>
                <a:gd name="T9" fmla="*/ 18 h 122"/>
                <a:gd name="T10" fmla="*/ 299 w 301"/>
                <a:gd name="T11" fmla="*/ 35 h 122"/>
                <a:gd name="T12" fmla="*/ 301 w 301"/>
                <a:gd name="T13" fmla="*/ 53 h 122"/>
                <a:gd name="T14" fmla="*/ 299 w 301"/>
                <a:gd name="T15" fmla="*/ 70 h 122"/>
                <a:gd name="T16" fmla="*/ 291 w 301"/>
                <a:gd name="T17" fmla="*/ 88 h 122"/>
                <a:gd name="T18" fmla="*/ 278 w 301"/>
                <a:gd name="T19" fmla="*/ 104 h 122"/>
                <a:gd name="T20" fmla="*/ 264 w 301"/>
                <a:gd name="T21" fmla="*/ 114 h 122"/>
                <a:gd name="T22" fmla="*/ 249 w 301"/>
                <a:gd name="T23" fmla="*/ 119 h 122"/>
                <a:gd name="T24" fmla="*/ 232 w 301"/>
                <a:gd name="T25" fmla="*/ 122 h 122"/>
                <a:gd name="T26" fmla="*/ 52 w 301"/>
                <a:gd name="T27" fmla="*/ 122 h 122"/>
                <a:gd name="T28" fmla="*/ 37 w 301"/>
                <a:gd name="T29" fmla="*/ 119 h 122"/>
                <a:gd name="T30" fmla="*/ 24 w 301"/>
                <a:gd name="T31" fmla="*/ 114 h 122"/>
                <a:gd name="T32" fmla="*/ 12 w 301"/>
                <a:gd name="T33" fmla="*/ 104 h 122"/>
                <a:gd name="T34" fmla="*/ 3 w 301"/>
                <a:gd name="T35" fmla="*/ 91 h 122"/>
                <a:gd name="T36" fmla="*/ 0 w 301"/>
                <a:gd name="T37" fmla="*/ 77 h 122"/>
                <a:gd name="T38" fmla="*/ 0 w 301"/>
                <a:gd name="T39" fmla="*/ 61 h 122"/>
                <a:gd name="T40" fmla="*/ 5 w 301"/>
                <a:gd name="T41" fmla="*/ 46 h 122"/>
                <a:gd name="T42" fmla="*/ 12 w 301"/>
                <a:gd name="T43" fmla="*/ 31 h 122"/>
                <a:gd name="T44" fmla="*/ 24 w 301"/>
                <a:gd name="T45" fmla="*/ 18 h 122"/>
                <a:gd name="T46" fmla="*/ 38 w 301"/>
                <a:gd name="T47" fmla="*/ 8 h 122"/>
                <a:gd name="T48" fmla="*/ 53 w 301"/>
                <a:gd name="T49" fmla="*/ 3 h 122"/>
                <a:gd name="T50" fmla="*/ 69 w 301"/>
                <a:gd name="T51"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1" h="122">
                  <a:moveTo>
                    <a:pt x="69" y="0"/>
                  </a:moveTo>
                  <a:lnTo>
                    <a:pt x="250" y="0"/>
                  </a:lnTo>
                  <a:lnTo>
                    <a:pt x="265" y="3"/>
                  </a:lnTo>
                  <a:lnTo>
                    <a:pt x="279" y="8"/>
                  </a:lnTo>
                  <a:lnTo>
                    <a:pt x="291" y="18"/>
                  </a:lnTo>
                  <a:lnTo>
                    <a:pt x="299" y="35"/>
                  </a:lnTo>
                  <a:lnTo>
                    <a:pt x="301" y="53"/>
                  </a:lnTo>
                  <a:lnTo>
                    <a:pt x="299" y="70"/>
                  </a:lnTo>
                  <a:lnTo>
                    <a:pt x="291" y="88"/>
                  </a:lnTo>
                  <a:lnTo>
                    <a:pt x="278" y="104"/>
                  </a:lnTo>
                  <a:lnTo>
                    <a:pt x="264" y="114"/>
                  </a:lnTo>
                  <a:lnTo>
                    <a:pt x="249" y="119"/>
                  </a:lnTo>
                  <a:lnTo>
                    <a:pt x="232" y="122"/>
                  </a:lnTo>
                  <a:lnTo>
                    <a:pt x="52" y="122"/>
                  </a:lnTo>
                  <a:lnTo>
                    <a:pt x="37" y="119"/>
                  </a:lnTo>
                  <a:lnTo>
                    <a:pt x="24" y="114"/>
                  </a:lnTo>
                  <a:lnTo>
                    <a:pt x="12" y="104"/>
                  </a:lnTo>
                  <a:lnTo>
                    <a:pt x="3" y="91"/>
                  </a:lnTo>
                  <a:lnTo>
                    <a:pt x="0" y="77"/>
                  </a:lnTo>
                  <a:lnTo>
                    <a:pt x="0" y="61"/>
                  </a:lnTo>
                  <a:lnTo>
                    <a:pt x="5" y="46"/>
                  </a:lnTo>
                  <a:lnTo>
                    <a:pt x="12" y="31"/>
                  </a:lnTo>
                  <a:lnTo>
                    <a:pt x="24" y="18"/>
                  </a:lnTo>
                  <a:lnTo>
                    <a:pt x="38" y="8"/>
                  </a:lnTo>
                  <a:lnTo>
                    <a:pt x="53" y="3"/>
                  </a:lnTo>
                  <a:lnTo>
                    <a:pt x="69"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Freeform 14"/>
            <p:cNvSpPr>
              <a:spLocks/>
            </p:cNvSpPr>
            <p:nvPr userDrawn="1"/>
          </p:nvSpPr>
          <p:spPr bwMode="auto">
            <a:xfrm>
              <a:off x="479" y="1638"/>
              <a:ext cx="154" cy="184"/>
            </a:xfrm>
            <a:custGeom>
              <a:avLst/>
              <a:gdLst>
                <a:gd name="T0" fmla="*/ 129 w 462"/>
                <a:gd name="T1" fmla="*/ 0 h 550"/>
                <a:gd name="T2" fmla="*/ 411 w 462"/>
                <a:gd name="T3" fmla="*/ 0 h 550"/>
                <a:gd name="T4" fmla="*/ 427 w 462"/>
                <a:gd name="T5" fmla="*/ 3 h 550"/>
                <a:gd name="T6" fmla="*/ 439 w 462"/>
                <a:gd name="T7" fmla="*/ 8 h 550"/>
                <a:gd name="T8" fmla="*/ 451 w 462"/>
                <a:gd name="T9" fmla="*/ 18 h 550"/>
                <a:gd name="T10" fmla="*/ 458 w 462"/>
                <a:gd name="T11" fmla="*/ 30 h 550"/>
                <a:gd name="T12" fmla="*/ 462 w 462"/>
                <a:gd name="T13" fmla="*/ 44 h 550"/>
                <a:gd name="T14" fmla="*/ 462 w 462"/>
                <a:gd name="T15" fmla="*/ 59 h 550"/>
                <a:gd name="T16" fmla="*/ 457 w 462"/>
                <a:gd name="T17" fmla="*/ 76 h 550"/>
                <a:gd name="T18" fmla="*/ 450 w 462"/>
                <a:gd name="T19" fmla="*/ 90 h 550"/>
                <a:gd name="T20" fmla="*/ 438 w 462"/>
                <a:gd name="T21" fmla="*/ 101 h 550"/>
                <a:gd name="T22" fmla="*/ 425 w 462"/>
                <a:gd name="T23" fmla="*/ 110 h 550"/>
                <a:gd name="T24" fmla="*/ 410 w 462"/>
                <a:gd name="T25" fmla="*/ 115 h 550"/>
                <a:gd name="T26" fmla="*/ 395 w 462"/>
                <a:gd name="T27" fmla="*/ 118 h 550"/>
                <a:gd name="T28" fmla="*/ 172 w 462"/>
                <a:gd name="T29" fmla="*/ 118 h 550"/>
                <a:gd name="T30" fmla="*/ 160 w 462"/>
                <a:gd name="T31" fmla="*/ 216 h 550"/>
                <a:gd name="T32" fmla="*/ 355 w 462"/>
                <a:gd name="T33" fmla="*/ 216 h 550"/>
                <a:gd name="T34" fmla="*/ 370 w 462"/>
                <a:gd name="T35" fmla="*/ 219 h 550"/>
                <a:gd name="T36" fmla="*/ 383 w 462"/>
                <a:gd name="T37" fmla="*/ 224 h 550"/>
                <a:gd name="T38" fmla="*/ 395 w 462"/>
                <a:gd name="T39" fmla="*/ 234 h 550"/>
                <a:gd name="T40" fmla="*/ 402 w 462"/>
                <a:gd name="T41" fmla="*/ 246 h 550"/>
                <a:gd name="T42" fmla="*/ 406 w 462"/>
                <a:gd name="T43" fmla="*/ 260 h 550"/>
                <a:gd name="T44" fmla="*/ 406 w 462"/>
                <a:gd name="T45" fmla="*/ 275 h 550"/>
                <a:gd name="T46" fmla="*/ 402 w 462"/>
                <a:gd name="T47" fmla="*/ 292 h 550"/>
                <a:gd name="T48" fmla="*/ 393 w 462"/>
                <a:gd name="T49" fmla="*/ 306 h 550"/>
                <a:gd name="T50" fmla="*/ 383 w 462"/>
                <a:gd name="T51" fmla="*/ 317 h 550"/>
                <a:gd name="T52" fmla="*/ 369 w 462"/>
                <a:gd name="T53" fmla="*/ 326 h 550"/>
                <a:gd name="T54" fmla="*/ 355 w 462"/>
                <a:gd name="T55" fmla="*/ 331 h 550"/>
                <a:gd name="T56" fmla="*/ 340 w 462"/>
                <a:gd name="T57" fmla="*/ 334 h 550"/>
                <a:gd name="T58" fmla="*/ 143 w 462"/>
                <a:gd name="T59" fmla="*/ 334 h 550"/>
                <a:gd name="T60" fmla="*/ 129 w 462"/>
                <a:gd name="T61" fmla="*/ 434 h 550"/>
                <a:gd name="T62" fmla="*/ 350 w 462"/>
                <a:gd name="T63" fmla="*/ 434 h 550"/>
                <a:gd name="T64" fmla="*/ 365 w 462"/>
                <a:gd name="T65" fmla="*/ 435 h 550"/>
                <a:gd name="T66" fmla="*/ 379 w 462"/>
                <a:gd name="T67" fmla="*/ 441 h 550"/>
                <a:gd name="T68" fmla="*/ 389 w 462"/>
                <a:gd name="T69" fmla="*/ 450 h 550"/>
                <a:gd name="T70" fmla="*/ 397 w 462"/>
                <a:gd name="T71" fmla="*/ 463 h 550"/>
                <a:gd name="T72" fmla="*/ 401 w 462"/>
                <a:gd name="T73" fmla="*/ 477 h 550"/>
                <a:gd name="T74" fmla="*/ 401 w 462"/>
                <a:gd name="T75" fmla="*/ 493 h 550"/>
                <a:gd name="T76" fmla="*/ 397 w 462"/>
                <a:gd name="T77" fmla="*/ 508 h 550"/>
                <a:gd name="T78" fmla="*/ 389 w 462"/>
                <a:gd name="T79" fmla="*/ 522 h 550"/>
                <a:gd name="T80" fmla="*/ 378 w 462"/>
                <a:gd name="T81" fmla="*/ 534 h 550"/>
                <a:gd name="T82" fmla="*/ 364 w 462"/>
                <a:gd name="T83" fmla="*/ 544 h 550"/>
                <a:gd name="T84" fmla="*/ 350 w 462"/>
                <a:gd name="T85" fmla="*/ 549 h 550"/>
                <a:gd name="T86" fmla="*/ 335 w 462"/>
                <a:gd name="T87" fmla="*/ 550 h 550"/>
                <a:gd name="T88" fmla="*/ 51 w 462"/>
                <a:gd name="T89" fmla="*/ 550 h 550"/>
                <a:gd name="T90" fmla="*/ 36 w 462"/>
                <a:gd name="T91" fmla="*/ 549 h 550"/>
                <a:gd name="T92" fmla="*/ 22 w 462"/>
                <a:gd name="T93" fmla="*/ 542 h 550"/>
                <a:gd name="T94" fmla="*/ 11 w 462"/>
                <a:gd name="T95" fmla="*/ 534 h 550"/>
                <a:gd name="T96" fmla="*/ 4 w 462"/>
                <a:gd name="T97" fmla="*/ 521 h 550"/>
                <a:gd name="T98" fmla="*/ 0 w 462"/>
                <a:gd name="T99" fmla="*/ 507 h 550"/>
                <a:gd name="T100" fmla="*/ 0 w 462"/>
                <a:gd name="T101" fmla="*/ 490 h 550"/>
                <a:gd name="T102" fmla="*/ 60 w 462"/>
                <a:gd name="T103" fmla="*/ 62 h 550"/>
                <a:gd name="T104" fmla="*/ 64 w 462"/>
                <a:gd name="T105" fmla="*/ 46 h 550"/>
                <a:gd name="T106" fmla="*/ 71 w 462"/>
                <a:gd name="T107" fmla="*/ 32 h 550"/>
                <a:gd name="T108" fmla="*/ 83 w 462"/>
                <a:gd name="T109" fmla="*/ 19 h 550"/>
                <a:gd name="T110" fmla="*/ 97 w 462"/>
                <a:gd name="T111" fmla="*/ 9 h 550"/>
                <a:gd name="T112" fmla="*/ 112 w 462"/>
                <a:gd name="T113" fmla="*/ 3 h 550"/>
                <a:gd name="T114" fmla="*/ 129 w 462"/>
                <a:gd name="T115"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62" h="550">
                  <a:moveTo>
                    <a:pt x="129" y="0"/>
                  </a:moveTo>
                  <a:lnTo>
                    <a:pt x="411" y="0"/>
                  </a:lnTo>
                  <a:lnTo>
                    <a:pt x="427" y="3"/>
                  </a:lnTo>
                  <a:lnTo>
                    <a:pt x="439" y="8"/>
                  </a:lnTo>
                  <a:lnTo>
                    <a:pt x="451" y="18"/>
                  </a:lnTo>
                  <a:lnTo>
                    <a:pt x="458" y="30"/>
                  </a:lnTo>
                  <a:lnTo>
                    <a:pt x="462" y="44"/>
                  </a:lnTo>
                  <a:lnTo>
                    <a:pt x="462" y="59"/>
                  </a:lnTo>
                  <a:lnTo>
                    <a:pt x="457" y="76"/>
                  </a:lnTo>
                  <a:lnTo>
                    <a:pt x="450" y="90"/>
                  </a:lnTo>
                  <a:lnTo>
                    <a:pt x="438" y="101"/>
                  </a:lnTo>
                  <a:lnTo>
                    <a:pt x="425" y="110"/>
                  </a:lnTo>
                  <a:lnTo>
                    <a:pt x="410" y="115"/>
                  </a:lnTo>
                  <a:lnTo>
                    <a:pt x="395" y="118"/>
                  </a:lnTo>
                  <a:lnTo>
                    <a:pt x="172" y="118"/>
                  </a:lnTo>
                  <a:lnTo>
                    <a:pt x="160" y="216"/>
                  </a:lnTo>
                  <a:lnTo>
                    <a:pt x="355" y="216"/>
                  </a:lnTo>
                  <a:lnTo>
                    <a:pt x="370" y="219"/>
                  </a:lnTo>
                  <a:lnTo>
                    <a:pt x="383" y="224"/>
                  </a:lnTo>
                  <a:lnTo>
                    <a:pt x="395" y="234"/>
                  </a:lnTo>
                  <a:lnTo>
                    <a:pt x="402" y="246"/>
                  </a:lnTo>
                  <a:lnTo>
                    <a:pt x="406" y="260"/>
                  </a:lnTo>
                  <a:lnTo>
                    <a:pt x="406" y="275"/>
                  </a:lnTo>
                  <a:lnTo>
                    <a:pt x="402" y="292"/>
                  </a:lnTo>
                  <a:lnTo>
                    <a:pt x="393" y="306"/>
                  </a:lnTo>
                  <a:lnTo>
                    <a:pt x="383" y="317"/>
                  </a:lnTo>
                  <a:lnTo>
                    <a:pt x="369" y="326"/>
                  </a:lnTo>
                  <a:lnTo>
                    <a:pt x="355" y="331"/>
                  </a:lnTo>
                  <a:lnTo>
                    <a:pt x="340" y="334"/>
                  </a:lnTo>
                  <a:lnTo>
                    <a:pt x="143" y="334"/>
                  </a:lnTo>
                  <a:lnTo>
                    <a:pt x="129" y="434"/>
                  </a:lnTo>
                  <a:lnTo>
                    <a:pt x="350" y="434"/>
                  </a:lnTo>
                  <a:lnTo>
                    <a:pt x="365" y="435"/>
                  </a:lnTo>
                  <a:lnTo>
                    <a:pt x="379" y="441"/>
                  </a:lnTo>
                  <a:lnTo>
                    <a:pt x="389" y="450"/>
                  </a:lnTo>
                  <a:lnTo>
                    <a:pt x="397" y="463"/>
                  </a:lnTo>
                  <a:lnTo>
                    <a:pt x="401" y="477"/>
                  </a:lnTo>
                  <a:lnTo>
                    <a:pt x="401" y="493"/>
                  </a:lnTo>
                  <a:lnTo>
                    <a:pt x="397" y="508"/>
                  </a:lnTo>
                  <a:lnTo>
                    <a:pt x="389" y="522"/>
                  </a:lnTo>
                  <a:lnTo>
                    <a:pt x="378" y="534"/>
                  </a:lnTo>
                  <a:lnTo>
                    <a:pt x="364" y="544"/>
                  </a:lnTo>
                  <a:lnTo>
                    <a:pt x="350" y="549"/>
                  </a:lnTo>
                  <a:lnTo>
                    <a:pt x="335" y="550"/>
                  </a:lnTo>
                  <a:lnTo>
                    <a:pt x="51" y="550"/>
                  </a:lnTo>
                  <a:lnTo>
                    <a:pt x="36" y="549"/>
                  </a:lnTo>
                  <a:lnTo>
                    <a:pt x="22" y="542"/>
                  </a:lnTo>
                  <a:lnTo>
                    <a:pt x="11" y="534"/>
                  </a:lnTo>
                  <a:lnTo>
                    <a:pt x="4" y="521"/>
                  </a:lnTo>
                  <a:lnTo>
                    <a:pt x="0" y="507"/>
                  </a:lnTo>
                  <a:lnTo>
                    <a:pt x="0" y="490"/>
                  </a:lnTo>
                  <a:lnTo>
                    <a:pt x="60" y="62"/>
                  </a:lnTo>
                  <a:lnTo>
                    <a:pt x="64" y="46"/>
                  </a:lnTo>
                  <a:lnTo>
                    <a:pt x="71" y="32"/>
                  </a:lnTo>
                  <a:lnTo>
                    <a:pt x="83" y="19"/>
                  </a:lnTo>
                  <a:lnTo>
                    <a:pt x="97" y="9"/>
                  </a:lnTo>
                  <a:lnTo>
                    <a:pt x="112" y="3"/>
                  </a:lnTo>
                  <a:lnTo>
                    <a:pt x="129"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15"/>
            <p:cNvSpPr>
              <a:spLocks/>
            </p:cNvSpPr>
            <p:nvPr userDrawn="1"/>
          </p:nvSpPr>
          <p:spPr bwMode="auto">
            <a:xfrm>
              <a:off x="635" y="1638"/>
              <a:ext cx="177" cy="185"/>
            </a:xfrm>
            <a:custGeom>
              <a:avLst/>
              <a:gdLst>
                <a:gd name="T0" fmla="*/ 140 w 530"/>
                <a:gd name="T1" fmla="*/ 0 h 556"/>
                <a:gd name="T2" fmla="*/ 157 w 530"/>
                <a:gd name="T3" fmla="*/ 6 h 556"/>
                <a:gd name="T4" fmla="*/ 164 w 530"/>
                <a:gd name="T5" fmla="*/ 11 h 556"/>
                <a:gd name="T6" fmla="*/ 171 w 530"/>
                <a:gd name="T7" fmla="*/ 16 h 556"/>
                <a:gd name="T8" fmla="*/ 176 w 530"/>
                <a:gd name="T9" fmla="*/ 24 h 556"/>
                <a:gd name="T10" fmla="*/ 279 w 530"/>
                <a:gd name="T11" fmla="*/ 184 h 556"/>
                <a:gd name="T12" fmla="*/ 429 w 530"/>
                <a:gd name="T13" fmla="*/ 21 h 556"/>
                <a:gd name="T14" fmla="*/ 442 w 530"/>
                <a:gd name="T15" fmla="*/ 11 h 556"/>
                <a:gd name="T16" fmla="*/ 456 w 530"/>
                <a:gd name="T17" fmla="*/ 3 h 556"/>
                <a:gd name="T18" fmla="*/ 472 w 530"/>
                <a:gd name="T19" fmla="*/ 0 h 556"/>
                <a:gd name="T20" fmla="*/ 489 w 530"/>
                <a:gd name="T21" fmla="*/ 1 h 556"/>
                <a:gd name="T22" fmla="*/ 504 w 530"/>
                <a:gd name="T23" fmla="*/ 6 h 556"/>
                <a:gd name="T24" fmla="*/ 517 w 530"/>
                <a:gd name="T25" fmla="*/ 16 h 556"/>
                <a:gd name="T26" fmla="*/ 525 w 530"/>
                <a:gd name="T27" fmla="*/ 28 h 556"/>
                <a:gd name="T28" fmla="*/ 530 w 530"/>
                <a:gd name="T29" fmla="*/ 42 h 556"/>
                <a:gd name="T30" fmla="*/ 528 w 530"/>
                <a:gd name="T31" fmla="*/ 58 h 556"/>
                <a:gd name="T32" fmla="*/ 523 w 530"/>
                <a:gd name="T33" fmla="*/ 76 h 556"/>
                <a:gd name="T34" fmla="*/ 513 w 530"/>
                <a:gd name="T35" fmla="*/ 92 h 556"/>
                <a:gd name="T36" fmla="*/ 338 w 530"/>
                <a:gd name="T37" fmla="*/ 277 h 556"/>
                <a:gd name="T38" fmla="*/ 461 w 530"/>
                <a:gd name="T39" fmla="*/ 460 h 556"/>
                <a:gd name="T40" fmla="*/ 466 w 530"/>
                <a:gd name="T41" fmla="*/ 470 h 556"/>
                <a:gd name="T42" fmla="*/ 468 w 530"/>
                <a:gd name="T43" fmla="*/ 482 h 556"/>
                <a:gd name="T44" fmla="*/ 468 w 530"/>
                <a:gd name="T45" fmla="*/ 496 h 556"/>
                <a:gd name="T46" fmla="*/ 465 w 530"/>
                <a:gd name="T47" fmla="*/ 511 h 556"/>
                <a:gd name="T48" fmla="*/ 457 w 530"/>
                <a:gd name="T49" fmla="*/ 525 h 556"/>
                <a:gd name="T50" fmla="*/ 445 w 530"/>
                <a:gd name="T51" fmla="*/ 538 h 556"/>
                <a:gd name="T52" fmla="*/ 431 w 530"/>
                <a:gd name="T53" fmla="*/ 548 h 556"/>
                <a:gd name="T54" fmla="*/ 416 w 530"/>
                <a:gd name="T55" fmla="*/ 553 h 556"/>
                <a:gd name="T56" fmla="*/ 399 w 530"/>
                <a:gd name="T57" fmla="*/ 556 h 556"/>
                <a:gd name="T58" fmla="*/ 382 w 530"/>
                <a:gd name="T59" fmla="*/ 553 h 556"/>
                <a:gd name="T60" fmla="*/ 366 w 530"/>
                <a:gd name="T61" fmla="*/ 544 h 556"/>
                <a:gd name="T62" fmla="*/ 355 w 530"/>
                <a:gd name="T63" fmla="*/ 532 h 556"/>
                <a:gd name="T64" fmla="*/ 250 w 530"/>
                <a:gd name="T65" fmla="*/ 371 h 556"/>
                <a:gd name="T66" fmla="*/ 101 w 530"/>
                <a:gd name="T67" fmla="*/ 533 h 556"/>
                <a:gd name="T68" fmla="*/ 87 w 530"/>
                <a:gd name="T69" fmla="*/ 544 h 556"/>
                <a:gd name="T70" fmla="*/ 72 w 530"/>
                <a:gd name="T71" fmla="*/ 552 h 556"/>
                <a:gd name="T72" fmla="*/ 60 w 530"/>
                <a:gd name="T73" fmla="*/ 555 h 556"/>
                <a:gd name="T74" fmla="*/ 49 w 530"/>
                <a:gd name="T75" fmla="*/ 556 h 556"/>
                <a:gd name="T76" fmla="*/ 35 w 530"/>
                <a:gd name="T77" fmla="*/ 555 h 556"/>
                <a:gd name="T78" fmla="*/ 23 w 530"/>
                <a:gd name="T79" fmla="*/ 548 h 556"/>
                <a:gd name="T80" fmla="*/ 11 w 530"/>
                <a:gd name="T81" fmla="*/ 539 h 556"/>
                <a:gd name="T82" fmla="*/ 11 w 530"/>
                <a:gd name="T83" fmla="*/ 539 h 556"/>
                <a:gd name="T84" fmla="*/ 3 w 530"/>
                <a:gd name="T85" fmla="*/ 527 h 556"/>
                <a:gd name="T86" fmla="*/ 0 w 530"/>
                <a:gd name="T87" fmla="*/ 513 h 556"/>
                <a:gd name="T88" fmla="*/ 0 w 530"/>
                <a:gd name="T89" fmla="*/ 498 h 556"/>
                <a:gd name="T90" fmla="*/ 6 w 530"/>
                <a:gd name="T91" fmla="*/ 478 h 556"/>
                <a:gd name="T92" fmla="*/ 18 w 530"/>
                <a:gd name="T93" fmla="*/ 461 h 556"/>
                <a:gd name="T94" fmla="*/ 191 w 530"/>
                <a:gd name="T95" fmla="*/ 277 h 556"/>
                <a:gd name="T96" fmla="*/ 70 w 530"/>
                <a:gd name="T97" fmla="*/ 97 h 556"/>
                <a:gd name="T98" fmla="*/ 64 w 530"/>
                <a:gd name="T99" fmla="*/ 79 h 556"/>
                <a:gd name="T100" fmla="*/ 64 w 530"/>
                <a:gd name="T101" fmla="*/ 58 h 556"/>
                <a:gd name="T102" fmla="*/ 67 w 530"/>
                <a:gd name="T103" fmla="*/ 43 h 556"/>
                <a:gd name="T104" fmla="*/ 75 w 530"/>
                <a:gd name="T105" fmla="*/ 29 h 556"/>
                <a:gd name="T106" fmla="*/ 87 w 530"/>
                <a:gd name="T107" fmla="*/ 16 h 556"/>
                <a:gd name="T108" fmla="*/ 103 w 530"/>
                <a:gd name="T109" fmla="*/ 6 h 556"/>
                <a:gd name="T110" fmla="*/ 121 w 530"/>
                <a:gd name="T111" fmla="*/ 0 h 556"/>
                <a:gd name="T112" fmla="*/ 140 w 530"/>
                <a:gd name="T113"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30" h="556">
                  <a:moveTo>
                    <a:pt x="140" y="0"/>
                  </a:moveTo>
                  <a:lnTo>
                    <a:pt x="157" y="6"/>
                  </a:lnTo>
                  <a:lnTo>
                    <a:pt x="164" y="11"/>
                  </a:lnTo>
                  <a:lnTo>
                    <a:pt x="171" y="16"/>
                  </a:lnTo>
                  <a:lnTo>
                    <a:pt x="176" y="24"/>
                  </a:lnTo>
                  <a:lnTo>
                    <a:pt x="279" y="184"/>
                  </a:lnTo>
                  <a:lnTo>
                    <a:pt x="429" y="21"/>
                  </a:lnTo>
                  <a:lnTo>
                    <a:pt x="442" y="11"/>
                  </a:lnTo>
                  <a:lnTo>
                    <a:pt x="456" y="3"/>
                  </a:lnTo>
                  <a:lnTo>
                    <a:pt x="472" y="0"/>
                  </a:lnTo>
                  <a:lnTo>
                    <a:pt x="489" y="1"/>
                  </a:lnTo>
                  <a:lnTo>
                    <a:pt x="504" y="6"/>
                  </a:lnTo>
                  <a:lnTo>
                    <a:pt x="517" y="16"/>
                  </a:lnTo>
                  <a:lnTo>
                    <a:pt x="525" y="28"/>
                  </a:lnTo>
                  <a:lnTo>
                    <a:pt x="530" y="42"/>
                  </a:lnTo>
                  <a:lnTo>
                    <a:pt x="528" y="58"/>
                  </a:lnTo>
                  <a:lnTo>
                    <a:pt x="523" y="76"/>
                  </a:lnTo>
                  <a:lnTo>
                    <a:pt x="513" y="92"/>
                  </a:lnTo>
                  <a:lnTo>
                    <a:pt x="338" y="277"/>
                  </a:lnTo>
                  <a:lnTo>
                    <a:pt x="461" y="460"/>
                  </a:lnTo>
                  <a:lnTo>
                    <a:pt x="466" y="470"/>
                  </a:lnTo>
                  <a:lnTo>
                    <a:pt x="468" y="482"/>
                  </a:lnTo>
                  <a:lnTo>
                    <a:pt x="468" y="496"/>
                  </a:lnTo>
                  <a:lnTo>
                    <a:pt x="465" y="511"/>
                  </a:lnTo>
                  <a:lnTo>
                    <a:pt x="457" y="525"/>
                  </a:lnTo>
                  <a:lnTo>
                    <a:pt x="445" y="538"/>
                  </a:lnTo>
                  <a:lnTo>
                    <a:pt x="431" y="548"/>
                  </a:lnTo>
                  <a:lnTo>
                    <a:pt x="416" y="553"/>
                  </a:lnTo>
                  <a:lnTo>
                    <a:pt x="399" y="556"/>
                  </a:lnTo>
                  <a:lnTo>
                    <a:pt x="382" y="553"/>
                  </a:lnTo>
                  <a:lnTo>
                    <a:pt x="366" y="544"/>
                  </a:lnTo>
                  <a:lnTo>
                    <a:pt x="355" y="532"/>
                  </a:lnTo>
                  <a:lnTo>
                    <a:pt x="250" y="371"/>
                  </a:lnTo>
                  <a:lnTo>
                    <a:pt x="101" y="533"/>
                  </a:lnTo>
                  <a:lnTo>
                    <a:pt x="87" y="544"/>
                  </a:lnTo>
                  <a:lnTo>
                    <a:pt x="72" y="552"/>
                  </a:lnTo>
                  <a:lnTo>
                    <a:pt x="60" y="555"/>
                  </a:lnTo>
                  <a:lnTo>
                    <a:pt x="49" y="556"/>
                  </a:lnTo>
                  <a:lnTo>
                    <a:pt x="35" y="555"/>
                  </a:lnTo>
                  <a:lnTo>
                    <a:pt x="23" y="548"/>
                  </a:lnTo>
                  <a:lnTo>
                    <a:pt x="11" y="539"/>
                  </a:lnTo>
                  <a:lnTo>
                    <a:pt x="11" y="539"/>
                  </a:lnTo>
                  <a:lnTo>
                    <a:pt x="3" y="527"/>
                  </a:lnTo>
                  <a:lnTo>
                    <a:pt x="0" y="513"/>
                  </a:lnTo>
                  <a:lnTo>
                    <a:pt x="0" y="498"/>
                  </a:lnTo>
                  <a:lnTo>
                    <a:pt x="6" y="478"/>
                  </a:lnTo>
                  <a:lnTo>
                    <a:pt x="18" y="461"/>
                  </a:lnTo>
                  <a:lnTo>
                    <a:pt x="191" y="277"/>
                  </a:lnTo>
                  <a:lnTo>
                    <a:pt x="70" y="97"/>
                  </a:lnTo>
                  <a:lnTo>
                    <a:pt x="64" y="79"/>
                  </a:lnTo>
                  <a:lnTo>
                    <a:pt x="64" y="58"/>
                  </a:lnTo>
                  <a:lnTo>
                    <a:pt x="67" y="43"/>
                  </a:lnTo>
                  <a:lnTo>
                    <a:pt x="75" y="29"/>
                  </a:lnTo>
                  <a:lnTo>
                    <a:pt x="87" y="16"/>
                  </a:lnTo>
                  <a:lnTo>
                    <a:pt x="103" y="6"/>
                  </a:lnTo>
                  <a:lnTo>
                    <a:pt x="121" y="0"/>
                  </a:lnTo>
                  <a:lnTo>
                    <a:pt x="140"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Freeform 16"/>
            <p:cNvSpPr>
              <a:spLocks noEditPoints="1"/>
            </p:cNvSpPr>
            <p:nvPr userDrawn="1"/>
          </p:nvSpPr>
          <p:spPr bwMode="auto">
            <a:xfrm>
              <a:off x="805" y="1638"/>
              <a:ext cx="171" cy="185"/>
            </a:xfrm>
            <a:custGeom>
              <a:avLst/>
              <a:gdLst>
                <a:gd name="T0" fmla="*/ 300 w 512"/>
                <a:gd name="T1" fmla="*/ 184 h 556"/>
                <a:gd name="T2" fmla="*/ 230 w 512"/>
                <a:gd name="T3" fmla="*/ 310 h 556"/>
                <a:gd name="T4" fmla="*/ 335 w 512"/>
                <a:gd name="T5" fmla="*/ 310 h 556"/>
                <a:gd name="T6" fmla="*/ 300 w 512"/>
                <a:gd name="T7" fmla="*/ 184 h 556"/>
                <a:gd name="T8" fmla="*/ 322 w 512"/>
                <a:gd name="T9" fmla="*/ 0 h 556"/>
                <a:gd name="T10" fmla="*/ 330 w 512"/>
                <a:gd name="T11" fmla="*/ 0 h 556"/>
                <a:gd name="T12" fmla="*/ 345 w 512"/>
                <a:gd name="T13" fmla="*/ 1 h 556"/>
                <a:gd name="T14" fmla="*/ 359 w 512"/>
                <a:gd name="T15" fmla="*/ 6 h 556"/>
                <a:gd name="T16" fmla="*/ 371 w 512"/>
                <a:gd name="T17" fmla="*/ 14 h 556"/>
                <a:gd name="T18" fmla="*/ 382 w 512"/>
                <a:gd name="T19" fmla="*/ 28 h 556"/>
                <a:gd name="T20" fmla="*/ 390 w 512"/>
                <a:gd name="T21" fmla="*/ 46 h 556"/>
                <a:gd name="T22" fmla="*/ 510 w 512"/>
                <a:gd name="T23" fmla="*/ 470 h 556"/>
                <a:gd name="T24" fmla="*/ 512 w 512"/>
                <a:gd name="T25" fmla="*/ 484 h 556"/>
                <a:gd name="T26" fmla="*/ 512 w 512"/>
                <a:gd name="T27" fmla="*/ 496 h 556"/>
                <a:gd name="T28" fmla="*/ 509 w 512"/>
                <a:gd name="T29" fmla="*/ 511 h 556"/>
                <a:gd name="T30" fmla="*/ 501 w 512"/>
                <a:gd name="T31" fmla="*/ 525 h 556"/>
                <a:gd name="T32" fmla="*/ 489 w 512"/>
                <a:gd name="T33" fmla="*/ 538 h 556"/>
                <a:gd name="T34" fmla="*/ 475 w 512"/>
                <a:gd name="T35" fmla="*/ 548 h 556"/>
                <a:gd name="T36" fmla="*/ 460 w 512"/>
                <a:gd name="T37" fmla="*/ 553 h 556"/>
                <a:gd name="T38" fmla="*/ 444 w 512"/>
                <a:gd name="T39" fmla="*/ 556 h 556"/>
                <a:gd name="T40" fmla="*/ 427 w 512"/>
                <a:gd name="T41" fmla="*/ 553 h 556"/>
                <a:gd name="T42" fmla="*/ 412 w 512"/>
                <a:gd name="T43" fmla="*/ 546 h 556"/>
                <a:gd name="T44" fmla="*/ 400 w 512"/>
                <a:gd name="T45" fmla="*/ 534 h 556"/>
                <a:gd name="T46" fmla="*/ 392 w 512"/>
                <a:gd name="T47" fmla="*/ 520 h 556"/>
                <a:gd name="T48" fmla="*/ 367 w 512"/>
                <a:gd name="T49" fmla="*/ 426 h 556"/>
                <a:gd name="T50" fmla="*/ 165 w 512"/>
                <a:gd name="T51" fmla="*/ 426 h 556"/>
                <a:gd name="T52" fmla="*/ 114 w 512"/>
                <a:gd name="T53" fmla="*/ 519 h 556"/>
                <a:gd name="T54" fmla="*/ 101 w 512"/>
                <a:gd name="T55" fmla="*/ 534 h 556"/>
                <a:gd name="T56" fmla="*/ 87 w 512"/>
                <a:gd name="T57" fmla="*/ 546 h 556"/>
                <a:gd name="T58" fmla="*/ 71 w 512"/>
                <a:gd name="T59" fmla="*/ 553 h 556"/>
                <a:gd name="T60" fmla="*/ 53 w 512"/>
                <a:gd name="T61" fmla="*/ 556 h 556"/>
                <a:gd name="T62" fmla="*/ 37 w 512"/>
                <a:gd name="T63" fmla="*/ 555 h 556"/>
                <a:gd name="T64" fmla="*/ 22 w 512"/>
                <a:gd name="T65" fmla="*/ 548 h 556"/>
                <a:gd name="T66" fmla="*/ 11 w 512"/>
                <a:gd name="T67" fmla="*/ 538 h 556"/>
                <a:gd name="T68" fmla="*/ 11 w 512"/>
                <a:gd name="T69" fmla="*/ 538 h 556"/>
                <a:gd name="T70" fmla="*/ 3 w 512"/>
                <a:gd name="T71" fmla="*/ 525 h 556"/>
                <a:gd name="T72" fmla="*/ 0 w 512"/>
                <a:gd name="T73" fmla="*/ 511 h 556"/>
                <a:gd name="T74" fmla="*/ 0 w 512"/>
                <a:gd name="T75" fmla="*/ 496 h 556"/>
                <a:gd name="T76" fmla="*/ 3 w 512"/>
                <a:gd name="T77" fmla="*/ 484 h 556"/>
                <a:gd name="T78" fmla="*/ 9 w 512"/>
                <a:gd name="T79" fmla="*/ 470 h 556"/>
                <a:gd name="T80" fmla="*/ 249 w 512"/>
                <a:gd name="T81" fmla="*/ 46 h 556"/>
                <a:gd name="T82" fmla="*/ 262 w 512"/>
                <a:gd name="T83" fmla="*/ 28 h 556"/>
                <a:gd name="T84" fmla="*/ 277 w 512"/>
                <a:gd name="T85" fmla="*/ 14 h 556"/>
                <a:gd name="T86" fmla="*/ 299 w 512"/>
                <a:gd name="T87" fmla="*/ 2 h 556"/>
                <a:gd name="T88" fmla="*/ 322 w 512"/>
                <a:gd name="T89"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56">
                  <a:moveTo>
                    <a:pt x="300" y="184"/>
                  </a:moveTo>
                  <a:lnTo>
                    <a:pt x="230" y="310"/>
                  </a:lnTo>
                  <a:lnTo>
                    <a:pt x="335" y="310"/>
                  </a:lnTo>
                  <a:lnTo>
                    <a:pt x="300" y="184"/>
                  </a:lnTo>
                  <a:close/>
                  <a:moveTo>
                    <a:pt x="322" y="0"/>
                  </a:moveTo>
                  <a:lnTo>
                    <a:pt x="330" y="0"/>
                  </a:lnTo>
                  <a:lnTo>
                    <a:pt x="345" y="1"/>
                  </a:lnTo>
                  <a:lnTo>
                    <a:pt x="359" y="6"/>
                  </a:lnTo>
                  <a:lnTo>
                    <a:pt x="371" y="14"/>
                  </a:lnTo>
                  <a:lnTo>
                    <a:pt x="382" y="28"/>
                  </a:lnTo>
                  <a:lnTo>
                    <a:pt x="390" y="46"/>
                  </a:lnTo>
                  <a:lnTo>
                    <a:pt x="510" y="470"/>
                  </a:lnTo>
                  <a:lnTo>
                    <a:pt x="512" y="484"/>
                  </a:lnTo>
                  <a:lnTo>
                    <a:pt x="512" y="496"/>
                  </a:lnTo>
                  <a:lnTo>
                    <a:pt x="509" y="511"/>
                  </a:lnTo>
                  <a:lnTo>
                    <a:pt x="501" y="525"/>
                  </a:lnTo>
                  <a:lnTo>
                    <a:pt x="489" y="538"/>
                  </a:lnTo>
                  <a:lnTo>
                    <a:pt x="475" y="548"/>
                  </a:lnTo>
                  <a:lnTo>
                    <a:pt x="460" y="553"/>
                  </a:lnTo>
                  <a:lnTo>
                    <a:pt x="444" y="556"/>
                  </a:lnTo>
                  <a:lnTo>
                    <a:pt x="427" y="553"/>
                  </a:lnTo>
                  <a:lnTo>
                    <a:pt x="412" y="546"/>
                  </a:lnTo>
                  <a:lnTo>
                    <a:pt x="400" y="534"/>
                  </a:lnTo>
                  <a:lnTo>
                    <a:pt x="392" y="520"/>
                  </a:lnTo>
                  <a:lnTo>
                    <a:pt x="367" y="426"/>
                  </a:lnTo>
                  <a:lnTo>
                    <a:pt x="165" y="426"/>
                  </a:lnTo>
                  <a:lnTo>
                    <a:pt x="114" y="519"/>
                  </a:lnTo>
                  <a:lnTo>
                    <a:pt x="101" y="534"/>
                  </a:lnTo>
                  <a:lnTo>
                    <a:pt x="87" y="546"/>
                  </a:lnTo>
                  <a:lnTo>
                    <a:pt x="71" y="553"/>
                  </a:lnTo>
                  <a:lnTo>
                    <a:pt x="53" y="556"/>
                  </a:lnTo>
                  <a:lnTo>
                    <a:pt x="37" y="555"/>
                  </a:lnTo>
                  <a:lnTo>
                    <a:pt x="22" y="548"/>
                  </a:lnTo>
                  <a:lnTo>
                    <a:pt x="11" y="538"/>
                  </a:lnTo>
                  <a:lnTo>
                    <a:pt x="11" y="538"/>
                  </a:lnTo>
                  <a:lnTo>
                    <a:pt x="3" y="525"/>
                  </a:lnTo>
                  <a:lnTo>
                    <a:pt x="0" y="511"/>
                  </a:lnTo>
                  <a:lnTo>
                    <a:pt x="0" y="496"/>
                  </a:lnTo>
                  <a:lnTo>
                    <a:pt x="3" y="484"/>
                  </a:lnTo>
                  <a:lnTo>
                    <a:pt x="9" y="470"/>
                  </a:lnTo>
                  <a:lnTo>
                    <a:pt x="249" y="46"/>
                  </a:lnTo>
                  <a:lnTo>
                    <a:pt x="262" y="28"/>
                  </a:lnTo>
                  <a:lnTo>
                    <a:pt x="277" y="14"/>
                  </a:lnTo>
                  <a:lnTo>
                    <a:pt x="299" y="2"/>
                  </a:lnTo>
                  <a:lnTo>
                    <a:pt x="322"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Freeform 17"/>
            <p:cNvSpPr>
              <a:spLocks/>
            </p:cNvSpPr>
            <p:nvPr userDrawn="1"/>
          </p:nvSpPr>
          <p:spPr bwMode="auto">
            <a:xfrm>
              <a:off x="985" y="1638"/>
              <a:ext cx="244" cy="185"/>
            </a:xfrm>
            <a:custGeom>
              <a:avLst/>
              <a:gdLst>
                <a:gd name="T0" fmla="*/ 89 w 731"/>
                <a:gd name="T1" fmla="*/ 3 h 556"/>
                <a:gd name="T2" fmla="*/ 115 w 731"/>
                <a:gd name="T3" fmla="*/ 27 h 556"/>
                <a:gd name="T4" fmla="*/ 169 w 731"/>
                <a:gd name="T5" fmla="*/ 345 h 556"/>
                <a:gd name="T6" fmla="*/ 315 w 731"/>
                <a:gd name="T7" fmla="*/ 28 h 556"/>
                <a:gd name="T8" fmla="*/ 348 w 731"/>
                <a:gd name="T9" fmla="*/ 3 h 556"/>
                <a:gd name="T10" fmla="*/ 381 w 731"/>
                <a:gd name="T11" fmla="*/ 0 h 556"/>
                <a:gd name="T12" fmla="*/ 412 w 731"/>
                <a:gd name="T13" fmla="*/ 12 h 556"/>
                <a:gd name="T14" fmla="*/ 427 w 731"/>
                <a:gd name="T15" fmla="*/ 33 h 556"/>
                <a:gd name="T16" fmla="*/ 481 w 731"/>
                <a:gd name="T17" fmla="*/ 345 h 556"/>
                <a:gd name="T18" fmla="*/ 625 w 731"/>
                <a:gd name="T19" fmla="*/ 27 h 556"/>
                <a:gd name="T20" fmla="*/ 656 w 731"/>
                <a:gd name="T21" fmla="*/ 3 h 556"/>
                <a:gd name="T22" fmla="*/ 692 w 731"/>
                <a:gd name="T23" fmla="*/ 1 h 556"/>
                <a:gd name="T24" fmla="*/ 720 w 731"/>
                <a:gd name="T25" fmla="*/ 16 h 556"/>
                <a:gd name="T26" fmla="*/ 731 w 731"/>
                <a:gd name="T27" fmla="*/ 44 h 556"/>
                <a:gd name="T28" fmla="*/ 730 w 731"/>
                <a:gd name="T29" fmla="*/ 65 h 556"/>
                <a:gd name="T30" fmla="*/ 725 w 731"/>
                <a:gd name="T31" fmla="*/ 79 h 556"/>
                <a:gd name="T32" fmla="*/ 513 w 731"/>
                <a:gd name="T33" fmla="*/ 527 h 556"/>
                <a:gd name="T34" fmla="*/ 473 w 731"/>
                <a:gd name="T35" fmla="*/ 552 h 556"/>
                <a:gd name="T36" fmla="*/ 435 w 731"/>
                <a:gd name="T37" fmla="*/ 555 h 556"/>
                <a:gd name="T38" fmla="*/ 410 w 731"/>
                <a:gd name="T39" fmla="*/ 542 h 556"/>
                <a:gd name="T40" fmla="*/ 393 w 731"/>
                <a:gd name="T41" fmla="*/ 519 h 556"/>
                <a:gd name="T42" fmla="*/ 342 w 731"/>
                <a:gd name="T43" fmla="*/ 230 h 556"/>
                <a:gd name="T44" fmla="*/ 204 w 731"/>
                <a:gd name="T45" fmla="*/ 525 h 556"/>
                <a:gd name="T46" fmla="*/ 168 w 731"/>
                <a:gd name="T47" fmla="*/ 551 h 556"/>
                <a:gd name="T48" fmla="*/ 131 w 731"/>
                <a:gd name="T49" fmla="*/ 556 h 556"/>
                <a:gd name="T50" fmla="*/ 100 w 731"/>
                <a:gd name="T51" fmla="*/ 542 h 556"/>
                <a:gd name="T52" fmla="*/ 84 w 731"/>
                <a:gd name="T53" fmla="*/ 520 h 556"/>
                <a:gd name="T54" fmla="*/ 1 w 731"/>
                <a:gd name="T55" fmla="*/ 79 h 556"/>
                <a:gd name="T56" fmla="*/ 0 w 731"/>
                <a:gd name="T57" fmla="*/ 58 h 556"/>
                <a:gd name="T58" fmla="*/ 11 w 731"/>
                <a:gd name="T59" fmla="*/ 29 h 556"/>
                <a:gd name="T60" fmla="*/ 38 w 731"/>
                <a:gd name="T61" fmla="*/ 6 h 556"/>
                <a:gd name="T62" fmla="*/ 72 w 731"/>
                <a:gd name="T63"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1" h="556">
                  <a:moveTo>
                    <a:pt x="72" y="0"/>
                  </a:moveTo>
                  <a:lnTo>
                    <a:pt x="89" y="3"/>
                  </a:lnTo>
                  <a:lnTo>
                    <a:pt x="104" y="12"/>
                  </a:lnTo>
                  <a:lnTo>
                    <a:pt x="115" y="27"/>
                  </a:lnTo>
                  <a:lnTo>
                    <a:pt x="120" y="44"/>
                  </a:lnTo>
                  <a:lnTo>
                    <a:pt x="169" y="345"/>
                  </a:lnTo>
                  <a:lnTo>
                    <a:pt x="304" y="46"/>
                  </a:lnTo>
                  <a:lnTo>
                    <a:pt x="315" y="28"/>
                  </a:lnTo>
                  <a:lnTo>
                    <a:pt x="332" y="12"/>
                  </a:lnTo>
                  <a:lnTo>
                    <a:pt x="348" y="3"/>
                  </a:lnTo>
                  <a:lnTo>
                    <a:pt x="365" y="0"/>
                  </a:lnTo>
                  <a:lnTo>
                    <a:pt x="381" y="0"/>
                  </a:lnTo>
                  <a:lnTo>
                    <a:pt x="398" y="3"/>
                  </a:lnTo>
                  <a:lnTo>
                    <a:pt x="412" y="12"/>
                  </a:lnTo>
                  <a:lnTo>
                    <a:pt x="421" y="21"/>
                  </a:lnTo>
                  <a:lnTo>
                    <a:pt x="427" y="33"/>
                  </a:lnTo>
                  <a:lnTo>
                    <a:pt x="431" y="47"/>
                  </a:lnTo>
                  <a:lnTo>
                    <a:pt x="481" y="345"/>
                  </a:lnTo>
                  <a:lnTo>
                    <a:pt x="614" y="44"/>
                  </a:lnTo>
                  <a:lnTo>
                    <a:pt x="625" y="27"/>
                  </a:lnTo>
                  <a:lnTo>
                    <a:pt x="639" y="12"/>
                  </a:lnTo>
                  <a:lnTo>
                    <a:pt x="656" y="3"/>
                  </a:lnTo>
                  <a:lnTo>
                    <a:pt x="674" y="0"/>
                  </a:lnTo>
                  <a:lnTo>
                    <a:pt x="692" y="1"/>
                  </a:lnTo>
                  <a:lnTo>
                    <a:pt x="707" y="6"/>
                  </a:lnTo>
                  <a:lnTo>
                    <a:pt x="720" y="16"/>
                  </a:lnTo>
                  <a:lnTo>
                    <a:pt x="728" y="29"/>
                  </a:lnTo>
                  <a:lnTo>
                    <a:pt x="731" y="44"/>
                  </a:lnTo>
                  <a:lnTo>
                    <a:pt x="730" y="60"/>
                  </a:lnTo>
                  <a:lnTo>
                    <a:pt x="730" y="65"/>
                  </a:lnTo>
                  <a:lnTo>
                    <a:pt x="728" y="71"/>
                  </a:lnTo>
                  <a:lnTo>
                    <a:pt x="725" y="79"/>
                  </a:lnTo>
                  <a:lnTo>
                    <a:pt x="527" y="505"/>
                  </a:lnTo>
                  <a:lnTo>
                    <a:pt x="513" y="527"/>
                  </a:lnTo>
                  <a:lnTo>
                    <a:pt x="495" y="542"/>
                  </a:lnTo>
                  <a:lnTo>
                    <a:pt x="473" y="552"/>
                  </a:lnTo>
                  <a:lnTo>
                    <a:pt x="450" y="556"/>
                  </a:lnTo>
                  <a:lnTo>
                    <a:pt x="435" y="555"/>
                  </a:lnTo>
                  <a:lnTo>
                    <a:pt x="422" y="550"/>
                  </a:lnTo>
                  <a:lnTo>
                    <a:pt x="410" y="542"/>
                  </a:lnTo>
                  <a:lnTo>
                    <a:pt x="401" y="530"/>
                  </a:lnTo>
                  <a:lnTo>
                    <a:pt x="393" y="519"/>
                  </a:lnTo>
                  <a:lnTo>
                    <a:pt x="389" y="504"/>
                  </a:lnTo>
                  <a:lnTo>
                    <a:pt x="342" y="230"/>
                  </a:lnTo>
                  <a:lnTo>
                    <a:pt x="217" y="505"/>
                  </a:lnTo>
                  <a:lnTo>
                    <a:pt x="204" y="525"/>
                  </a:lnTo>
                  <a:lnTo>
                    <a:pt x="185" y="542"/>
                  </a:lnTo>
                  <a:lnTo>
                    <a:pt x="168" y="551"/>
                  </a:lnTo>
                  <a:lnTo>
                    <a:pt x="149" y="555"/>
                  </a:lnTo>
                  <a:lnTo>
                    <a:pt x="131" y="556"/>
                  </a:lnTo>
                  <a:lnTo>
                    <a:pt x="115" y="551"/>
                  </a:lnTo>
                  <a:lnTo>
                    <a:pt x="100" y="542"/>
                  </a:lnTo>
                  <a:lnTo>
                    <a:pt x="92" y="533"/>
                  </a:lnTo>
                  <a:lnTo>
                    <a:pt x="84" y="520"/>
                  </a:lnTo>
                  <a:lnTo>
                    <a:pt x="79" y="506"/>
                  </a:lnTo>
                  <a:lnTo>
                    <a:pt x="1" y="79"/>
                  </a:lnTo>
                  <a:lnTo>
                    <a:pt x="0" y="67"/>
                  </a:lnTo>
                  <a:lnTo>
                    <a:pt x="0" y="58"/>
                  </a:lnTo>
                  <a:lnTo>
                    <a:pt x="3" y="43"/>
                  </a:lnTo>
                  <a:lnTo>
                    <a:pt x="11" y="29"/>
                  </a:lnTo>
                  <a:lnTo>
                    <a:pt x="23" y="16"/>
                  </a:lnTo>
                  <a:lnTo>
                    <a:pt x="38" y="6"/>
                  </a:lnTo>
                  <a:lnTo>
                    <a:pt x="55" y="1"/>
                  </a:lnTo>
                  <a:lnTo>
                    <a:pt x="72"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5" name="Freeform 18"/>
            <p:cNvSpPr>
              <a:spLocks noEditPoints="1"/>
            </p:cNvSpPr>
            <p:nvPr userDrawn="1"/>
          </p:nvSpPr>
          <p:spPr bwMode="auto">
            <a:xfrm>
              <a:off x="1196" y="1638"/>
              <a:ext cx="172" cy="185"/>
            </a:xfrm>
            <a:custGeom>
              <a:avLst/>
              <a:gdLst>
                <a:gd name="T0" fmla="*/ 300 w 514"/>
                <a:gd name="T1" fmla="*/ 184 h 556"/>
                <a:gd name="T2" fmla="*/ 230 w 514"/>
                <a:gd name="T3" fmla="*/ 310 h 556"/>
                <a:gd name="T4" fmla="*/ 335 w 514"/>
                <a:gd name="T5" fmla="*/ 310 h 556"/>
                <a:gd name="T6" fmla="*/ 300 w 514"/>
                <a:gd name="T7" fmla="*/ 184 h 556"/>
                <a:gd name="T8" fmla="*/ 323 w 514"/>
                <a:gd name="T9" fmla="*/ 0 h 556"/>
                <a:gd name="T10" fmla="*/ 330 w 514"/>
                <a:gd name="T11" fmla="*/ 0 h 556"/>
                <a:gd name="T12" fmla="*/ 345 w 514"/>
                <a:gd name="T13" fmla="*/ 1 h 556"/>
                <a:gd name="T14" fmla="*/ 359 w 514"/>
                <a:gd name="T15" fmla="*/ 6 h 556"/>
                <a:gd name="T16" fmla="*/ 371 w 514"/>
                <a:gd name="T17" fmla="*/ 14 h 556"/>
                <a:gd name="T18" fmla="*/ 382 w 514"/>
                <a:gd name="T19" fmla="*/ 28 h 556"/>
                <a:gd name="T20" fmla="*/ 390 w 514"/>
                <a:gd name="T21" fmla="*/ 46 h 556"/>
                <a:gd name="T22" fmla="*/ 511 w 514"/>
                <a:gd name="T23" fmla="*/ 470 h 556"/>
                <a:gd name="T24" fmla="*/ 514 w 514"/>
                <a:gd name="T25" fmla="*/ 484 h 556"/>
                <a:gd name="T26" fmla="*/ 512 w 514"/>
                <a:gd name="T27" fmla="*/ 496 h 556"/>
                <a:gd name="T28" fmla="*/ 508 w 514"/>
                <a:gd name="T29" fmla="*/ 511 h 556"/>
                <a:gd name="T30" fmla="*/ 501 w 514"/>
                <a:gd name="T31" fmla="*/ 525 h 556"/>
                <a:gd name="T32" fmla="*/ 491 w 514"/>
                <a:gd name="T33" fmla="*/ 538 h 556"/>
                <a:gd name="T34" fmla="*/ 477 w 514"/>
                <a:gd name="T35" fmla="*/ 548 h 556"/>
                <a:gd name="T36" fmla="*/ 461 w 514"/>
                <a:gd name="T37" fmla="*/ 553 h 556"/>
                <a:gd name="T38" fmla="*/ 445 w 514"/>
                <a:gd name="T39" fmla="*/ 556 h 556"/>
                <a:gd name="T40" fmla="*/ 427 w 514"/>
                <a:gd name="T41" fmla="*/ 553 h 556"/>
                <a:gd name="T42" fmla="*/ 413 w 514"/>
                <a:gd name="T43" fmla="*/ 546 h 556"/>
                <a:gd name="T44" fmla="*/ 400 w 514"/>
                <a:gd name="T45" fmla="*/ 534 h 556"/>
                <a:gd name="T46" fmla="*/ 394 w 514"/>
                <a:gd name="T47" fmla="*/ 520 h 556"/>
                <a:gd name="T48" fmla="*/ 367 w 514"/>
                <a:gd name="T49" fmla="*/ 426 h 556"/>
                <a:gd name="T50" fmla="*/ 165 w 514"/>
                <a:gd name="T51" fmla="*/ 426 h 556"/>
                <a:gd name="T52" fmla="*/ 114 w 514"/>
                <a:gd name="T53" fmla="*/ 519 h 556"/>
                <a:gd name="T54" fmla="*/ 102 w 514"/>
                <a:gd name="T55" fmla="*/ 534 h 556"/>
                <a:gd name="T56" fmla="*/ 87 w 514"/>
                <a:gd name="T57" fmla="*/ 546 h 556"/>
                <a:gd name="T58" fmla="*/ 70 w 514"/>
                <a:gd name="T59" fmla="*/ 553 h 556"/>
                <a:gd name="T60" fmla="*/ 54 w 514"/>
                <a:gd name="T61" fmla="*/ 556 h 556"/>
                <a:gd name="T62" fmla="*/ 37 w 514"/>
                <a:gd name="T63" fmla="*/ 555 h 556"/>
                <a:gd name="T64" fmla="*/ 23 w 514"/>
                <a:gd name="T65" fmla="*/ 548 h 556"/>
                <a:gd name="T66" fmla="*/ 12 w 514"/>
                <a:gd name="T67" fmla="*/ 538 h 556"/>
                <a:gd name="T68" fmla="*/ 12 w 514"/>
                <a:gd name="T69" fmla="*/ 538 h 556"/>
                <a:gd name="T70" fmla="*/ 4 w 514"/>
                <a:gd name="T71" fmla="*/ 525 h 556"/>
                <a:gd name="T72" fmla="*/ 0 w 514"/>
                <a:gd name="T73" fmla="*/ 511 h 556"/>
                <a:gd name="T74" fmla="*/ 0 w 514"/>
                <a:gd name="T75" fmla="*/ 496 h 556"/>
                <a:gd name="T76" fmla="*/ 4 w 514"/>
                <a:gd name="T77" fmla="*/ 484 h 556"/>
                <a:gd name="T78" fmla="*/ 9 w 514"/>
                <a:gd name="T79" fmla="*/ 470 h 556"/>
                <a:gd name="T80" fmla="*/ 249 w 514"/>
                <a:gd name="T81" fmla="*/ 46 h 556"/>
                <a:gd name="T82" fmla="*/ 262 w 514"/>
                <a:gd name="T83" fmla="*/ 28 h 556"/>
                <a:gd name="T84" fmla="*/ 279 w 514"/>
                <a:gd name="T85" fmla="*/ 14 h 556"/>
                <a:gd name="T86" fmla="*/ 299 w 514"/>
                <a:gd name="T87" fmla="*/ 2 h 556"/>
                <a:gd name="T88" fmla="*/ 323 w 514"/>
                <a:gd name="T89"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4" h="556">
                  <a:moveTo>
                    <a:pt x="300" y="184"/>
                  </a:moveTo>
                  <a:lnTo>
                    <a:pt x="230" y="310"/>
                  </a:lnTo>
                  <a:lnTo>
                    <a:pt x="335" y="310"/>
                  </a:lnTo>
                  <a:lnTo>
                    <a:pt x="300" y="184"/>
                  </a:lnTo>
                  <a:close/>
                  <a:moveTo>
                    <a:pt x="323" y="0"/>
                  </a:moveTo>
                  <a:lnTo>
                    <a:pt x="330" y="0"/>
                  </a:lnTo>
                  <a:lnTo>
                    <a:pt x="345" y="1"/>
                  </a:lnTo>
                  <a:lnTo>
                    <a:pt x="359" y="6"/>
                  </a:lnTo>
                  <a:lnTo>
                    <a:pt x="371" y="14"/>
                  </a:lnTo>
                  <a:lnTo>
                    <a:pt x="382" y="28"/>
                  </a:lnTo>
                  <a:lnTo>
                    <a:pt x="390" y="46"/>
                  </a:lnTo>
                  <a:lnTo>
                    <a:pt x="511" y="470"/>
                  </a:lnTo>
                  <a:lnTo>
                    <a:pt x="514" y="484"/>
                  </a:lnTo>
                  <a:lnTo>
                    <a:pt x="512" y="496"/>
                  </a:lnTo>
                  <a:lnTo>
                    <a:pt x="508" y="511"/>
                  </a:lnTo>
                  <a:lnTo>
                    <a:pt x="501" y="525"/>
                  </a:lnTo>
                  <a:lnTo>
                    <a:pt x="491" y="538"/>
                  </a:lnTo>
                  <a:lnTo>
                    <a:pt x="477" y="548"/>
                  </a:lnTo>
                  <a:lnTo>
                    <a:pt x="461" y="553"/>
                  </a:lnTo>
                  <a:lnTo>
                    <a:pt x="445" y="556"/>
                  </a:lnTo>
                  <a:lnTo>
                    <a:pt x="427" y="553"/>
                  </a:lnTo>
                  <a:lnTo>
                    <a:pt x="413" y="546"/>
                  </a:lnTo>
                  <a:lnTo>
                    <a:pt x="400" y="534"/>
                  </a:lnTo>
                  <a:lnTo>
                    <a:pt x="394" y="520"/>
                  </a:lnTo>
                  <a:lnTo>
                    <a:pt x="367" y="426"/>
                  </a:lnTo>
                  <a:lnTo>
                    <a:pt x="165" y="426"/>
                  </a:lnTo>
                  <a:lnTo>
                    <a:pt x="114" y="519"/>
                  </a:lnTo>
                  <a:lnTo>
                    <a:pt x="102" y="534"/>
                  </a:lnTo>
                  <a:lnTo>
                    <a:pt x="87" y="546"/>
                  </a:lnTo>
                  <a:lnTo>
                    <a:pt x="70" y="553"/>
                  </a:lnTo>
                  <a:lnTo>
                    <a:pt x="54" y="556"/>
                  </a:lnTo>
                  <a:lnTo>
                    <a:pt x="37" y="555"/>
                  </a:lnTo>
                  <a:lnTo>
                    <a:pt x="23" y="548"/>
                  </a:lnTo>
                  <a:lnTo>
                    <a:pt x="12" y="538"/>
                  </a:lnTo>
                  <a:lnTo>
                    <a:pt x="12" y="538"/>
                  </a:lnTo>
                  <a:lnTo>
                    <a:pt x="4" y="525"/>
                  </a:lnTo>
                  <a:lnTo>
                    <a:pt x="0" y="511"/>
                  </a:lnTo>
                  <a:lnTo>
                    <a:pt x="0" y="496"/>
                  </a:lnTo>
                  <a:lnTo>
                    <a:pt x="4" y="484"/>
                  </a:lnTo>
                  <a:lnTo>
                    <a:pt x="9" y="470"/>
                  </a:lnTo>
                  <a:lnTo>
                    <a:pt x="249" y="46"/>
                  </a:lnTo>
                  <a:lnTo>
                    <a:pt x="262" y="28"/>
                  </a:lnTo>
                  <a:lnTo>
                    <a:pt x="279" y="14"/>
                  </a:lnTo>
                  <a:lnTo>
                    <a:pt x="299" y="2"/>
                  </a:lnTo>
                  <a:lnTo>
                    <a:pt x="323"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6" name="Freeform 19"/>
            <p:cNvSpPr>
              <a:spLocks/>
            </p:cNvSpPr>
            <p:nvPr userDrawn="1"/>
          </p:nvSpPr>
          <p:spPr bwMode="auto">
            <a:xfrm>
              <a:off x="1434" y="1720"/>
              <a:ext cx="97" cy="103"/>
            </a:xfrm>
            <a:custGeom>
              <a:avLst/>
              <a:gdLst>
                <a:gd name="T0" fmla="*/ 142 w 291"/>
                <a:gd name="T1" fmla="*/ 0 h 308"/>
                <a:gd name="T2" fmla="*/ 283 w 291"/>
                <a:gd name="T3" fmla="*/ 212 h 308"/>
                <a:gd name="T4" fmla="*/ 288 w 291"/>
                <a:gd name="T5" fmla="*/ 220 h 308"/>
                <a:gd name="T6" fmla="*/ 291 w 291"/>
                <a:gd name="T7" fmla="*/ 231 h 308"/>
                <a:gd name="T8" fmla="*/ 291 w 291"/>
                <a:gd name="T9" fmla="*/ 248 h 308"/>
                <a:gd name="T10" fmla="*/ 287 w 291"/>
                <a:gd name="T11" fmla="*/ 263 h 308"/>
                <a:gd name="T12" fmla="*/ 280 w 291"/>
                <a:gd name="T13" fmla="*/ 277 h 308"/>
                <a:gd name="T14" fmla="*/ 268 w 291"/>
                <a:gd name="T15" fmla="*/ 290 h 308"/>
                <a:gd name="T16" fmla="*/ 255 w 291"/>
                <a:gd name="T17" fmla="*/ 300 h 308"/>
                <a:gd name="T18" fmla="*/ 240 w 291"/>
                <a:gd name="T19" fmla="*/ 305 h 308"/>
                <a:gd name="T20" fmla="*/ 222 w 291"/>
                <a:gd name="T21" fmla="*/ 308 h 308"/>
                <a:gd name="T22" fmla="*/ 204 w 291"/>
                <a:gd name="T23" fmla="*/ 305 h 308"/>
                <a:gd name="T24" fmla="*/ 189 w 291"/>
                <a:gd name="T25" fmla="*/ 296 h 308"/>
                <a:gd name="T26" fmla="*/ 177 w 291"/>
                <a:gd name="T27" fmla="*/ 284 h 308"/>
                <a:gd name="T28" fmla="*/ 0 w 291"/>
                <a:gd name="T29" fmla="*/ 2 h 308"/>
                <a:gd name="T30" fmla="*/ 142 w 291"/>
                <a:gd name="T31" fmla="*/ 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1" h="308">
                  <a:moveTo>
                    <a:pt x="142" y="0"/>
                  </a:moveTo>
                  <a:lnTo>
                    <a:pt x="283" y="212"/>
                  </a:lnTo>
                  <a:lnTo>
                    <a:pt x="288" y="220"/>
                  </a:lnTo>
                  <a:lnTo>
                    <a:pt x="291" y="231"/>
                  </a:lnTo>
                  <a:lnTo>
                    <a:pt x="291" y="248"/>
                  </a:lnTo>
                  <a:lnTo>
                    <a:pt x="287" y="263"/>
                  </a:lnTo>
                  <a:lnTo>
                    <a:pt x="280" y="277"/>
                  </a:lnTo>
                  <a:lnTo>
                    <a:pt x="268" y="290"/>
                  </a:lnTo>
                  <a:lnTo>
                    <a:pt x="255" y="300"/>
                  </a:lnTo>
                  <a:lnTo>
                    <a:pt x="240" y="305"/>
                  </a:lnTo>
                  <a:lnTo>
                    <a:pt x="222" y="308"/>
                  </a:lnTo>
                  <a:lnTo>
                    <a:pt x="204" y="305"/>
                  </a:lnTo>
                  <a:lnTo>
                    <a:pt x="189" y="296"/>
                  </a:lnTo>
                  <a:lnTo>
                    <a:pt x="177" y="284"/>
                  </a:lnTo>
                  <a:lnTo>
                    <a:pt x="0" y="2"/>
                  </a:lnTo>
                  <a:lnTo>
                    <a:pt x="142"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20"/>
            <p:cNvSpPr>
              <a:spLocks noEditPoints="1"/>
            </p:cNvSpPr>
            <p:nvPr userDrawn="1"/>
          </p:nvSpPr>
          <p:spPr bwMode="auto">
            <a:xfrm>
              <a:off x="1383" y="1638"/>
              <a:ext cx="164" cy="185"/>
            </a:xfrm>
            <a:custGeom>
              <a:avLst/>
              <a:gdLst>
                <a:gd name="T0" fmla="*/ 157 w 491"/>
                <a:gd name="T1" fmla="*/ 241 h 554"/>
                <a:gd name="T2" fmla="*/ 288 w 491"/>
                <a:gd name="T3" fmla="*/ 238 h 554"/>
                <a:gd name="T4" fmla="*/ 338 w 491"/>
                <a:gd name="T5" fmla="*/ 221 h 554"/>
                <a:gd name="T6" fmla="*/ 362 w 491"/>
                <a:gd name="T7" fmla="*/ 196 h 554"/>
                <a:gd name="T8" fmla="*/ 367 w 491"/>
                <a:gd name="T9" fmla="*/ 160 h 554"/>
                <a:gd name="T10" fmla="*/ 355 w 491"/>
                <a:gd name="T11" fmla="*/ 136 h 554"/>
                <a:gd name="T12" fmla="*/ 335 w 491"/>
                <a:gd name="T13" fmla="*/ 126 h 554"/>
                <a:gd name="T14" fmla="*/ 297 w 491"/>
                <a:gd name="T15" fmla="*/ 119 h 554"/>
                <a:gd name="T16" fmla="*/ 173 w 491"/>
                <a:gd name="T17" fmla="*/ 118 h 554"/>
                <a:gd name="T18" fmla="*/ 293 w 491"/>
                <a:gd name="T19" fmla="*/ 0 h 554"/>
                <a:gd name="T20" fmla="*/ 369 w 491"/>
                <a:gd name="T21" fmla="*/ 8 h 554"/>
                <a:gd name="T22" fmla="*/ 426 w 491"/>
                <a:gd name="T23" fmla="*/ 30 h 554"/>
                <a:gd name="T24" fmla="*/ 467 w 491"/>
                <a:gd name="T25" fmla="*/ 67 h 554"/>
                <a:gd name="T26" fmla="*/ 487 w 491"/>
                <a:gd name="T27" fmla="*/ 115 h 554"/>
                <a:gd name="T28" fmla="*/ 489 w 491"/>
                <a:gd name="T29" fmla="*/ 173 h 554"/>
                <a:gd name="T30" fmla="*/ 485 w 491"/>
                <a:gd name="T31" fmla="*/ 197 h 554"/>
                <a:gd name="T32" fmla="*/ 475 w 491"/>
                <a:gd name="T33" fmla="*/ 228 h 554"/>
                <a:gd name="T34" fmla="*/ 456 w 491"/>
                <a:gd name="T35" fmla="*/ 264 h 554"/>
                <a:gd name="T36" fmla="*/ 427 w 491"/>
                <a:gd name="T37" fmla="*/ 299 h 554"/>
                <a:gd name="T38" fmla="*/ 385 w 491"/>
                <a:gd name="T39" fmla="*/ 329 h 554"/>
                <a:gd name="T40" fmla="*/ 330 w 491"/>
                <a:gd name="T41" fmla="*/ 351 h 554"/>
                <a:gd name="T42" fmla="*/ 258 w 491"/>
                <a:gd name="T43" fmla="*/ 358 h 554"/>
                <a:gd name="T44" fmla="*/ 121 w 491"/>
                <a:gd name="T45" fmla="*/ 494 h 554"/>
                <a:gd name="T46" fmla="*/ 108 w 491"/>
                <a:gd name="T47" fmla="*/ 525 h 554"/>
                <a:gd name="T48" fmla="*/ 83 w 491"/>
                <a:gd name="T49" fmla="*/ 546 h 554"/>
                <a:gd name="T50" fmla="*/ 51 w 491"/>
                <a:gd name="T51" fmla="*/ 554 h 554"/>
                <a:gd name="T52" fmla="*/ 23 w 491"/>
                <a:gd name="T53" fmla="*/ 546 h 554"/>
                <a:gd name="T54" fmla="*/ 3 w 491"/>
                <a:gd name="T55" fmla="*/ 525 h 554"/>
                <a:gd name="T56" fmla="*/ 0 w 491"/>
                <a:gd name="T57" fmla="*/ 494 h 554"/>
                <a:gd name="T58" fmla="*/ 65 w 491"/>
                <a:gd name="T59" fmla="*/ 46 h 554"/>
                <a:gd name="T60" fmla="*/ 84 w 491"/>
                <a:gd name="T61" fmla="*/ 19 h 554"/>
                <a:gd name="T62" fmla="*/ 113 w 491"/>
                <a:gd name="T63" fmla="*/ 3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1" h="554">
                  <a:moveTo>
                    <a:pt x="173" y="118"/>
                  </a:moveTo>
                  <a:lnTo>
                    <a:pt x="157" y="241"/>
                  </a:lnTo>
                  <a:lnTo>
                    <a:pt x="255" y="241"/>
                  </a:lnTo>
                  <a:lnTo>
                    <a:pt x="288" y="238"/>
                  </a:lnTo>
                  <a:lnTo>
                    <a:pt x="315" y="232"/>
                  </a:lnTo>
                  <a:lnTo>
                    <a:pt x="338" y="221"/>
                  </a:lnTo>
                  <a:lnTo>
                    <a:pt x="353" y="210"/>
                  </a:lnTo>
                  <a:lnTo>
                    <a:pt x="362" y="196"/>
                  </a:lnTo>
                  <a:lnTo>
                    <a:pt x="367" y="178"/>
                  </a:lnTo>
                  <a:lnTo>
                    <a:pt x="367" y="160"/>
                  </a:lnTo>
                  <a:lnTo>
                    <a:pt x="364" y="146"/>
                  </a:lnTo>
                  <a:lnTo>
                    <a:pt x="355" y="136"/>
                  </a:lnTo>
                  <a:lnTo>
                    <a:pt x="347" y="131"/>
                  </a:lnTo>
                  <a:lnTo>
                    <a:pt x="335" y="126"/>
                  </a:lnTo>
                  <a:lnTo>
                    <a:pt x="319" y="122"/>
                  </a:lnTo>
                  <a:lnTo>
                    <a:pt x="297" y="119"/>
                  </a:lnTo>
                  <a:lnTo>
                    <a:pt x="269" y="118"/>
                  </a:lnTo>
                  <a:lnTo>
                    <a:pt x="173" y="118"/>
                  </a:lnTo>
                  <a:close/>
                  <a:moveTo>
                    <a:pt x="129" y="0"/>
                  </a:moveTo>
                  <a:lnTo>
                    <a:pt x="293" y="0"/>
                  </a:lnTo>
                  <a:lnTo>
                    <a:pt x="333" y="3"/>
                  </a:lnTo>
                  <a:lnTo>
                    <a:pt x="369" y="8"/>
                  </a:lnTo>
                  <a:lnTo>
                    <a:pt x="401" y="17"/>
                  </a:lnTo>
                  <a:lnTo>
                    <a:pt x="426" y="30"/>
                  </a:lnTo>
                  <a:lnTo>
                    <a:pt x="449" y="46"/>
                  </a:lnTo>
                  <a:lnTo>
                    <a:pt x="467" y="67"/>
                  </a:lnTo>
                  <a:lnTo>
                    <a:pt x="480" y="90"/>
                  </a:lnTo>
                  <a:lnTo>
                    <a:pt x="487" y="115"/>
                  </a:lnTo>
                  <a:lnTo>
                    <a:pt x="491" y="142"/>
                  </a:lnTo>
                  <a:lnTo>
                    <a:pt x="489" y="173"/>
                  </a:lnTo>
                  <a:lnTo>
                    <a:pt x="487" y="183"/>
                  </a:lnTo>
                  <a:lnTo>
                    <a:pt x="485" y="197"/>
                  </a:lnTo>
                  <a:lnTo>
                    <a:pt x="480" y="211"/>
                  </a:lnTo>
                  <a:lnTo>
                    <a:pt x="475" y="228"/>
                  </a:lnTo>
                  <a:lnTo>
                    <a:pt x="466" y="246"/>
                  </a:lnTo>
                  <a:lnTo>
                    <a:pt x="456" y="264"/>
                  </a:lnTo>
                  <a:lnTo>
                    <a:pt x="443" y="282"/>
                  </a:lnTo>
                  <a:lnTo>
                    <a:pt x="427" y="299"/>
                  </a:lnTo>
                  <a:lnTo>
                    <a:pt x="408" y="315"/>
                  </a:lnTo>
                  <a:lnTo>
                    <a:pt x="385" y="329"/>
                  </a:lnTo>
                  <a:lnTo>
                    <a:pt x="360" y="342"/>
                  </a:lnTo>
                  <a:lnTo>
                    <a:pt x="330" y="351"/>
                  </a:lnTo>
                  <a:lnTo>
                    <a:pt x="296" y="357"/>
                  </a:lnTo>
                  <a:lnTo>
                    <a:pt x="258" y="358"/>
                  </a:lnTo>
                  <a:lnTo>
                    <a:pt x="140" y="358"/>
                  </a:lnTo>
                  <a:lnTo>
                    <a:pt x="121" y="494"/>
                  </a:lnTo>
                  <a:lnTo>
                    <a:pt x="116" y="511"/>
                  </a:lnTo>
                  <a:lnTo>
                    <a:pt x="108" y="525"/>
                  </a:lnTo>
                  <a:lnTo>
                    <a:pt x="97" y="537"/>
                  </a:lnTo>
                  <a:lnTo>
                    <a:pt x="83" y="546"/>
                  </a:lnTo>
                  <a:lnTo>
                    <a:pt x="67" y="553"/>
                  </a:lnTo>
                  <a:lnTo>
                    <a:pt x="51" y="554"/>
                  </a:lnTo>
                  <a:lnTo>
                    <a:pt x="35" y="553"/>
                  </a:lnTo>
                  <a:lnTo>
                    <a:pt x="23" y="546"/>
                  </a:lnTo>
                  <a:lnTo>
                    <a:pt x="11" y="536"/>
                  </a:lnTo>
                  <a:lnTo>
                    <a:pt x="3" y="525"/>
                  </a:lnTo>
                  <a:lnTo>
                    <a:pt x="0" y="509"/>
                  </a:lnTo>
                  <a:lnTo>
                    <a:pt x="0" y="494"/>
                  </a:lnTo>
                  <a:lnTo>
                    <a:pt x="61" y="62"/>
                  </a:lnTo>
                  <a:lnTo>
                    <a:pt x="65" y="46"/>
                  </a:lnTo>
                  <a:lnTo>
                    <a:pt x="72" y="32"/>
                  </a:lnTo>
                  <a:lnTo>
                    <a:pt x="84" y="19"/>
                  </a:lnTo>
                  <a:lnTo>
                    <a:pt x="98" y="9"/>
                  </a:lnTo>
                  <a:lnTo>
                    <a:pt x="113" y="3"/>
                  </a:lnTo>
                  <a:lnTo>
                    <a:pt x="129"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8" name="Freeform 21"/>
            <p:cNvSpPr>
              <a:spLocks/>
            </p:cNvSpPr>
            <p:nvPr userDrawn="1"/>
          </p:nvSpPr>
          <p:spPr bwMode="auto">
            <a:xfrm>
              <a:off x="1550" y="1638"/>
              <a:ext cx="154" cy="184"/>
            </a:xfrm>
            <a:custGeom>
              <a:avLst/>
              <a:gdLst>
                <a:gd name="T0" fmla="*/ 129 w 462"/>
                <a:gd name="T1" fmla="*/ 0 h 550"/>
                <a:gd name="T2" fmla="*/ 412 w 462"/>
                <a:gd name="T3" fmla="*/ 0 h 550"/>
                <a:gd name="T4" fmla="*/ 427 w 462"/>
                <a:gd name="T5" fmla="*/ 3 h 550"/>
                <a:gd name="T6" fmla="*/ 440 w 462"/>
                <a:gd name="T7" fmla="*/ 8 h 550"/>
                <a:gd name="T8" fmla="*/ 452 w 462"/>
                <a:gd name="T9" fmla="*/ 18 h 550"/>
                <a:gd name="T10" fmla="*/ 459 w 462"/>
                <a:gd name="T11" fmla="*/ 30 h 550"/>
                <a:gd name="T12" fmla="*/ 462 w 462"/>
                <a:gd name="T13" fmla="*/ 44 h 550"/>
                <a:gd name="T14" fmla="*/ 462 w 462"/>
                <a:gd name="T15" fmla="*/ 59 h 550"/>
                <a:gd name="T16" fmla="*/ 458 w 462"/>
                <a:gd name="T17" fmla="*/ 76 h 550"/>
                <a:gd name="T18" fmla="*/ 450 w 462"/>
                <a:gd name="T19" fmla="*/ 90 h 550"/>
                <a:gd name="T20" fmla="*/ 439 w 462"/>
                <a:gd name="T21" fmla="*/ 101 h 550"/>
                <a:gd name="T22" fmla="*/ 425 w 462"/>
                <a:gd name="T23" fmla="*/ 110 h 550"/>
                <a:gd name="T24" fmla="*/ 411 w 462"/>
                <a:gd name="T25" fmla="*/ 115 h 550"/>
                <a:gd name="T26" fmla="*/ 395 w 462"/>
                <a:gd name="T27" fmla="*/ 118 h 550"/>
                <a:gd name="T28" fmla="*/ 173 w 462"/>
                <a:gd name="T29" fmla="*/ 118 h 550"/>
                <a:gd name="T30" fmla="*/ 159 w 462"/>
                <a:gd name="T31" fmla="*/ 216 h 550"/>
                <a:gd name="T32" fmla="*/ 356 w 462"/>
                <a:gd name="T33" fmla="*/ 216 h 550"/>
                <a:gd name="T34" fmla="*/ 371 w 462"/>
                <a:gd name="T35" fmla="*/ 219 h 550"/>
                <a:gd name="T36" fmla="*/ 384 w 462"/>
                <a:gd name="T37" fmla="*/ 224 h 550"/>
                <a:gd name="T38" fmla="*/ 395 w 462"/>
                <a:gd name="T39" fmla="*/ 234 h 550"/>
                <a:gd name="T40" fmla="*/ 403 w 462"/>
                <a:gd name="T41" fmla="*/ 246 h 550"/>
                <a:gd name="T42" fmla="*/ 407 w 462"/>
                <a:gd name="T43" fmla="*/ 260 h 550"/>
                <a:gd name="T44" fmla="*/ 407 w 462"/>
                <a:gd name="T45" fmla="*/ 275 h 550"/>
                <a:gd name="T46" fmla="*/ 402 w 462"/>
                <a:gd name="T47" fmla="*/ 292 h 550"/>
                <a:gd name="T48" fmla="*/ 394 w 462"/>
                <a:gd name="T49" fmla="*/ 306 h 550"/>
                <a:gd name="T50" fmla="*/ 383 w 462"/>
                <a:gd name="T51" fmla="*/ 317 h 550"/>
                <a:gd name="T52" fmla="*/ 370 w 462"/>
                <a:gd name="T53" fmla="*/ 326 h 550"/>
                <a:gd name="T54" fmla="*/ 355 w 462"/>
                <a:gd name="T55" fmla="*/ 331 h 550"/>
                <a:gd name="T56" fmla="*/ 339 w 462"/>
                <a:gd name="T57" fmla="*/ 334 h 550"/>
                <a:gd name="T58" fmla="*/ 143 w 462"/>
                <a:gd name="T59" fmla="*/ 334 h 550"/>
                <a:gd name="T60" fmla="*/ 129 w 462"/>
                <a:gd name="T61" fmla="*/ 434 h 550"/>
                <a:gd name="T62" fmla="*/ 351 w 462"/>
                <a:gd name="T63" fmla="*/ 434 h 550"/>
                <a:gd name="T64" fmla="*/ 366 w 462"/>
                <a:gd name="T65" fmla="*/ 435 h 550"/>
                <a:gd name="T66" fmla="*/ 379 w 462"/>
                <a:gd name="T67" fmla="*/ 441 h 550"/>
                <a:gd name="T68" fmla="*/ 390 w 462"/>
                <a:gd name="T69" fmla="*/ 450 h 550"/>
                <a:gd name="T70" fmla="*/ 398 w 462"/>
                <a:gd name="T71" fmla="*/ 463 h 550"/>
                <a:gd name="T72" fmla="*/ 402 w 462"/>
                <a:gd name="T73" fmla="*/ 477 h 550"/>
                <a:gd name="T74" fmla="*/ 402 w 462"/>
                <a:gd name="T75" fmla="*/ 493 h 550"/>
                <a:gd name="T76" fmla="*/ 397 w 462"/>
                <a:gd name="T77" fmla="*/ 508 h 550"/>
                <a:gd name="T78" fmla="*/ 389 w 462"/>
                <a:gd name="T79" fmla="*/ 522 h 550"/>
                <a:gd name="T80" fmla="*/ 378 w 462"/>
                <a:gd name="T81" fmla="*/ 534 h 550"/>
                <a:gd name="T82" fmla="*/ 365 w 462"/>
                <a:gd name="T83" fmla="*/ 544 h 550"/>
                <a:gd name="T84" fmla="*/ 349 w 462"/>
                <a:gd name="T85" fmla="*/ 549 h 550"/>
                <a:gd name="T86" fmla="*/ 334 w 462"/>
                <a:gd name="T87" fmla="*/ 550 h 550"/>
                <a:gd name="T88" fmla="*/ 52 w 462"/>
                <a:gd name="T89" fmla="*/ 550 h 550"/>
                <a:gd name="T90" fmla="*/ 37 w 462"/>
                <a:gd name="T91" fmla="*/ 549 h 550"/>
                <a:gd name="T92" fmla="*/ 23 w 462"/>
                <a:gd name="T93" fmla="*/ 542 h 550"/>
                <a:gd name="T94" fmla="*/ 11 w 462"/>
                <a:gd name="T95" fmla="*/ 534 h 550"/>
                <a:gd name="T96" fmla="*/ 3 w 462"/>
                <a:gd name="T97" fmla="*/ 521 h 550"/>
                <a:gd name="T98" fmla="*/ 0 w 462"/>
                <a:gd name="T99" fmla="*/ 507 h 550"/>
                <a:gd name="T100" fmla="*/ 1 w 462"/>
                <a:gd name="T101" fmla="*/ 490 h 550"/>
                <a:gd name="T102" fmla="*/ 61 w 462"/>
                <a:gd name="T103" fmla="*/ 62 h 550"/>
                <a:gd name="T104" fmla="*/ 65 w 462"/>
                <a:gd name="T105" fmla="*/ 46 h 550"/>
                <a:gd name="T106" fmla="*/ 72 w 462"/>
                <a:gd name="T107" fmla="*/ 32 h 550"/>
                <a:gd name="T108" fmla="*/ 84 w 462"/>
                <a:gd name="T109" fmla="*/ 19 h 550"/>
                <a:gd name="T110" fmla="*/ 98 w 462"/>
                <a:gd name="T111" fmla="*/ 9 h 550"/>
                <a:gd name="T112" fmla="*/ 113 w 462"/>
                <a:gd name="T113" fmla="*/ 3 h 550"/>
                <a:gd name="T114" fmla="*/ 129 w 462"/>
                <a:gd name="T115"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62" h="550">
                  <a:moveTo>
                    <a:pt x="129" y="0"/>
                  </a:moveTo>
                  <a:lnTo>
                    <a:pt x="412" y="0"/>
                  </a:lnTo>
                  <a:lnTo>
                    <a:pt x="427" y="3"/>
                  </a:lnTo>
                  <a:lnTo>
                    <a:pt x="440" y="8"/>
                  </a:lnTo>
                  <a:lnTo>
                    <a:pt x="452" y="18"/>
                  </a:lnTo>
                  <a:lnTo>
                    <a:pt x="459" y="30"/>
                  </a:lnTo>
                  <a:lnTo>
                    <a:pt x="462" y="44"/>
                  </a:lnTo>
                  <a:lnTo>
                    <a:pt x="462" y="59"/>
                  </a:lnTo>
                  <a:lnTo>
                    <a:pt x="458" y="76"/>
                  </a:lnTo>
                  <a:lnTo>
                    <a:pt x="450" y="90"/>
                  </a:lnTo>
                  <a:lnTo>
                    <a:pt x="439" y="101"/>
                  </a:lnTo>
                  <a:lnTo>
                    <a:pt x="425" y="110"/>
                  </a:lnTo>
                  <a:lnTo>
                    <a:pt x="411" y="115"/>
                  </a:lnTo>
                  <a:lnTo>
                    <a:pt x="395" y="118"/>
                  </a:lnTo>
                  <a:lnTo>
                    <a:pt x="173" y="118"/>
                  </a:lnTo>
                  <a:lnTo>
                    <a:pt x="159" y="216"/>
                  </a:lnTo>
                  <a:lnTo>
                    <a:pt x="356" y="216"/>
                  </a:lnTo>
                  <a:lnTo>
                    <a:pt x="371" y="219"/>
                  </a:lnTo>
                  <a:lnTo>
                    <a:pt x="384" y="224"/>
                  </a:lnTo>
                  <a:lnTo>
                    <a:pt x="395" y="234"/>
                  </a:lnTo>
                  <a:lnTo>
                    <a:pt x="403" y="246"/>
                  </a:lnTo>
                  <a:lnTo>
                    <a:pt x="407" y="260"/>
                  </a:lnTo>
                  <a:lnTo>
                    <a:pt x="407" y="275"/>
                  </a:lnTo>
                  <a:lnTo>
                    <a:pt x="402" y="292"/>
                  </a:lnTo>
                  <a:lnTo>
                    <a:pt x="394" y="306"/>
                  </a:lnTo>
                  <a:lnTo>
                    <a:pt x="383" y="317"/>
                  </a:lnTo>
                  <a:lnTo>
                    <a:pt x="370" y="326"/>
                  </a:lnTo>
                  <a:lnTo>
                    <a:pt x="355" y="331"/>
                  </a:lnTo>
                  <a:lnTo>
                    <a:pt x="339" y="334"/>
                  </a:lnTo>
                  <a:lnTo>
                    <a:pt x="143" y="334"/>
                  </a:lnTo>
                  <a:lnTo>
                    <a:pt x="129" y="434"/>
                  </a:lnTo>
                  <a:lnTo>
                    <a:pt x="351" y="434"/>
                  </a:lnTo>
                  <a:lnTo>
                    <a:pt x="366" y="435"/>
                  </a:lnTo>
                  <a:lnTo>
                    <a:pt x="379" y="441"/>
                  </a:lnTo>
                  <a:lnTo>
                    <a:pt x="390" y="450"/>
                  </a:lnTo>
                  <a:lnTo>
                    <a:pt x="398" y="463"/>
                  </a:lnTo>
                  <a:lnTo>
                    <a:pt x="402" y="477"/>
                  </a:lnTo>
                  <a:lnTo>
                    <a:pt x="402" y="493"/>
                  </a:lnTo>
                  <a:lnTo>
                    <a:pt x="397" y="508"/>
                  </a:lnTo>
                  <a:lnTo>
                    <a:pt x="389" y="522"/>
                  </a:lnTo>
                  <a:lnTo>
                    <a:pt x="378" y="534"/>
                  </a:lnTo>
                  <a:lnTo>
                    <a:pt x="365" y="544"/>
                  </a:lnTo>
                  <a:lnTo>
                    <a:pt x="349" y="549"/>
                  </a:lnTo>
                  <a:lnTo>
                    <a:pt x="334" y="550"/>
                  </a:lnTo>
                  <a:lnTo>
                    <a:pt x="52" y="550"/>
                  </a:lnTo>
                  <a:lnTo>
                    <a:pt x="37" y="549"/>
                  </a:lnTo>
                  <a:lnTo>
                    <a:pt x="23" y="542"/>
                  </a:lnTo>
                  <a:lnTo>
                    <a:pt x="11" y="534"/>
                  </a:lnTo>
                  <a:lnTo>
                    <a:pt x="3" y="521"/>
                  </a:lnTo>
                  <a:lnTo>
                    <a:pt x="0" y="507"/>
                  </a:lnTo>
                  <a:lnTo>
                    <a:pt x="1" y="490"/>
                  </a:lnTo>
                  <a:lnTo>
                    <a:pt x="61" y="62"/>
                  </a:lnTo>
                  <a:lnTo>
                    <a:pt x="65" y="46"/>
                  </a:lnTo>
                  <a:lnTo>
                    <a:pt x="72" y="32"/>
                  </a:lnTo>
                  <a:lnTo>
                    <a:pt x="84" y="19"/>
                  </a:lnTo>
                  <a:lnTo>
                    <a:pt x="98" y="9"/>
                  </a:lnTo>
                  <a:lnTo>
                    <a:pt x="113" y="3"/>
                  </a:lnTo>
                  <a:lnTo>
                    <a:pt x="129"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64865883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Chart without Background Color">
    <p:spTree>
      <p:nvGrpSpPr>
        <p:cNvPr id="1" name=""/>
        <p:cNvGrpSpPr/>
        <p:nvPr/>
      </p:nvGrpSpPr>
      <p:grpSpPr>
        <a:xfrm>
          <a:off x="0" y="0"/>
          <a:ext cx="0" cy="0"/>
          <a:chOff x="0" y="0"/>
          <a:chExt cx="0" cy="0"/>
        </a:xfrm>
      </p:grpSpPr>
      <p:sp>
        <p:nvSpPr>
          <p:cNvPr id="64" name="Rectangle 63"/>
          <p:cNvSpPr/>
          <p:nvPr userDrawn="1"/>
        </p:nvSpPr>
        <p:spPr bwMode="auto">
          <a:xfrm>
            <a:off x="2865122" y="2"/>
            <a:ext cx="6449004" cy="6616005"/>
          </a:xfrm>
          <a:prstGeom prst="rect">
            <a:avLst/>
          </a:prstGeom>
          <a:solidFill>
            <a:schemeClr val="bg1"/>
          </a:solidFill>
          <a:ln w="9525" cap="flat" cmpd="sng" algn="ctr">
            <a:noFill/>
            <a:prstDash val="solid"/>
            <a:round/>
            <a:headEnd type="none" w="med" len="med"/>
            <a:tailEnd type="none" w="med" len="med"/>
          </a:ln>
          <a:effectLst/>
        </p:spPr>
        <p:txBody>
          <a:bodyPr vert="horz" wrap="square" lIns="91415" tIns="45708" rIns="91415" bIns="45708" numCol="1" rtlCol="0" anchor="t" anchorCtr="0" compatLnSpc="1">
            <a:prstTxWarp prst="textNoShape">
              <a:avLst/>
            </a:prstTxWarp>
          </a:bodyPr>
          <a:lstStyle/>
          <a:p>
            <a:pPr marL="0" marR="0" indent="0" algn="l" defTabSz="914156"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ＭＳ Ｐゴシック"/>
              <a:cs typeface="ＭＳ Ｐゴシック"/>
            </a:endParaRPr>
          </a:p>
        </p:txBody>
      </p:sp>
      <p:sp>
        <p:nvSpPr>
          <p:cNvPr id="5" name="Chart Placeholder 4"/>
          <p:cNvSpPr>
            <a:spLocks noGrp="1"/>
          </p:cNvSpPr>
          <p:nvPr>
            <p:ph type="chart" sz="quarter" idx="11"/>
          </p:nvPr>
        </p:nvSpPr>
        <p:spPr>
          <a:xfrm>
            <a:off x="2946402" y="1105466"/>
            <a:ext cx="6186025" cy="4800600"/>
          </a:xfrm>
          <a:prstGeom prst="rect">
            <a:avLst/>
          </a:prstGeom>
        </p:spPr>
        <p:txBody>
          <a:bodyPr>
            <a:normAutofit/>
          </a:bodyPr>
          <a:lstStyle>
            <a:lvl1pPr>
              <a:defRPr sz="2400"/>
            </a:lvl1pPr>
          </a:lstStyle>
          <a:p>
            <a:r>
              <a:rPr lang="en-US"/>
              <a:t>Click icon to add chart</a:t>
            </a:r>
          </a:p>
        </p:txBody>
      </p:sp>
      <p:sp>
        <p:nvSpPr>
          <p:cNvPr id="6" name="Title 1"/>
          <p:cNvSpPr>
            <a:spLocks noGrp="1"/>
          </p:cNvSpPr>
          <p:nvPr>
            <p:ph type="title"/>
          </p:nvPr>
        </p:nvSpPr>
        <p:spPr>
          <a:xfrm>
            <a:off x="2946402" y="356633"/>
            <a:ext cx="6186025"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66085500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hart without Background Color">
    <p:spTree>
      <p:nvGrpSpPr>
        <p:cNvPr id="1" name=""/>
        <p:cNvGrpSpPr/>
        <p:nvPr/>
      </p:nvGrpSpPr>
      <p:grpSpPr>
        <a:xfrm>
          <a:off x="0" y="0"/>
          <a:ext cx="0" cy="0"/>
          <a:chOff x="0" y="0"/>
          <a:chExt cx="0" cy="0"/>
        </a:xfrm>
      </p:grpSpPr>
      <p:sp>
        <p:nvSpPr>
          <p:cNvPr id="36" name="Table Placeholder 5"/>
          <p:cNvSpPr>
            <a:spLocks noGrp="1"/>
          </p:cNvSpPr>
          <p:nvPr>
            <p:ph type="tbl" sz="quarter" idx="12"/>
          </p:nvPr>
        </p:nvSpPr>
        <p:spPr>
          <a:xfrm>
            <a:off x="406402" y="1598738"/>
            <a:ext cx="8736009" cy="4800600"/>
          </a:xfrm>
          <a:prstGeom prst="rect">
            <a:avLst/>
          </a:prstGeom>
        </p:spPr>
        <p:txBody>
          <a:bodyPr>
            <a:normAutofit/>
          </a:bodyPr>
          <a:lstStyle>
            <a:lvl1pPr>
              <a:defRPr sz="1900"/>
            </a:lvl1pPr>
          </a:lstStyle>
          <a:p>
            <a:r>
              <a:rPr lang="en-US"/>
              <a:t>Click icon to add table</a:t>
            </a:r>
          </a:p>
        </p:txBody>
      </p:sp>
      <p:sp>
        <p:nvSpPr>
          <p:cNvPr id="22" name="Title 1"/>
          <p:cNvSpPr>
            <a:spLocks noGrp="1"/>
          </p:cNvSpPr>
          <p:nvPr>
            <p:ph type="title"/>
          </p:nvPr>
        </p:nvSpPr>
        <p:spPr>
          <a:xfrm>
            <a:off x="406402" y="356633"/>
            <a:ext cx="8726025"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pic>
        <p:nvPicPr>
          <p:cNvPr id="2" name="Picture 1">
            <a:extLst>
              <a:ext uri="{FF2B5EF4-FFF2-40B4-BE49-F238E27FC236}">
                <a16:creationId xmlns:a16="http://schemas.microsoft.com/office/drawing/2014/main" id="{46EF3146-EA53-B91F-C32C-309E707EAF1B}"/>
              </a:ext>
            </a:extLst>
          </p:cNvPr>
          <p:cNvPicPr>
            <a:picLocks noChangeAspect="1"/>
          </p:cNvPicPr>
          <p:nvPr userDrawn="1"/>
        </p:nvPicPr>
        <p:blipFill>
          <a:blip r:embed="rId2"/>
          <a:stretch>
            <a:fillRect/>
          </a:stretch>
        </p:blipFill>
        <p:spPr>
          <a:xfrm>
            <a:off x="10615637" y="6030516"/>
            <a:ext cx="1158240" cy="1158240"/>
          </a:xfrm>
          <a:prstGeom prst="rect">
            <a:avLst/>
          </a:prstGeom>
        </p:spPr>
      </p:pic>
      <p:pic>
        <p:nvPicPr>
          <p:cNvPr id="3" name="Picture 2" descr="new AI liability insurance product ...">
            <a:extLst>
              <a:ext uri="{FF2B5EF4-FFF2-40B4-BE49-F238E27FC236}">
                <a16:creationId xmlns:a16="http://schemas.microsoft.com/office/drawing/2014/main" id="{A68BFB3F-0BF1-3168-2822-F1975BB5AC0E}"/>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9745510" y="6377795"/>
            <a:ext cx="881849" cy="463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723704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without Background Color">
    <p:spTree>
      <p:nvGrpSpPr>
        <p:cNvPr id="1" name=""/>
        <p:cNvGrpSpPr/>
        <p:nvPr/>
      </p:nvGrpSpPr>
      <p:grpSpPr>
        <a:xfrm>
          <a:off x="0" y="0"/>
          <a:ext cx="0" cy="0"/>
          <a:chOff x="0" y="0"/>
          <a:chExt cx="0" cy="0"/>
        </a:xfrm>
      </p:grpSpPr>
      <p:sp>
        <p:nvSpPr>
          <p:cNvPr id="6" name="Table Placeholder 5"/>
          <p:cNvSpPr>
            <a:spLocks noGrp="1"/>
          </p:cNvSpPr>
          <p:nvPr>
            <p:ph type="tbl" sz="quarter" idx="12"/>
          </p:nvPr>
        </p:nvSpPr>
        <p:spPr>
          <a:xfrm>
            <a:off x="406400" y="1217738"/>
            <a:ext cx="11379200" cy="4800600"/>
          </a:xfrm>
          <a:prstGeom prst="rect">
            <a:avLst/>
          </a:prstGeom>
        </p:spPr>
        <p:txBody>
          <a:bodyPr>
            <a:normAutofit/>
          </a:bodyPr>
          <a:lstStyle>
            <a:lvl1pPr>
              <a:defRPr sz="1900"/>
            </a:lvl1pPr>
          </a:lstStyle>
          <a:p>
            <a:r>
              <a:rPr lang="en-US"/>
              <a:t>Click icon to add table</a:t>
            </a:r>
          </a:p>
        </p:txBody>
      </p:sp>
      <p:sp>
        <p:nvSpPr>
          <p:cNvPr id="4"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11891601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aphic Background Color">
    <p:spTree>
      <p:nvGrpSpPr>
        <p:cNvPr id="1" name=""/>
        <p:cNvGrpSpPr/>
        <p:nvPr/>
      </p:nvGrpSpPr>
      <p:grpSpPr>
        <a:xfrm>
          <a:off x="0" y="0"/>
          <a:ext cx="0" cy="0"/>
          <a:chOff x="0" y="0"/>
          <a:chExt cx="0" cy="0"/>
        </a:xfrm>
      </p:grpSpPr>
      <p:sp>
        <p:nvSpPr>
          <p:cNvPr id="5" name="SmartArt Placeholder 4"/>
          <p:cNvSpPr>
            <a:spLocks noGrp="1"/>
          </p:cNvSpPr>
          <p:nvPr>
            <p:ph type="dgm" sz="quarter" idx="13"/>
          </p:nvPr>
        </p:nvSpPr>
        <p:spPr>
          <a:xfrm>
            <a:off x="406400" y="1093891"/>
            <a:ext cx="11379200" cy="4800600"/>
          </a:xfrm>
          <a:prstGeom prst="rect">
            <a:avLst/>
          </a:prstGeom>
        </p:spPr>
        <p:txBody>
          <a:bodyPr>
            <a:normAutofit/>
          </a:bodyPr>
          <a:lstStyle>
            <a:lvl1pPr>
              <a:defRPr sz="2400"/>
            </a:lvl1pPr>
          </a:lstStyle>
          <a:p>
            <a:r>
              <a:rPr lang="en-US"/>
              <a:t>Click icon to add SmartArt graphic</a:t>
            </a:r>
          </a:p>
        </p:txBody>
      </p:sp>
      <p:sp>
        <p:nvSpPr>
          <p:cNvPr id="4"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068866727"/>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sp>
        <p:nvSpPr>
          <p:cNvPr id="55" name="SmartArt Placeholder 4"/>
          <p:cNvSpPr>
            <a:spLocks noGrp="1"/>
          </p:cNvSpPr>
          <p:nvPr>
            <p:ph type="dgm" sz="quarter" idx="13"/>
          </p:nvPr>
        </p:nvSpPr>
        <p:spPr>
          <a:xfrm>
            <a:off x="406400" y="1601891"/>
            <a:ext cx="11379200" cy="4800600"/>
          </a:xfrm>
          <a:prstGeom prst="rect">
            <a:avLst/>
          </a:prstGeom>
        </p:spPr>
        <p:txBody>
          <a:bodyPr>
            <a:normAutofit/>
          </a:bodyPr>
          <a:lstStyle>
            <a:lvl1pPr>
              <a:defRPr sz="2400"/>
            </a:lvl1pPr>
          </a:lstStyle>
          <a:p>
            <a:r>
              <a:rPr lang="en-US"/>
              <a:t>Click icon to add SmartArt graphic</a:t>
            </a:r>
          </a:p>
        </p:txBody>
      </p:sp>
      <p:sp>
        <p:nvSpPr>
          <p:cNvPr id="3"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68444684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ackground">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609600" y="2108367"/>
            <a:ext cx="4876800" cy="3858284"/>
          </a:xfrm>
          <a:prstGeom prst="rect">
            <a:avLst/>
          </a:prstGeom>
        </p:spPr>
        <p:txBody>
          <a:bodyPr>
            <a:normAutofit/>
          </a:bodyPr>
          <a:lstStyle>
            <a:lvl1pPr marL="0" marR="0" indent="0" algn="l" defTabSz="1217747" rtl="0" eaLnBrk="1" fontAlgn="base" latinLnBrk="0" hangingPunct="1">
              <a:lnSpc>
                <a:spcPct val="100000"/>
              </a:lnSpc>
              <a:spcBef>
                <a:spcPct val="20000"/>
              </a:spcBef>
              <a:spcAft>
                <a:spcPct val="0"/>
              </a:spcAft>
              <a:buClr>
                <a:srgbClr val="FDB813"/>
              </a:buClr>
              <a:buSzTx/>
              <a:buFont typeface="Times" pitchFamily="18" charset="0"/>
              <a:buNone/>
              <a:tabLst/>
              <a:defRPr sz="2100"/>
            </a:lvl1pPr>
            <a:lvl2pPr>
              <a:defRPr sz="2100"/>
            </a:lvl2pPr>
            <a:lvl3pPr>
              <a:defRPr sz="2100"/>
            </a:lvl3pPr>
            <a:lvl4pPr>
              <a:defRPr sz="2100"/>
            </a:lvl4pPr>
            <a:lvl5pPr>
              <a:defRPr sz="2100"/>
            </a:lvl5pPr>
          </a:lstStyle>
          <a:p>
            <a:pPr marL="456655" marR="0" lvl="0" indent="-456655" algn="l" defTabSz="1217747"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16 </a:t>
            </a:r>
            <a:r>
              <a:rPr lang="en-US" err="1"/>
              <a:t>pt</a:t>
            </a:r>
            <a:r>
              <a:rPr lang="en-US"/>
              <a:t>)</a:t>
            </a:r>
          </a:p>
          <a:p>
            <a:pPr lvl="1"/>
            <a:r>
              <a:rPr lang="en-US"/>
              <a:t>Second level</a:t>
            </a:r>
          </a:p>
          <a:p>
            <a:pPr lvl="2"/>
            <a:r>
              <a:rPr lang="en-US"/>
              <a:t>Third level</a:t>
            </a:r>
          </a:p>
          <a:p>
            <a:pPr lvl="3"/>
            <a:r>
              <a:rPr lang="en-US"/>
              <a:t>Fourth level</a:t>
            </a:r>
          </a:p>
          <a:p>
            <a:pPr lvl="4"/>
            <a:r>
              <a:rPr lang="en-US"/>
              <a:t>Fifth level</a:t>
            </a:r>
          </a:p>
        </p:txBody>
      </p:sp>
      <p:sp>
        <p:nvSpPr>
          <p:cNvPr id="8" name="Text Placeholder 6"/>
          <p:cNvSpPr>
            <a:spLocks noGrp="1"/>
          </p:cNvSpPr>
          <p:nvPr>
            <p:ph type="body" sz="quarter" idx="11" hasCustomPrompt="1"/>
          </p:nvPr>
        </p:nvSpPr>
        <p:spPr>
          <a:xfrm>
            <a:off x="6502400" y="2109426"/>
            <a:ext cx="4876800" cy="3858284"/>
          </a:xfrm>
          <a:prstGeom prst="rect">
            <a:avLst/>
          </a:prstGeom>
        </p:spPr>
        <p:txBody>
          <a:bodyPr/>
          <a:lstStyle>
            <a:lvl1pPr marL="0" marR="0" indent="0" algn="l" defTabSz="1217747" rtl="0" eaLnBrk="1" fontAlgn="base" latinLnBrk="0" hangingPunct="1">
              <a:lnSpc>
                <a:spcPct val="100000"/>
              </a:lnSpc>
              <a:spcBef>
                <a:spcPct val="20000"/>
              </a:spcBef>
              <a:spcAft>
                <a:spcPct val="0"/>
              </a:spcAft>
              <a:buClr>
                <a:srgbClr val="FDB813"/>
              </a:buClr>
              <a:buSzTx/>
              <a:buFont typeface="Times" pitchFamily="18" charset="0"/>
              <a:buNone/>
              <a:tabLst/>
              <a:defRPr sz="2100"/>
            </a:lvl1pPr>
            <a:lvl2pPr>
              <a:defRPr sz="2100"/>
            </a:lvl2pPr>
            <a:lvl3pPr>
              <a:defRPr sz="2100"/>
            </a:lvl3pPr>
            <a:lvl4pPr>
              <a:defRPr sz="2100"/>
            </a:lvl4pPr>
            <a:lvl5pPr>
              <a:defRPr sz="2100"/>
            </a:lvl5pPr>
          </a:lstStyle>
          <a:p>
            <a:pPr marL="456655" marR="0" lvl="0" indent="-456655" algn="l" defTabSz="1217747"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16 </a:t>
            </a:r>
            <a:r>
              <a:rPr lang="en-US" err="1"/>
              <a:t>pt</a:t>
            </a:r>
            <a:r>
              <a:rPr lang="en-US"/>
              <a:t>)</a:t>
            </a:r>
          </a:p>
          <a:p>
            <a:pPr lvl="1"/>
            <a:r>
              <a:rPr lang="en-US"/>
              <a:t>Second level</a:t>
            </a:r>
          </a:p>
          <a:p>
            <a:pPr lvl="2"/>
            <a:r>
              <a:rPr lang="en-US"/>
              <a:t>Third level</a:t>
            </a:r>
          </a:p>
          <a:p>
            <a:pPr lvl="3"/>
            <a:r>
              <a:rPr lang="en-US"/>
              <a:t>Fourth level</a:t>
            </a:r>
          </a:p>
          <a:p>
            <a:pPr lvl="4"/>
            <a:r>
              <a:rPr lang="en-US"/>
              <a:t>Fifth level</a:t>
            </a:r>
          </a:p>
        </p:txBody>
      </p:sp>
      <p:sp>
        <p:nvSpPr>
          <p:cNvPr id="6" name="Title 1"/>
          <p:cNvSpPr>
            <a:spLocks noGrp="1"/>
          </p:cNvSpPr>
          <p:nvPr>
            <p:ph type="title"/>
          </p:nvPr>
        </p:nvSpPr>
        <p:spPr>
          <a:xfrm>
            <a:off x="430209" y="217416"/>
            <a:ext cx="8839200" cy="609599"/>
          </a:xfrm>
          <a:prstGeom prst="rect">
            <a:avLst/>
          </a:prstGeom>
        </p:spPr>
        <p:txBody>
          <a:bodyPr/>
          <a:lstStyle>
            <a:lvl1pPr>
              <a:defRPr sz="3200"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20263779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thankyou slide">
    <p:spTree>
      <p:nvGrpSpPr>
        <p:cNvPr id="1" name=""/>
        <p:cNvGrpSpPr/>
        <p:nvPr/>
      </p:nvGrpSpPr>
      <p:grpSpPr>
        <a:xfrm>
          <a:off x="0" y="0"/>
          <a:ext cx="0" cy="0"/>
          <a:chOff x="0" y="0"/>
          <a:chExt cx="0" cy="0"/>
        </a:xfrm>
      </p:grpSpPr>
      <p:sp>
        <p:nvSpPr>
          <p:cNvPr id="13" name="Rectangle 12"/>
          <p:cNvSpPr/>
          <p:nvPr userDrawn="1"/>
        </p:nvSpPr>
        <p:spPr bwMode="auto">
          <a:xfrm>
            <a:off x="5262880" y="-10160"/>
            <a:ext cx="6929120" cy="6868160"/>
          </a:xfrm>
          <a:custGeom>
            <a:avLst/>
            <a:gdLst>
              <a:gd name="connsiteX0" fmla="*/ 0 w 6583680"/>
              <a:gd name="connsiteY0" fmla="*/ 0 h 6858000"/>
              <a:gd name="connsiteX1" fmla="*/ 6583680 w 6583680"/>
              <a:gd name="connsiteY1" fmla="*/ 0 h 6858000"/>
              <a:gd name="connsiteX2" fmla="*/ 6583680 w 6583680"/>
              <a:gd name="connsiteY2" fmla="*/ 6858000 h 6858000"/>
              <a:gd name="connsiteX3" fmla="*/ 0 w 6583680"/>
              <a:gd name="connsiteY3" fmla="*/ 6858000 h 6858000"/>
              <a:gd name="connsiteX4" fmla="*/ 0 w 6583680"/>
              <a:gd name="connsiteY4" fmla="*/ 0 h 6858000"/>
              <a:gd name="connsiteX0" fmla="*/ 1381760 w 7965440"/>
              <a:gd name="connsiteY0" fmla="*/ 0 h 6858000"/>
              <a:gd name="connsiteX1" fmla="*/ 7965440 w 7965440"/>
              <a:gd name="connsiteY1" fmla="*/ 0 h 6858000"/>
              <a:gd name="connsiteX2" fmla="*/ 7965440 w 7965440"/>
              <a:gd name="connsiteY2" fmla="*/ 6858000 h 6858000"/>
              <a:gd name="connsiteX3" fmla="*/ 0 w 7965440"/>
              <a:gd name="connsiteY3" fmla="*/ 6858000 h 6858000"/>
              <a:gd name="connsiteX4" fmla="*/ 1381760 w 7965440"/>
              <a:gd name="connsiteY4" fmla="*/ 0 h 6858000"/>
              <a:gd name="connsiteX0" fmla="*/ 1638709 w 7965440"/>
              <a:gd name="connsiteY0" fmla="*/ 0 h 6868160"/>
              <a:gd name="connsiteX1" fmla="*/ 7965440 w 7965440"/>
              <a:gd name="connsiteY1" fmla="*/ 10160 h 6868160"/>
              <a:gd name="connsiteX2" fmla="*/ 7965440 w 7965440"/>
              <a:gd name="connsiteY2" fmla="*/ 6868160 h 6868160"/>
              <a:gd name="connsiteX3" fmla="*/ 0 w 7965440"/>
              <a:gd name="connsiteY3" fmla="*/ 6868160 h 6868160"/>
              <a:gd name="connsiteX4" fmla="*/ 1638709 w 7965440"/>
              <a:gd name="connsiteY4" fmla="*/ 0 h 686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65440" h="6868160">
                <a:moveTo>
                  <a:pt x="1638709" y="0"/>
                </a:moveTo>
                <a:lnTo>
                  <a:pt x="7965440" y="10160"/>
                </a:lnTo>
                <a:lnTo>
                  <a:pt x="7965440" y="6868160"/>
                </a:lnTo>
                <a:lnTo>
                  <a:pt x="0" y="6868160"/>
                </a:lnTo>
                <a:lnTo>
                  <a:pt x="1638709" y="0"/>
                </a:lnTo>
                <a:close/>
              </a:path>
            </a:pathLst>
          </a:custGeom>
          <a:solidFill>
            <a:srgbClr val="0D4DFF"/>
          </a:solidFill>
          <a:ln w="0">
            <a:noFill/>
            <a:prstDash val="solid"/>
            <a:round/>
            <a:headEnd/>
            <a:tailEnd/>
          </a:ln>
        </p:spPr>
        <p:txBody>
          <a:bodyPr vert="horz" wrap="square" lIns="91415" tIns="45708" rIns="91415" bIns="45708" numCol="1" anchor="t" anchorCtr="0" compatLnSpc="1">
            <a:prstTxWarp prst="textNoShape">
              <a:avLst/>
            </a:prstTxWarp>
          </a:bodyPr>
          <a:lstStyle/>
          <a:p>
            <a:pPr lvl="0"/>
            <a:endParaRPr lang="en-US"/>
          </a:p>
        </p:txBody>
      </p:sp>
      <p:sp>
        <p:nvSpPr>
          <p:cNvPr id="53" name="Rectangle 52"/>
          <p:cNvSpPr/>
          <p:nvPr/>
        </p:nvSpPr>
        <p:spPr>
          <a:xfrm>
            <a:off x="1903569" y="2428640"/>
            <a:ext cx="2810673" cy="584776"/>
          </a:xfrm>
          <a:prstGeom prst="rect">
            <a:avLst/>
          </a:prstGeom>
          <a:noFill/>
          <a:ln w="0">
            <a:noFill/>
            <a:prstDash val="solid"/>
            <a:round/>
            <a:headEnd/>
            <a:tailEnd/>
          </a:ln>
        </p:spPr>
        <p:txBody>
          <a:bodyPr vert="horz" wrap="square" lIns="91415" tIns="45708" rIns="91415" bIns="45708" numCol="1" anchor="t" anchorCtr="0" compatLnSpc="1">
            <a:prstTxWarp prst="textNoShape">
              <a:avLst/>
            </a:prstTxWarp>
          </a:bodyPr>
          <a:lstStyle/>
          <a:p>
            <a:pPr lvl="0"/>
            <a:endParaRPr lang="en-US" sz="2000" i="1">
              <a:solidFill>
                <a:schemeClr val="bg1"/>
              </a:solidFill>
            </a:endParaRPr>
          </a:p>
        </p:txBody>
      </p:sp>
      <p:sp>
        <p:nvSpPr>
          <p:cNvPr id="59" name="Rectangle 58"/>
          <p:cNvSpPr/>
          <p:nvPr userDrawn="1"/>
        </p:nvSpPr>
        <p:spPr>
          <a:xfrm>
            <a:off x="1903569" y="4525202"/>
            <a:ext cx="2983393" cy="646331"/>
          </a:xfrm>
          <a:prstGeom prst="rect">
            <a:avLst/>
          </a:prstGeom>
          <a:noFill/>
          <a:ln w="0">
            <a:noFill/>
            <a:prstDash val="solid"/>
            <a:round/>
            <a:headEnd/>
            <a:tailEnd/>
          </a:ln>
        </p:spPr>
        <p:txBody>
          <a:bodyPr vert="horz" wrap="square" lIns="91415" tIns="45708" rIns="91415" bIns="45708" numCol="1" anchor="t" anchorCtr="0" compatLnSpc="1">
            <a:prstTxWarp prst="textNoShape">
              <a:avLst/>
            </a:prstTxWarp>
          </a:bodyPr>
          <a:lstStyle/>
          <a:p>
            <a:pPr lvl="0" algn="l"/>
            <a:endParaRPr lang="en-US" sz="2000" i="1">
              <a:solidFill>
                <a:schemeClr val="bg1"/>
              </a:solidFill>
            </a:endParaRPr>
          </a:p>
        </p:txBody>
      </p:sp>
      <p:cxnSp>
        <p:nvCxnSpPr>
          <p:cNvPr id="16" name="Straight Connector 15"/>
          <p:cNvCxnSpPr/>
          <p:nvPr userDrawn="1"/>
        </p:nvCxnSpPr>
        <p:spPr bwMode="auto">
          <a:xfrm>
            <a:off x="6471920" y="4053839"/>
            <a:ext cx="5222240" cy="0"/>
          </a:xfrm>
          <a:prstGeom prst="line">
            <a:avLst/>
          </a:prstGeom>
          <a:solidFill>
            <a:schemeClr val="accent1"/>
          </a:solidFill>
          <a:ln w="9525" cap="flat" cmpd="sng" algn="ctr">
            <a:solidFill>
              <a:schemeClr val="tx1">
                <a:lumMod val="50000"/>
                <a:lumOff val="50000"/>
              </a:schemeClr>
            </a:solidFill>
            <a:prstDash val="solid"/>
            <a:round/>
            <a:headEnd type="none" w="med" len="med"/>
            <a:tailEnd type="none" w="med" len="med"/>
          </a:ln>
          <a:effectLst/>
        </p:spPr>
      </p:cxnSp>
    </p:spTree>
    <p:extLst>
      <p:ext uri="{BB962C8B-B14F-4D97-AF65-F5344CB8AC3E}">
        <p14:creationId xmlns:p14="http://schemas.microsoft.com/office/powerpoint/2010/main" val="1004374778"/>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4008B22-1F1A-42CA-86D6-2EEC52257BE2}" type="datetime1">
              <a:rPr lang="en-US" smtClean="0"/>
              <a:t>7/17/2026</a:t>
            </a:fld>
            <a:endParaRPr lang="en-US"/>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2026–2027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l="-2" r="-9"/>
          <a:stretch/>
        </p:blipFill>
        <p:spPr>
          <a:xfrm>
            <a:off x="5221960" y="-2"/>
            <a:ext cx="6970040" cy="6858002"/>
          </a:xfrm>
          <a:prstGeom prst="rect">
            <a:avLst/>
          </a:prstGeom>
        </p:spPr>
      </p:pic>
      <p:pic>
        <p:nvPicPr>
          <p:cNvPr id="9" name="Picture 8" descr="A black and white logo  AI-generated content may be incorrect.">
            <a:extLst>
              <a:ext uri="{FF2B5EF4-FFF2-40B4-BE49-F238E27FC236}">
                <a16:creationId xmlns:a16="http://schemas.microsoft.com/office/drawing/2014/main" id="{1A72F6C2-6473-9CEF-CCE9-5857F2D4F71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26328" y="469634"/>
            <a:ext cx="1189762" cy="443049"/>
          </a:xfrm>
          <a:prstGeom prst="rect">
            <a:avLst/>
          </a:prstGeom>
        </p:spPr>
      </p:pic>
    </p:spTree>
    <p:extLst>
      <p:ext uri="{BB962C8B-B14F-4D97-AF65-F5344CB8AC3E}">
        <p14:creationId xmlns:p14="http://schemas.microsoft.com/office/powerpoint/2010/main" val="4247689914"/>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40330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st">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0" y="-23149"/>
            <a:ext cx="12192000" cy="6886937"/>
          </a:xfrm>
          <a:prstGeom prst="rect">
            <a:avLst/>
          </a:prstGeom>
        </p:spPr>
      </p:pic>
      <p:sp>
        <p:nvSpPr>
          <p:cNvPr id="4" name="Rectangle 3"/>
          <p:cNvSpPr/>
          <p:nvPr userDrawn="1"/>
        </p:nvSpPr>
        <p:spPr bwMode="auto">
          <a:xfrm>
            <a:off x="0" y="4514128"/>
            <a:ext cx="12192000" cy="2343874"/>
          </a:xfrm>
          <a:prstGeom prst="rect">
            <a:avLst/>
          </a:prstGeom>
          <a:solidFill>
            <a:srgbClr val="FFFFFF">
              <a:alpha val="80000"/>
            </a:srgbClr>
          </a:solidFill>
          <a:ln w="9525" cap="flat" cmpd="sng" algn="ctr">
            <a:noFill/>
            <a:prstDash val="solid"/>
            <a:round/>
            <a:headEnd type="none" w="med" len="med"/>
            <a:tailEnd type="none" w="med" len="med"/>
          </a:ln>
          <a:effectLst/>
        </p:spPr>
        <p:txBody>
          <a:bodyPr vert="horz" wrap="square" lIns="91415" tIns="45708" rIns="91415" bIns="45708" numCol="1" rtlCol="0" anchor="t" anchorCtr="0" compatLnSpc="1">
            <a:prstTxWarp prst="textNoShape">
              <a:avLst/>
            </a:prstTxWarp>
          </a:bodyPr>
          <a:lstStyle/>
          <a:p>
            <a:pPr marL="0" marR="0" indent="0" algn="l" defTabSz="914156"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34" charset="0"/>
              <a:ea typeface="ＭＳ Ｐゴシック"/>
              <a:cs typeface="ＭＳ Ｐゴシック"/>
            </a:endParaRPr>
          </a:p>
        </p:txBody>
      </p:sp>
      <p:sp>
        <p:nvSpPr>
          <p:cNvPr id="5" name="Freeform 31"/>
          <p:cNvSpPr>
            <a:spLocks/>
          </p:cNvSpPr>
          <p:nvPr userDrawn="1"/>
        </p:nvSpPr>
        <p:spPr bwMode="auto">
          <a:xfrm>
            <a:off x="7162801" y="2468564"/>
            <a:ext cx="19051" cy="31751"/>
          </a:xfrm>
          <a:custGeom>
            <a:avLst/>
            <a:gdLst>
              <a:gd name="T0" fmla="*/ 0 w 12"/>
              <a:gd name="T1" fmla="*/ 0 h 20"/>
              <a:gd name="T2" fmla="*/ 12 w 12"/>
              <a:gd name="T3" fmla="*/ 20 h 20"/>
              <a:gd name="T4" fmla="*/ 0 w 12"/>
              <a:gd name="T5" fmla="*/ 20 h 20"/>
              <a:gd name="T6" fmla="*/ 0 w 12"/>
              <a:gd name="T7" fmla="*/ 0 h 20"/>
            </a:gdLst>
            <a:ahLst/>
            <a:cxnLst>
              <a:cxn ang="0">
                <a:pos x="T0" y="T1"/>
              </a:cxn>
              <a:cxn ang="0">
                <a:pos x="T2" y="T3"/>
              </a:cxn>
              <a:cxn ang="0">
                <a:pos x="T4" y="T5"/>
              </a:cxn>
              <a:cxn ang="0">
                <a:pos x="T6" y="T7"/>
              </a:cxn>
            </a:cxnLst>
            <a:rect l="0" t="0" r="r" b="b"/>
            <a:pathLst>
              <a:path w="12" h="20">
                <a:moveTo>
                  <a:pt x="0" y="0"/>
                </a:moveTo>
                <a:lnTo>
                  <a:pt x="12" y="20"/>
                </a:lnTo>
                <a:lnTo>
                  <a:pt x="0" y="20"/>
                </a:lnTo>
                <a:lnTo>
                  <a:pt x="0" y="0"/>
                </a:lnTo>
                <a:close/>
              </a:path>
            </a:pathLst>
          </a:custGeom>
          <a:solidFill>
            <a:srgbClr val="000000"/>
          </a:solidFill>
          <a:ln w="9525">
            <a:solidFill>
              <a:srgbClr val="000000"/>
            </a:solidFill>
            <a:round/>
            <a:headEnd/>
            <a:tailEnd/>
          </a:ln>
        </p:spPr>
        <p:txBody>
          <a:bodyPr vert="horz" wrap="square" lIns="91415" tIns="45708" rIns="91415" bIns="45708" numCol="1" anchor="t" anchorCtr="0" compatLnSpc="1">
            <a:prstTxWarp prst="textNoShape">
              <a:avLst/>
            </a:prstTxWarp>
          </a:bodyPr>
          <a:lstStyle/>
          <a:p>
            <a:endParaRPr lang="en-US"/>
          </a:p>
        </p:txBody>
      </p:sp>
      <p:grpSp>
        <p:nvGrpSpPr>
          <p:cNvPr id="6" name="Group 5"/>
          <p:cNvGrpSpPr/>
          <p:nvPr userDrawn="1"/>
        </p:nvGrpSpPr>
        <p:grpSpPr>
          <a:xfrm>
            <a:off x="980477" y="2082256"/>
            <a:ext cx="2885471" cy="1552767"/>
            <a:chOff x="477838" y="1695451"/>
            <a:chExt cx="2227262" cy="1198563"/>
          </a:xfrm>
        </p:grpSpPr>
        <p:sp>
          <p:nvSpPr>
            <p:cNvPr id="7" name="Freeform 6"/>
            <p:cNvSpPr>
              <a:spLocks/>
            </p:cNvSpPr>
            <p:nvPr userDrawn="1"/>
          </p:nvSpPr>
          <p:spPr bwMode="auto">
            <a:xfrm>
              <a:off x="1279525" y="1695451"/>
              <a:ext cx="268287" cy="752475"/>
            </a:xfrm>
            <a:custGeom>
              <a:avLst/>
              <a:gdLst>
                <a:gd name="T0" fmla="*/ 368 w 507"/>
                <a:gd name="T1" fmla="*/ 0 h 1423"/>
                <a:gd name="T2" fmla="*/ 400 w 507"/>
                <a:gd name="T3" fmla="*/ 4 h 1423"/>
                <a:gd name="T4" fmla="*/ 429 w 507"/>
                <a:gd name="T5" fmla="*/ 14 h 1423"/>
                <a:gd name="T6" fmla="*/ 455 w 507"/>
                <a:gd name="T7" fmla="*/ 31 h 1423"/>
                <a:gd name="T8" fmla="*/ 476 w 507"/>
                <a:gd name="T9" fmla="*/ 51 h 1423"/>
                <a:gd name="T10" fmla="*/ 493 w 507"/>
                <a:gd name="T11" fmla="*/ 77 h 1423"/>
                <a:gd name="T12" fmla="*/ 503 w 507"/>
                <a:gd name="T13" fmla="*/ 105 h 1423"/>
                <a:gd name="T14" fmla="*/ 507 w 507"/>
                <a:gd name="T15" fmla="*/ 136 h 1423"/>
                <a:gd name="T16" fmla="*/ 504 w 507"/>
                <a:gd name="T17" fmla="*/ 167 h 1423"/>
                <a:gd name="T18" fmla="*/ 276 w 507"/>
                <a:gd name="T19" fmla="*/ 1311 h 1423"/>
                <a:gd name="T20" fmla="*/ 268 w 507"/>
                <a:gd name="T21" fmla="*/ 1338 h 1423"/>
                <a:gd name="T22" fmla="*/ 255 w 507"/>
                <a:gd name="T23" fmla="*/ 1362 h 1423"/>
                <a:gd name="T24" fmla="*/ 237 w 507"/>
                <a:gd name="T25" fmla="*/ 1383 h 1423"/>
                <a:gd name="T26" fmla="*/ 217 w 507"/>
                <a:gd name="T27" fmla="*/ 1399 h 1423"/>
                <a:gd name="T28" fmla="*/ 194 w 507"/>
                <a:gd name="T29" fmla="*/ 1412 h 1423"/>
                <a:gd name="T30" fmla="*/ 167 w 507"/>
                <a:gd name="T31" fmla="*/ 1421 h 1423"/>
                <a:gd name="T32" fmla="*/ 139 w 507"/>
                <a:gd name="T33" fmla="*/ 1423 h 1423"/>
                <a:gd name="T34" fmla="*/ 108 w 507"/>
                <a:gd name="T35" fmla="*/ 1420 h 1423"/>
                <a:gd name="T36" fmla="*/ 79 w 507"/>
                <a:gd name="T37" fmla="*/ 1409 h 1423"/>
                <a:gd name="T38" fmla="*/ 53 w 507"/>
                <a:gd name="T39" fmla="*/ 1393 h 1423"/>
                <a:gd name="T40" fmla="*/ 32 w 507"/>
                <a:gd name="T41" fmla="*/ 1372 h 1423"/>
                <a:gd name="T42" fmla="*/ 15 w 507"/>
                <a:gd name="T43" fmla="*/ 1347 h 1423"/>
                <a:gd name="T44" fmla="*/ 5 w 507"/>
                <a:gd name="T45" fmla="*/ 1319 h 1423"/>
                <a:gd name="T46" fmla="*/ 0 w 507"/>
                <a:gd name="T47" fmla="*/ 1288 h 1423"/>
                <a:gd name="T48" fmla="*/ 2 w 507"/>
                <a:gd name="T49" fmla="*/ 1256 h 1423"/>
                <a:gd name="T50" fmla="*/ 231 w 507"/>
                <a:gd name="T51" fmla="*/ 113 h 1423"/>
                <a:gd name="T52" fmla="*/ 240 w 507"/>
                <a:gd name="T53" fmla="*/ 86 h 1423"/>
                <a:gd name="T54" fmla="*/ 253 w 507"/>
                <a:gd name="T55" fmla="*/ 61 h 1423"/>
                <a:gd name="T56" fmla="*/ 269 w 507"/>
                <a:gd name="T57" fmla="*/ 41 h 1423"/>
                <a:gd name="T58" fmla="*/ 291 w 507"/>
                <a:gd name="T59" fmla="*/ 24 h 1423"/>
                <a:gd name="T60" fmla="*/ 314 w 507"/>
                <a:gd name="T61" fmla="*/ 11 h 1423"/>
                <a:gd name="T62" fmla="*/ 341 w 507"/>
                <a:gd name="T63" fmla="*/ 3 h 1423"/>
                <a:gd name="T64" fmla="*/ 368 w 507"/>
                <a:gd name="T65" fmla="*/ 0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7" h="1423">
                  <a:moveTo>
                    <a:pt x="368" y="0"/>
                  </a:moveTo>
                  <a:lnTo>
                    <a:pt x="400" y="4"/>
                  </a:lnTo>
                  <a:lnTo>
                    <a:pt x="429" y="14"/>
                  </a:lnTo>
                  <a:lnTo>
                    <a:pt x="455" y="31"/>
                  </a:lnTo>
                  <a:lnTo>
                    <a:pt x="476" y="51"/>
                  </a:lnTo>
                  <a:lnTo>
                    <a:pt x="493" y="77"/>
                  </a:lnTo>
                  <a:lnTo>
                    <a:pt x="503" y="105"/>
                  </a:lnTo>
                  <a:lnTo>
                    <a:pt x="507" y="136"/>
                  </a:lnTo>
                  <a:lnTo>
                    <a:pt x="504" y="167"/>
                  </a:lnTo>
                  <a:lnTo>
                    <a:pt x="276" y="1311"/>
                  </a:lnTo>
                  <a:lnTo>
                    <a:pt x="268" y="1338"/>
                  </a:lnTo>
                  <a:lnTo>
                    <a:pt x="255" y="1362"/>
                  </a:lnTo>
                  <a:lnTo>
                    <a:pt x="237" y="1383"/>
                  </a:lnTo>
                  <a:lnTo>
                    <a:pt x="217" y="1399"/>
                  </a:lnTo>
                  <a:lnTo>
                    <a:pt x="194" y="1412"/>
                  </a:lnTo>
                  <a:lnTo>
                    <a:pt x="167" y="1421"/>
                  </a:lnTo>
                  <a:lnTo>
                    <a:pt x="139" y="1423"/>
                  </a:lnTo>
                  <a:lnTo>
                    <a:pt x="108" y="1420"/>
                  </a:lnTo>
                  <a:lnTo>
                    <a:pt x="79" y="1409"/>
                  </a:lnTo>
                  <a:lnTo>
                    <a:pt x="53" y="1393"/>
                  </a:lnTo>
                  <a:lnTo>
                    <a:pt x="32" y="1372"/>
                  </a:lnTo>
                  <a:lnTo>
                    <a:pt x="15" y="1347"/>
                  </a:lnTo>
                  <a:lnTo>
                    <a:pt x="5" y="1319"/>
                  </a:lnTo>
                  <a:lnTo>
                    <a:pt x="0" y="1288"/>
                  </a:lnTo>
                  <a:lnTo>
                    <a:pt x="2" y="1256"/>
                  </a:lnTo>
                  <a:lnTo>
                    <a:pt x="231" y="113"/>
                  </a:lnTo>
                  <a:lnTo>
                    <a:pt x="240" y="86"/>
                  </a:lnTo>
                  <a:lnTo>
                    <a:pt x="253" y="61"/>
                  </a:lnTo>
                  <a:lnTo>
                    <a:pt x="269" y="41"/>
                  </a:lnTo>
                  <a:lnTo>
                    <a:pt x="291" y="24"/>
                  </a:lnTo>
                  <a:lnTo>
                    <a:pt x="314" y="11"/>
                  </a:lnTo>
                  <a:lnTo>
                    <a:pt x="341" y="3"/>
                  </a:lnTo>
                  <a:lnTo>
                    <a:pt x="368" y="0"/>
                  </a:lnTo>
                  <a:close/>
                </a:path>
              </a:pathLst>
            </a:custGeom>
            <a:solidFill>
              <a:srgbClr val="0D4D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7"/>
            <p:cNvSpPr>
              <a:spLocks/>
            </p:cNvSpPr>
            <p:nvPr userDrawn="1"/>
          </p:nvSpPr>
          <p:spPr bwMode="auto">
            <a:xfrm>
              <a:off x="1655763" y="1884364"/>
              <a:ext cx="230187" cy="563563"/>
            </a:xfrm>
            <a:custGeom>
              <a:avLst/>
              <a:gdLst>
                <a:gd name="T0" fmla="*/ 297 w 436"/>
                <a:gd name="T1" fmla="*/ 0 h 1067"/>
                <a:gd name="T2" fmla="*/ 329 w 436"/>
                <a:gd name="T3" fmla="*/ 3 h 1067"/>
                <a:gd name="T4" fmla="*/ 358 w 436"/>
                <a:gd name="T5" fmla="*/ 14 h 1067"/>
                <a:gd name="T6" fmla="*/ 383 w 436"/>
                <a:gd name="T7" fmla="*/ 30 h 1067"/>
                <a:gd name="T8" fmla="*/ 404 w 436"/>
                <a:gd name="T9" fmla="*/ 51 h 1067"/>
                <a:gd name="T10" fmla="*/ 421 w 436"/>
                <a:gd name="T11" fmla="*/ 76 h 1067"/>
                <a:gd name="T12" fmla="*/ 432 w 436"/>
                <a:gd name="T13" fmla="*/ 104 h 1067"/>
                <a:gd name="T14" fmla="*/ 436 w 436"/>
                <a:gd name="T15" fmla="*/ 135 h 1067"/>
                <a:gd name="T16" fmla="*/ 433 w 436"/>
                <a:gd name="T17" fmla="*/ 167 h 1067"/>
                <a:gd name="T18" fmla="*/ 276 w 436"/>
                <a:gd name="T19" fmla="*/ 955 h 1067"/>
                <a:gd name="T20" fmla="*/ 267 w 436"/>
                <a:gd name="T21" fmla="*/ 982 h 1067"/>
                <a:gd name="T22" fmla="*/ 254 w 436"/>
                <a:gd name="T23" fmla="*/ 1006 h 1067"/>
                <a:gd name="T24" fmla="*/ 238 w 436"/>
                <a:gd name="T25" fmla="*/ 1027 h 1067"/>
                <a:gd name="T26" fmla="*/ 216 w 436"/>
                <a:gd name="T27" fmla="*/ 1043 h 1067"/>
                <a:gd name="T28" fmla="*/ 193 w 436"/>
                <a:gd name="T29" fmla="*/ 1056 h 1067"/>
                <a:gd name="T30" fmla="*/ 168 w 436"/>
                <a:gd name="T31" fmla="*/ 1065 h 1067"/>
                <a:gd name="T32" fmla="*/ 140 w 436"/>
                <a:gd name="T33" fmla="*/ 1067 h 1067"/>
                <a:gd name="T34" fmla="*/ 108 w 436"/>
                <a:gd name="T35" fmla="*/ 1064 h 1067"/>
                <a:gd name="T36" fmla="*/ 78 w 436"/>
                <a:gd name="T37" fmla="*/ 1053 h 1067"/>
                <a:gd name="T38" fmla="*/ 53 w 436"/>
                <a:gd name="T39" fmla="*/ 1037 h 1067"/>
                <a:gd name="T40" fmla="*/ 31 w 436"/>
                <a:gd name="T41" fmla="*/ 1016 h 1067"/>
                <a:gd name="T42" fmla="*/ 16 w 436"/>
                <a:gd name="T43" fmla="*/ 991 h 1067"/>
                <a:gd name="T44" fmla="*/ 4 w 436"/>
                <a:gd name="T45" fmla="*/ 963 h 1067"/>
                <a:gd name="T46" fmla="*/ 0 w 436"/>
                <a:gd name="T47" fmla="*/ 932 h 1067"/>
                <a:gd name="T48" fmla="*/ 3 w 436"/>
                <a:gd name="T49" fmla="*/ 900 h 1067"/>
                <a:gd name="T50" fmla="*/ 160 w 436"/>
                <a:gd name="T51" fmla="*/ 112 h 1067"/>
                <a:gd name="T52" fmla="*/ 168 w 436"/>
                <a:gd name="T53" fmla="*/ 85 h 1067"/>
                <a:gd name="T54" fmla="*/ 182 w 436"/>
                <a:gd name="T55" fmla="*/ 61 h 1067"/>
                <a:gd name="T56" fmla="*/ 198 w 436"/>
                <a:gd name="T57" fmla="*/ 40 h 1067"/>
                <a:gd name="T58" fmla="*/ 219 w 436"/>
                <a:gd name="T59" fmla="*/ 24 h 1067"/>
                <a:gd name="T60" fmla="*/ 243 w 436"/>
                <a:gd name="T61" fmla="*/ 11 h 1067"/>
                <a:gd name="T62" fmla="*/ 269 w 436"/>
                <a:gd name="T63" fmla="*/ 3 h 1067"/>
                <a:gd name="T64" fmla="*/ 297 w 436"/>
                <a:gd name="T65" fmla="*/ 0 h 10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6" h="1067">
                  <a:moveTo>
                    <a:pt x="297" y="0"/>
                  </a:moveTo>
                  <a:lnTo>
                    <a:pt x="329" y="3"/>
                  </a:lnTo>
                  <a:lnTo>
                    <a:pt x="358" y="14"/>
                  </a:lnTo>
                  <a:lnTo>
                    <a:pt x="383" y="30"/>
                  </a:lnTo>
                  <a:lnTo>
                    <a:pt x="404" y="51"/>
                  </a:lnTo>
                  <a:lnTo>
                    <a:pt x="421" y="76"/>
                  </a:lnTo>
                  <a:lnTo>
                    <a:pt x="432" y="104"/>
                  </a:lnTo>
                  <a:lnTo>
                    <a:pt x="436" y="135"/>
                  </a:lnTo>
                  <a:lnTo>
                    <a:pt x="433" y="167"/>
                  </a:lnTo>
                  <a:lnTo>
                    <a:pt x="276" y="955"/>
                  </a:lnTo>
                  <a:lnTo>
                    <a:pt x="267" y="982"/>
                  </a:lnTo>
                  <a:lnTo>
                    <a:pt x="254" y="1006"/>
                  </a:lnTo>
                  <a:lnTo>
                    <a:pt x="238" y="1027"/>
                  </a:lnTo>
                  <a:lnTo>
                    <a:pt x="216" y="1043"/>
                  </a:lnTo>
                  <a:lnTo>
                    <a:pt x="193" y="1056"/>
                  </a:lnTo>
                  <a:lnTo>
                    <a:pt x="168" y="1065"/>
                  </a:lnTo>
                  <a:lnTo>
                    <a:pt x="140" y="1067"/>
                  </a:lnTo>
                  <a:lnTo>
                    <a:pt x="108" y="1064"/>
                  </a:lnTo>
                  <a:lnTo>
                    <a:pt x="78" y="1053"/>
                  </a:lnTo>
                  <a:lnTo>
                    <a:pt x="53" y="1037"/>
                  </a:lnTo>
                  <a:lnTo>
                    <a:pt x="31" y="1016"/>
                  </a:lnTo>
                  <a:lnTo>
                    <a:pt x="16" y="991"/>
                  </a:lnTo>
                  <a:lnTo>
                    <a:pt x="4" y="963"/>
                  </a:lnTo>
                  <a:lnTo>
                    <a:pt x="0" y="932"/>
                  </a:lnTo>
                  <a:lnTo>
                    <a:pt x="3" y="900"/>
                  </a:lnTo>
                  <a:lnTo>
                    <a:pt x="160" y="112"/>
                  </a:lnTo>
                  <a:lnTo>
                    <a:pt x="168" y="85"/>
                  </a:lnTo>
                  <a:lnTo>
                    <a:pt x="182" y="61"/>
                  </a:lnTo>
                  <a:lnTo>
                    <a:pt x="198" y="40"/>
                  </a:lnTo>
                  <a:lnTo>
                    <a:pt x="219" y="24"/>
                  </a:lnTo>
                  <a:lnTo>
                    <a:pt x="243" y="11"/>
                  </a:lnTo>
                  <a:lnTo>
                    <a:pt x="269" y="3"/>
                  </a:lnTo>
                  <a:lnTo>
                    <a:pt x="297" y="0"/>
                  </a:lnTo>
                  <a:close/>
                </a:path>
              </a:pathLst>
            </a:custGeom>
            <a:solidFill>
              <a:srgbClr val="0D4D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8"/>
            <p:cNvSpPr>
              <a:spLocks/>
            </p:cNvSpPr>
            <p:nvPr userDrawn="1"/>
          </p:nvSpPr>
          <p:spPr bwMode="auto">
            <a:xfrm>
              <a:off x="1843088" y="2297114"/>
              <a:ext cx="150812" cy="150813"/>
            </a:xfrm>
            <a:custGeom>
              <a:avLst/>
              <a:gdLst>
                <a:gd name="T0" fmla="*/ 143 w 285"/>
                <a:gd name="T1" fmla="*/ 0 h 285"/>
                <a:gd name="T2" fmla="*/ 175 w 285"/>
                <a:gd name="T3" fmla="*/ 4 h 285"/>
                <a:gd name="T4" fmla="*/ 206 w 285"/>
                <a:gd name="T5" fmla="*/ 16 h 285"/>
                <a:gd name="T6" fmla="*/ 232 w 285"/>
                <a:gd name="T7" fmla="*/ 32 h 285"/>
                <a:gd name="T8" fmla="*/ 255 w 285"/>
                <a:gd name="T9" fmla="*/ 54 h 285"/>
                <a:gd name="T10" fmla="*/ 271 w 285"/>
                <a:gd name="T11" fmla="*/ 81 h 285"/>
                <a:gd name="T12" fmla="*/ 281 w 285"/>
                <a:gd name="T13" fmla="*/ 110 h 285"/>
                <a:gd name="T14" fmla="*/ 285 w 285"/>
                <a:gd name="T15" fmla="*/ 143 h 285"/>
                <a:gd name="T16" fmla="*/ 281 w 285"/>
                <a:gd name="T17" fmla="*/ 175 h 285"/>
                <a:gd name="T18" fmla="*/ 271 w 285"/>
                <a:gd name="T19" fmla="*/ 206 h 285"/>
                <a:gd name="T20" fmla="*/ 255 w 285"/>
                <a:gd name="T21" fmla="*/ 232 h 285"/>
                <a:gd name="T22" fmla="*/ 232 w 285"/>
                <a:gd name="T23" fmla="*/ 253 h 285"/>
                <a:gd name="T24" fmla="*/ 206 w 285"/>
                <a:gd name="T25" fmla="*/ 271 h 285"/>
                <a:gd name="T26" fmla="*/ 175 w 285"/>
                <a:gd name="T27" fmla="*/ 282 h 285"/>
                <a:gd name="T28" fmla="*/ 143 w 285"/>
                <a:gd name="T29" fmla="*/ 285 h 285"/>
                <a:gd name="T30" fmla="*/ 110 w 285"/>
                <a:gd name="T31" fmla="*/ 282 h 285"/>
                <a:gd name="T32" fmla="*/ 81 w 285"/>
                <a:gd name="T33" fmla="*/ 271 h 285"/>
                <a:gd name="T34" fmla="*/ 54 w 285"/>
                <a:gd name="T35" fmla="*/ 253 h 285"/>
                <a:gd name="T36" fmla="*/ 32 w 285"/>
                <a:gd name="T37" fmla="*/ 232 h 285"/>
                <a:gd name="T38" fmla="*/ 16 w 285"/>
                <a:gd name="T39" fmla="*/ 206 h 285"/>
                <a:gd name="T40" fmla="*/ 4 w 285"/>
                <a:gd name="T41" fmla="*/ 175 h 285"/>
                <a:gd name="T42" fmla="*/ 0 w 285"/>
                <a:gd name="T43" fmla="*/ 143 h 285"/>
                <a:gd name="T44" fmla="*/ 4 w 285"/>
                <a:gd name="T45" fmla="*/ 110 h 285"/>
                <a:gd name="T46" fmla="*/ 16 w 285"/>
                <a:gd name="T47" fmla="*/ 81 h 285"/>
                <a:gd name="T48" fmla="*/ 32 w 285"/>
                <a:gd name="T49" fmla="*/ 54 h 285"/>
                <a:gd name="T50" fmla="*/ 54 w 285"/>
                <a:gd name="T51" fmla="*/ 32 h 285"/>
                <a:gd name="T52" fmla="*/ 81 w 285"/>
                <a:gd name="T53" fmla="*/ 16 h 285"/>
                <a:gd name="T54" fmla="*/ 110 w 285"/>
                <a:gd name="T55" fmla="*/ 4 h 285"/>
                <a:gd name="T56" fmla="*/ 143 w 285"/>
                <a:gd name="T57" fmla="*/ 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5" h="285">
                  <a:moveTo>
                    <a:pt x="143" y="0"/>
                  </a:moveTo>
                  <a:lnTo>
                    <a:pt x="175" y="4"/>
                  </a:lnTo>
                  <a:lnTo>
                    <a:pt x="206" y="16"/>
                  </a:lnTo>
                  <a:lnTo>
                    <a:pt x="232" y="32"/>
                  </a:lnTo>
                  <a:lnTo>
                    <a:pt x="255" y="54"/>
                  </a:lnTo>
                  <a:lnTo>
                    <a:pt x="271" y="81"/>
                  </a:lnTo>
                  <a:lnTo>
                    <a:pt x="281" y="110"/>
                  </a:lnTo>
                  <a:lnTo>
                    <a:pt x="285" y="143"/>
                  </a:lnTo>
                  <a:lnTo>
                    <a:pt x="281" y="175"/>
                  </a:lnTo>
                  <a:lnTo>
                    <a:pt x="271" y="206"/>
                  </a:lnTo>
                  <a:lnTo>
                    <a:pt x="255" y="232"/>
                  </a:lnTo>
                  <a:lnTo>
                    <a:pt x="232" y="253"/>
                  </a:lnTo>
                  <a:lnTo>
                    <a:pt x="206" y="271"/>
                  </a:lnTo>
                  <a:lnTo>
                    <a:pt x="175" y="282"/>
                  </a:lnTo>
                  <a:lnTo>
                    <a:pt x="143" y="285"/>
                  </a:lnTo>
                  <a:lnTo>
                    <a:pt x="110" y="282"/>
                  </a:lnTo>
                  <a:lnTo>
                    <a:pt x="81" y="271"/>
                  </a:lnTo>
                  <a:lnTo>
                    <a:pt x="54" y="253"/>
                  </a:lnTo>
                  <a:lnTo>
                    <a:pt x="32" y="232"/>
                  </a:lnTo>
                  <a:lnTo>
                    <a:pt x="16" y="206"/>
                  </a:lnTo>
                  <a:lnTo>
                    <a:pt x="4" y="175"/>
                  </a:lnTo>
                  <a:lnTo>
                    <a:pt x="0" y="143"/>
                  </a:lnTo>
                  <a:lnTo>
                    <a:pt x="4" y="110"/>
                  </a:lnTo>
                  <a:lnTo>
                    <a:pt x="16" y="81"/>
                  </a:lnTo>
                  <a:lnTo>
                    <a:pt x="32" y="54"/>
                  </a:lnTo>
                  <a:lnTo>
                    <a:pt x="54" y="32"/>
                  </a:lnTo>
                  <a:lnTo>
                    <a:pt x="81" y="16"/>
                  </a:lnTo>
                  <a:lnTo>
                    <a:pt x="110" y="4"/>
                  </a:lnTo>
                  <a:lnTo>
                    <a:pt x="143" y="0"/>
                  </a:lnTo>
                  <a:close/>
                </a:path>
              </a:pathLst>
            </a:custGeom>
            <a:solidFill>
              <a:srgbClr val="FFB00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9"/>
            <p:cNvSpPr>
              <a:spLocks/>
            </p:cNvSpPr>
            <p:nvPr userDrawn="1"/>
          </p:nvSpPr>
          <p:spPr bwMode="auto">
            <a:xfrm>
              <a:off x="1774825" y="1695451"/>
              <a:ext cx="150812" cy="150813"/>
            </a:xfrm>
            <a:custGeom>
              <a:avLst/>
              <a:gdLst>
                <a:gd name="T0" fmla="*/ 143 w 285"/>
                <a:gd name="T1" fmla="*/ 0 h 284"/>
                <a:gd name="T2" fmla="*/ 175 w 285"/>
                <a:gd name="T3" fmla="*/ 4 h 284"/>
                <a:gd name="T4" fmla="*/ 206 w 285"/>
                <a:gd name="T5" fmla="*/ 14 h 284"/>
                <a:gd name="T6" fmla="*/ 231 w 285"/>
                <a:gd name="T7" fmla="*/ 31 h 284"/>
                <a:gd name="T8" fmla="*/ 254 w 285"/>
                <a:gd name="T9" fmla="*/ 53 h 284"/>
                <a:gd name="T10" fmla="*/ 271 w 285"/>
                <a:gd name="T11" fmla="*/ 80 h 284"/>
                <a:gd name="T12" fmla="*/ 281 w 285"/>
                <a:gd name="T13" fmla="*/ 109 h 284"/>
                <a:gd name="T14" fmla="*/ 285 w 285"/>
                <a:gd name="T15" fmla="*/ 142 h 284"/>
                <a:gd name="T16" fmla="*/ 281 w 285"/>
                <a:gd name="T17" fmla="*/ 174 h 284"/>
                <a:gd name="T18" fmla="*/ 271 w 285"/>
                <a:gd name="T19" fmla="*/ 205 h 284"/>
                <a:gd name="T20" fmla="*/ 254 w 285"/>
                <a:gd name="T21" fmla="*/ 230 h 284"/>
                <a:gd name="T22" fmla="*/ 231 w 285"/>
                <a:gd name="T23" fmla="*/ 253 h 284"/>
                <a:gd name="T24" fmla="*/ 206 w 285"/>
                <a:gd name="T25" fmla="*/ 270 h 284"/>
                <a:gd name="T26" fmla="*/ 175 w 285"/>
                <a:gd name="T27" fmla="*/ 280 h 284"/>
                <a:gd name="T28" fmla="*/ 143 w 285"/>
                <a:gd name="T29" fmla="*/ 284 h 284"/>
                <a:gd name="T30" fmla="*/ 110 w 285"/>
                <a:gd name="T31" fmla="*/ 280 h 284"/>
                <a:gd name="T32" fmla="*/ 81 w 285"/>
                <a:gd name="T33" fmla="*/ 270 h 284"/>
                <a:gd name="T34" fmla="*/ 54 w 285"/>
                <a:gd name="T35" fmla="*/ 253 h 284"/>
                <a:gd name="T36" fmla="*/ 32 w 285"/>
                <a:gd name="T37" fmla="*/ 230 h 284"/>
                <a:gd name="T38" fmla="*/ 15 w 285"/>
                <a:gd name="T39" fmla="*/ 205 h 284"/>
                <a:gd name="T40" fmla="*/ 4 w 285"/>
                <a:gd name="T41" fmla="*/ 174 h 284"/>
                <a:gd name="T42" fmla="*/ 0 w 285"/>
                <a:gd name="T43" fmla="*/ 142 h 284"/>
                <a:gd name="T44" fmla="*/ 4 w 285"/>
                <a:gd name="T45" fmla="*/ 109 h 284"/>
                <a:gd name="T46" fmla="*/ 15 w 285"/>
                <a:gd name="T47" fmla="*/ 80 h 284"/>
                <a:gd name="T48" fmla="*/ 32 w 285"/>
                <a:gd name="T49" fmla="*/ 53 h 284"/>
                <a:gd name="T50" fmla="*/ 54 w 285"/>
                <a:gd name="T51" fmla="*/ 31 h 284"/>
                <a:gd name="T52" fmla="*/ 81 w 285"/>
                <a:gd name="T53" fmla="*/ 14 h 284"/>
                <a:gd name="T54" fmla="*/ 110 w 285"/>
                <a:gd name="T55" fmla="*/ 4 h 284"/>
                <a:gd name="T56" fmla="*/ 143 w 285"/>
                <a:gd name="T57" fmla="*/ 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5" h="284">
                  <a:moveTo>
                    <a:pt x="143" y="0"/>
                  </a:moveTo>
                  <a:lnTo>
                    <a:pt x="175" y="4"/>
                  </a:lnTo>
                  <a:lnTo>
                    <a:pt x="206" y="14"/>
                  </a:lnTo>
                  <a:lnTo>
                    <a:pt x="231" y="31"/>
                  </a:lnTo>
                  <a:lnTo>
                    <a:pt x="254" y="53"/>
                  </a:lnTo>
                  <a:lnTo>
                    <a:pt x="271" y="80"/>
                  </a:lnTo>
                  <a:lnTo>
                    <a:pt x="281" y="109"/>
                  </a:lnTo>
                  <a:lnTo>
                    <a:pt x="285" y="142"/>
                  </a:lnTo>
                  <a:lnTo>
                    <a:pt x="281" y="174"/>
                  </a:lnTo>
                  <a:lnTo>
                    <a:pt x="271" y="205"/>
                  </a:lnTo>
                  <a:lnTo>
                    <a:pt x="254" y="230"/>
                  </a:lnTo>
                  <a:lnTo>
                    <a:pt x="231" y="253"/>
                  </a:lnTo>
                  <a:lnTo>
                    <a:pt x="206" y="270"/>
                  </a:lnTo>
                  <a:lnTo>
                    <a:pt x="175" y="280"/>
                  </a:lnTo>
                  <a:lnTo>
                    <a:pt x="143" y="284"/>
                  </a:lnTo>
                  <a:lnTo>
                    <a:pt x="110" y="280"/>
                  </a:lnTo>
                  <a:lnTo>
                    <a:pt x="81" y="270"/>
                  </a:lnTo>
                  <a:lnTo>
                    <a:pt x="54" y="253"/>
                  </a:lnTo>
                  <a:lnTo>
                    <a:pt x="32" y="230"/>
                  </a:lnTo>
                  <a:lnTo>
                    <a:pt x="15" y="205"/>
                  </a:lnTo>
                  <a:lnTo>
                    <a:pt x="4" y="174"/>
                  </a:lnTo>
                  <a:lnTo>
                    <a:pt x="0" y="142"/>
                  </a:lnTo>
                  <a:lnTo>
                    <a:pt x="4" y="109"/>
                  </a:lnTo>
                  <a:lnTo>
                    <a:pt x="15" y="80"/>
                  </a:lnTo>
                  <a:lnTo>
                    <a:pt x="32" y="53"/>
                  </a:lnTo>
                  <a:lnTo>
                    <a:pt x="54" y="31"/>
                  </a:lnTo>
                  <a:lnTo>
                    <a:pt x="81" y="14"/>
                  </a:lnTo>
                  <a:lnTo>
                    <a:pt x="110" y="4"/>
                  </a:lnTo>
                  <a:lnTo>
                    <a:pt x="143" y="0"/>
                  </a:lnTo>
                  <a:close/>
                </a:path>
              </a:pathLst>
            </a:custGeom>
            <a:solidFill>
              <a:srgbClr val="FB0919"/>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p:cNvSpPr>
            <p:nvPr userDrawn="1"/>
          </p:nvSpPr>
          <p:spPr bwMode="auto">
            <a:xfrm>
              <a:off x="1190625" y="1997076"/>
              <a:ext cx="485775" cy="150813"/>
            </a:xfrm>
            <a:custGeom>
              <a:avLst/>
              <a:gdLst>
                <a:gd name="T0" fmla="*/ 137 w 917"/>
                <a:gd name="T1" fmla="*/ 0 h 285"/>
                <a:gd name="T2" fmla="*/ 776 w 917"/>
                <a:gd name="T3" fmla="*/ 0 h 285"/>
                <a:gd name="T4" fmla="*/ 808 w 917"/>
                <a:gd name="T5" fmla="*/ 4 h 285"/>
                <a:gd name="T6" fmla="*/ 837 w 917"/>
                <a:gd name="T7" fmla="*/ 14 h 285"/>
                <a:gd name="T8" fmla="*/ 863 w 917"/>
                <a:gd name="T9" fmla="*/ 31 h 285"/>
                <a:gd name="T10" fmla="*/ 885 w 917"/>
                <a:gd name="T11" fmla="*/ 51 h 285"/>
                <a:gd name="T12" fmla="*/ 901 w 917"/>
                <a:gd name="T13" fmla="*/ 77 h 285"/>
                <a:gd name="T14" fmla="*/ 911 w 917"/>
                <a:gd name="T15" fmla="*/ 105 h 285"/>
                <a:gd name="T16" fmla="*/ 917 w 917"/>
                <a:gd name="T17" fmla="*/ 136 h 285"/>
                <a:gd name="T18" fmla="*/ 913 w 917"/>
                <a:gd name="T19" fmla="*/ 168 h 285"/>
                <a:gd name="T20" fmla="*/ 913 w 917"/>
                <a:gd name="T21" fmla="*/ 173 h 285"/>
                <a:gd name="T22" fmla="*/ 904 w 917"/>
                <a:gd name="T23" fmla="*/ 200 h 285"/>
                <a:gd name="T24" fmla="*/ 891 w 917"/>
                <a:gd name="T25" fmla="*/ 224 h 285"/>
                <a:gd name="T26" fmla="*/ 874 w 917"/>
                <a:gd name="T27" fmla="*/ 244 h 285"/>
                <a:gd name="T28" fmla="*/ 853 w 917"/>
                <a:gd name="T29" fmla="*/ 261 h 285"/>
                <a:gd name="T30" fmla="*/ 830 w 917"/>
                <a:gd name="T31" fmla="*/ 274 h 285"/>
                <a:gd name="T32" fmla="*/ 803 w 917"/>
                <a:gd name="T33" fmla="*/ 283 h 285"/>
                <a:gd name="T34" fmla="*/ 776 w 917"/>
                <a:gd name="T35" fmla="*/ 285 h 285"/>
                <a:gd name="T36" fmla="*/ 136 w 917"/>
                <a:gd name="T37" fmla="*/ 285 h 285"/>
                <a:gd name="T38" fmla="*/ 104 w 917"/>
                <a:gd name="T39" fmla="*/ 281 h 285"/>
                <a:gd name="T40" fmla="*/ 75 w 917"/>
                <a:gd name="T41" fmla="*/ 271 h 285"/>
                <a:gd name="T42" fmla="*/ 49 w 917"/>
                <a:gd name="T43" fmla="*/ 255 h 285"/>
                <a:gd name="T44" fmla="*/ 29 w 917"/>
                <a:gd name="T45" fmla="*/ 234 h 285"/>
                <a:gd name="T46" fmla="*/ 12 w 917"/>
                <a:gd name="T47" fmla="*/ 209 h 285"/>
                <a:gd name="T48" fmla="*/ 1 w 917"/>
                <a:gd name="T49" fmla="*/ 180 h 285"/>
                <a:gd name="T50" fmla="*/ 0 w 917"/>
                <a:gd name="T51" fmla="*/ 169 h 285"/>
                <a:gd name="T52" fmla="*/ 0 w 917"/>
                <a:gd name="T53" fmla="*/ 118 h 285"/>
                <a:gd name="T54" fmla="*/ 1 w 917"/>
                <a:gd name="T55" fmla="*/ 113 h 285"/>
                <a:gd name="T56" fmla="*/ 8 w 917"/>
                <a:gd name="T57" fmla="*/ 86 h 285"/>
                <a:gd name="T58" fmla="*/ 21 w 917"/>
                <a:gd name="T59" fmla="*/ 61 h 285"/>
                <a:gd name="T60" fmla="*/ 39 w 917"/>
                <a:gd name="T61" fmla="*/ 41 h 285"/>
                <a:gd name="T62" fmla="*/ 60 w 917"/>
                <a:gd name="T63" fmla="*/ 24 h 285"/>
                <a:gd name="T64" fmla="*/ 84 w 917"/>
                <a:gd name="T65" fmla="*/ 12 h 285"/>
                <a:gd name="T66" fmla="*/ 109 w 917"/>
                <a:gd name="T67" fmla="*/ 3 h 285"/>
                <a:gd name="T68" fmla="*/ 137 w 917"/>
                <a:gd name="T69" fmla="*/ 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17" h="285">
                  <a:moveTo>
                    <a:pt x="137" y="0"/>
                  </a:moveTo>
                  <a:lnTo>
                    <a:pt x="776" y="0"/>
                  </a:lnTo>
                  <a:lnTo>
                    <a:pt x="808" y="4"/>
                  </a:lnTo>
                  <a:lnTo>
                    <a:pt x="837" y="14"/>
                  </a:lnTo>
                  <a:lnTo>
                    <a:pt x="863" y="31"/>
                  </a:lnTo>
                  <a:lnTo>
                    <a:pt x="885" y="51"/>
                  </a:lnTo>
                  <a:lnTo>
                    <a:pt x="901" y="77"/>
                  </a:lnTo>
                  <a:lnTo>
                    <a:pt x="911" y="105"/>
                  </a:lnTo>
                  <a:lnTo>
                    <a:pt x="917" y="136"/>
                  </a:lnTo>
                  <a:lnTo>
                    <a:pt x="913" y="168"/>
                  </a:lnTo>
                  <a:lnTo>
                    <a:pt x="913" y="173"/>
                  </a:lnTo>
                  <a:lnTo>
                    <a:pt x="904" y="200"/>
                  </a:lnTo>
                  <a:lnTo>
                    <a:pt x="891" y="224"/>
                  </a:lnTo>
                  <a:lnTo>
                    <a:pt x="874" y="244"/>
                  </a:lnTo>
                  <a:lnTo>
                    <a:pt x="853" y="261"/>
                  </a:lnTo>
                  <a:lnTo>
                    <a:pt x="830" y="274"/>
                  </a:lnTo>
                  <a:lnTo>
                    <a:pt x="803" y="283"/>
                  </a:lnTo>
                  <a:lnTo>
                    <a:pt x="776" y="285"/>
                  </a:lnTo>
                  <a:lnTo>
                    <a:pt x="136" y="285"/>
                  </a:lnTo>
                  <a:lnTo>
                    <a:pt x="104" y="281"/>
                  </a:lnTo>
                  <a:lnTo>
                    <a:pt x="75" y="271"/>
                  </a:lnTo>
                  <a:lnTo>
                    <a:pt x="49" y="255"/>
                  </a:lnTo>
                  <a:lnTo>
                    <a:pt x="29" y="234"/>
                  </a:lnTo>
                  <a:lnTo>
                    <a:pt x="12" y="209"/>
                  </a:lnTo>
                  <a:lnTo>
                    <a:pt x="1" y="180"/>
                  </a:lnTo>
                  <a:lnTo>
                    <a:pt x="0" y="169"/>
                  </a:lnTo>
                  <a:lnTo>
                    <a:pt x="0" y="118"/>
                  </a:lnTo>
                  <a:lnTo>
                    <a:pt x="1" y="113"/>
                  </a:lnTo>
                  <a:lnTo>
                    <a:pt x="8" y="86"/>
                  </a:lnTo>
                  <a:lnTo>
                    <a:pt x="21" y="61"/>
                  </a:lnTo>
                  <a:lnTo>
                    <a:pt x="39" y="41"/>
                  </a:lnTo>
                  <a:lnTo>
                    <a:pt x="60" y="24"/>
                  </a:lnTo>
                  <a:lnTo>
                    <a:pt x="84" y="12"/>
                  </a:lnTo>
                  <a:lnTo>
                    <a:pt x="109" y="3"/>
                  </a:lnTo>
                  <a:lnTo>
                    <a:pt x="137" y="0"/>
                  </a:lnTo>
                  <a:close/>
                </a:path>
              </a:pathLst>
            </a:custGeom>
            <a:solidFill>
              <a:srgbClr val="FB0919"/>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1"/>
            <p:cNvSpPr>
              <a:spLocks/>
            </p:cNvSpPr>
            <p:nvPr userDrawn="1"/>
          </p:nvSpPr>
          <p:spPr bwMode="auto">
            <a:xfrm>
              <a:off x="477838" y="2600326"/>
              <a:ext cx="96837" cy="293688"/>
            </a:xfrm>
            <a:custGeom>
              <a:avLst/>
              <a:gdLst>
                <a:gd name="T0" fmla="*/ 130 w 183"/>
                <a:gd name="T1" fmla="*/ 0 h 555"/>
                <a:gd name="T2" fmla="*/ 146 w 183"/>
                <a:gd name="T3" fmla="*/ 1 h 555"/>
                <a:gd name="T4" fmla="*/ 160 w 183"/>
                <a:gd name="T5" fmla="*/ 7 h 555"/>
                <a:gd name="T6" fmla="*/ 171 w 183"/>
                <a:gd name="T7" fmla="*/ 18 h 555"/>
                <a:gd name="T8" fmla="*/ 179 w 183"/>
                <a:gd name="T9" fmla="*/ 30 h 555"/>
                <a:gd name="T10" fmla="*/ 183 w 183"/>
                <a:gd name="T11" fmla="*/ 44 h 555"/>
                <a:gd name="T12" fmla="*/ 183 w 183"/>
                <a:gd name="T13" fmla="*/ 60 h 555"/>
                <a:gd name="T14" fmla="*/ 121 w 183"/>
                <a:gd name="T15" fmla="*/ 496 h 555"/>
                <a:gd name="T16" fmla="*/ 118 w 183"/>
                <a:gd name="T17" fmla="*/ 513 h 555"/>
                <a:gd name="T18" fmla="*/ 109 w 183"/>
                <a:gd name="T19" fmla="*/ 527 h 555"/>
                <a:gd name="T20" fmla="*/ 97 w 183"/>
                <a:gd name="T21" fmla="*/ 539 h 555"/>
                <a:gd name="T22" fmla="*/ 80 w 183"/>
                <a:gd name="T23" fmla="*/ 550 h 555"/>
                <a:gd name="T24" fmla="*/ 61 w 183"/>
                <a:gd name="T25" fmla="*/ 555 h 555"/>
                <a:gd name="T26" fmla="*/ 43 w 183"/>
                <a:gd name="T27" fmla="*/ 555 h 555"/>
                <a:gd name="T28" fmla="*/ 26 w 183"/>
                <a:gd name="T29" fmla="*/ 550 h 555"/>
                <a:gd name="T30" fmla="*/ 13 w 183"/>
                <a:gd name="T31" fmla="*/ 538 h 555"/>
                <a:gd name="T32" fmla="*/ 4 w 183"/>
                <a:gd name="T33" fmla="*/ 527 h 555"/>
                <a:gd name="T34" fmla="*/ 0 w 183"/>
                <a:gd name="T35" fmla="*/ 511 h 555"/>
                <a:gd name="T36" fmla="*/ 1 w 183"/>
                <a:gd name="T37" fmla="*/ 496 h 555"/>
                <a:gd name="T38" fmla="*/ 61 w 183"/>
                <a:gd name="T39" fmla="*/ 60 h 555"/>
                <a:gd name="T40" fmla="*/ 66 w 183"/>
                <a:gd name="T41" fmla="*/ 44 h 555"/>
                <a:gd name="T42" fmla="*/ 74 w 183"/>
                <a:gd name="T43" fmla="*/ 30 h 555"/>
                <a:gd name="T44" fmla="*/ 84 w 183"/>
                <a:gd name="T45" fmla="*/ 18 h 555"/>
                <a:gd name="T46" fmla="*/ 98 w 183"/>
                <a:gd name="T47" fmla="*/ 7 h 555"/>
                <a:gd name="T48" fmla="*/ 115 w 183"/>
                <a:gd name="T49" fmla="*/ 2 h 555"/>
                <a:gd name="T50" fmla="*/ 130 w 183"/>
                <a:gd name="T51" fmla="*/ 0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3" h="555">
                  <a:moveTo>
                    <a:pt x="130" y="0"/>
                  </a:moveTo>
                  <a:lnTo>
                    <a:pt x="146" y="1"/>
                  </a:lnTo>
                  <a:lnTo>
                    <a:pt x="160" y="7"/>
                  </a:lnTo>
                  <a:lnTo>
                    <a:pt x="171" y="18"/>
                  </a:lnTo>
                  <a:lnTo>
                    <a:pt x="179" y="30"/>
                  </a:lnTo>
                  <a:lnTo>
                    <a:pt x="183" y="44"/>
                  </a:lnTo>
                  <a:lnTo>
                    <a:pt x="183" y="60"/>
                  </a:lnTo>
                  <a:lnTo>
                    <a:pt x="121" y="496"/>
                  </a:lnTo>
                  <a:lnTo>
                    <a:pt x="118" y="513"/>
                  </a:lnTo>
                  <a:lnTo>
                    <a:pt x="109" y="527"/>
                  </a:lnTo>
                  <a:lnTo>
                    <a:pt x="97" y="539"/>
                  </a:lnTo>
                  <a:lnTo>
                    <a:pt x="80" y="550"/>
                  </a:lnTo>
                  <a:lnTo>
                    <a:pt x="61" y="555"/>
                  </a:lnTo>
                  <a:lnTo>
                    <a:pt x="43" y="555"/>
                  </a:lnTo>
                  <a:lnTo>
                    <a:pt x="26" y="550"/>
                  </a:lnTo>
                  <a:lnTo>
                    <a:pt x="13" y="538"/>
                  </a:lnTo>
                  <a:lnTo>
                    <a:pt x="4" y="527"/>
                  </a:lnTo>
                  <a:lnTo>
                    <a:pt x="0" y="511"/>
                  </a:lnTo>
                  <a:lnTo>
                    <a:pt x="1" y="496"/>
                  </a:lnTo>
                  <a:lnTo>
                    <a:pt x="61" y="60"/>
                  </a:lnTo>
                  <a:lnTo>
                    <a:pt x="66" y="44"/>
                  </a:lnTo>
                  <a:lnTo>
                    <a:pt x="74" y="30"/>
                  </a:lnTo>
                  <a:lnTo>
                    <a:pt x="84" y="18"/>
                  </a:lnTo>
                  <a:lnTo>
                    <a:pt x="98" y="7"/>
                  </a:lnTo>
                  <a:lnTo>
                    <a:pt x="115" y="2"/>
                  </a:lnTo>
                  <a:lnTo>
                    <a:pt x="130"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p:cNvSpPr>
            <p:nvPr userDrawn="1"/>
          </p:nvSpPr>
          <p:spPr bwMode="auto">
            <a:xfrm>
              <a:off x="654050" y="2600326"/>
              <a:ext cx="96837" cy="293688"/>
            </a:xfrm>
            <a:custGeom>
              <a:avLst/>
              <a:gdLst>
                <a:gd name="T0" fmla="*/ 129 w 183"/>
                <a:gd name="T1" fmla="*/ 0 h 555"/>
                <a:gd name="T2" fmla="*/ 144 w 183"/>
                <a:gd name="T3" fmla="*/ 1 h 555"/>
                <a:gd name="T4" fmla="*/ 158 w 183"/>
                <a:gd name="T5" fmla="*/ 7 h 555"/>
                <a:gd name="T6" fmla="*/ 170 w 183"/>
                <a:gd name="T7" fmla="*/ 18 h 555"/>
                <a:gd name="T8" fmla="*/ 179 w 183"/>
                <a:gd name="T9" fmla="*/ 30 h 555"/>
                <a:gd name="T10" fmla="*/ 183 w 183"/>
                <a:gd name="T11" fmla="*/ 44 h 555"/>
                <a:gd name="T12" fmla="*/ 183 w 183"/>
                <a:gd name="T13" fmla="*/ 60 h 555"/>
                <a:gd name="T14" fmla="*/ 121 w 183"/>
                <a:gd name="T15" fmla="*/ 496 h 555"/>
                <a:gd name="T16" fmla="*/ 116 w 183"/>
                <a:gd name="T17" fmla="*/ 513 h 555"/>
                <a:gd name="T18" fmla="*/ 109 w 183"/>
                <a:gd name="T19" fmla="*/ 527 h 555"/>
                <a:gd name="T20" fmla="*/ 97 w 183"/>
                <a:gd name="T21" fmla="*/ 539 h 555"/>
                <a:gd name="T22" fmla="*/ 79 w 183"/>
                <a:gd name="T23" fmla="*/ 550 h 555"/>
                <a:gd name="T24" fmla="*/ 61 w 183"/>
                <a:gd name="T25" fmla="*/ 555 h 555"/>
                <a:gd name="T26" fmla="*/ 42 w 183"/>
                <a:gd name="T27" fmla="*/ 555 h 555"/>
                <a:gd name="T28" fmla="*/ 26 w 183"/>
                <a:gd name="T29" fmla="*/ 550 h 555"/>
                <a:gd name="T30" fmla="*/ 12 w 183"/>
                <a:gd name="T31" fmla="*/ 538 h 555"/>
                <a:gd name="T32" fmla="*/ 4 w 183"/>
                <a:gd name="T33" fmla="*/ 527 h 555"/>
                <a:gd name="T34" fmla="*/ 0 w 183"/>
                <a:gd name="T35" fmla="*/ 511 h 555"/>
                <a:gd name="T36" fmla="*/ 0 w 183"/>
                <a:gd name="T37" fmla="*/ 496 h 555"/>
                <a:gd name="T38" fmla="*/ 61 w 183"/>
                <a:gd name="T39" fmla="*/ 60 h 555"/>
                <a:gd name="T40" fmla="*/ 65 w 183"/>
                <a:gd name="T41" fmla="*/ 44 h 555"/>
                <a:gd name="T42" fmla="*/ 73 w 183"/>
                <a:gd name="T43" fmla="*/ 30 h 555"/>
                <a:gd name="T44" fmla="*/ 84 w 183"/>
                <a:gd name="T45" fmla="*/ 18 h 555"/>
                <a:gd name="T46" fmla="*/ 98 w 183"/>
                <a:gd name="T47" fmla="*/ 7 h 555"/>
                <a:gd name="T48" fmla="*/ 114 w 183"/>
                <a:gd name="T49" fmla="*/ 2 h 555"/>
                <a:gd name="T50" fmla="*/ 129 w 183"/>
                <a:gd name="T51" fmla="*/ 0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3" h="555">
                  <a:moveTo>
                    <a:pt x="129" y="0"/>
                  </a:moveTo>
                  <a:lnTo>
                    <a:pt x="144" y="1"/>
                  </a:lnTo>
                  <a:lnTo>
                    <a:pt x="158" y="7"/>
                  </a:lnTo>
                  <a:lnTo>
                    <a:pt x="170" y="18"/>
                  </a:lnTo>
                  <a:lnTo>
                    <a:pt x="179" y="30"/>
                  </a:lnTo>
                  <a:lnTo>
                    <a:pt x="183" y="44"/>
                  </a:lnTo>
                  <a:lnTo>
                    <a:pt x="183" y="60"/>
                  </a:lnTo>
                  <a:lnTo>
                    <a:pt x="121" y="496"/>
                  </a:lnTo>
                  <a:lnTo>
                    <a:pt x="116" y="513"/>
                  </a:lnTo>
                  <a:lnTo>
                    <a:pt x="109" y="527"/>
                  </a:lnTo>
                  <a:lnTo>
                    <a:pt x="97" y="539"/>
                  </a:lnTo>
                  <a:lnTo>
                    <a:pt x="79" y="550"/>
                  </a:lnTo>
                  <a:lnTo>
                    <a:pt x="61" y="555"/>
                  </a:lnTo>
                  <a:lnTo>
                    <a:pt x="42" y="555"/>
                  </a:lnTo>
                  <a:lnTo>
                    <a:pt x="26" y="550"/>
                  </a:lnTo>
                  <a:lnTo>
                    <a:pt x="12" y="538"/>
                  </a:lnTo>
                  <a:lnTo>
                    <a:pt x="4" y="527"/>
                  </a:lnTo>
                  <a:lnTo>
                    <a:pt x="0" y="511"/>
                  </a:lnTo>
                  <a:lnTo>
                    <a:pt x="0" y="496"/>
                  </a:lnTo>
                  <a:lnTo>
                    <a:pt x="61" y="60"/>
                  </a:lnTo>
                  <a:lnTo>
                    <a:pt x="65" y="44"/>
                  </a:lnTo>
                  <a:lnTo>
                    <a:pt x="73" y="30"/>
                  </a:lnTo>
                  <a:lnTo>
                    <a:pt x="84" y="18"/>
                  </a:lnTo>
                  <a:lnTo>
                    <a:pt x="98" y="7"/>
                  </a:lnTo>
                  <a:lnTo>
                    <a:pt x="114" y="2"/>
                  </a:lnTo>
                  <a:lnTo>
                    <a:pt x="129"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13"/>
            <p:cNvSpPr>
              <a:spLocks/>
            </p:cNvSpPr>
            <p:nvPr userDrawn="1"/>
          </p:nvSpPr>
          <p:spPr bwMode="auto">
            <a:xfrm>
              <a:off x="493713" y="2714626"/>
              <a:ext cx="211137" cy="65088"/>
            </a:xfrm>
            <a:custGeom>
              <a:avLst/>
              <a:gdLst>
                <a:gd name="T0" fmla="*/ 69 w 301"/>
                <a:gd name="T1" fmla="*/ 0 h 122"/>
                <a:gd name="T2" fmla="*/ 250 w 301"/>
                <a:gd name="T3" fmla="*/ 0 h 122"/>
                <a:gd name="T4" fmla="*/ 265 w 301"/>
                <a:gd name="T5" fmla="*/ 3 h 122"/>
                <a:gd name="T6" fmla="*/ 279 w 301"/>
                <a:gd name="T7" fmla="*/ 8 h 122"/>
                <a:gd name="T8" fmla="*/ 291 w 301"/>
                <a:gd name="T9" fmla="*/ 18 h 122"/>
                <a:gd name="T10" fmla="*/ 299 w 301"/>
                <a:gd name="T11" fmla="*/ 35 h 122"/>
                <a:gd name="T12" fmla="*/ 301 w 301"/>
                <a:gd name="T13" fmla="*/ 53 h 122"/>
                <a:gd name="T14" fmla="*/ 299 w 301"/>
                <a:gd name="T15" fmla="*/ 70 h 122"/>
                <a:gd name="T16" fmla="*/ 291 w 301"/>
                <a:gd name="T17" fmla="*/ 88 h 122"/>
                <a:gd name="T18" fmla="*/ 278 w 301"/>
                <a:gd name="T19" fmla="*/ 104 h 122"/>
                <a:gd name="T20" fmla="*/ 264 w 301"/>
                <a:gd name="T21" fmla="*/ 114 h 122"/>
                <a:gd name="T22" fmla="*/ 249 w 301"/>
                <a:gd name="T23" fmla="*/ 119 h 122"/>
                <a:gd name="T24" fmla="*/ 232 w 301"/>
                <a:gd name="T25" fmla="*/ 122 h 122"/>
                <a:gd name="T26" fmla="*/ 52 w 301"/>
                <a:gd name="T27" fmla="*/ 122 h 122"/>
                <a:gd name="T28" fmla="*/ 37 w 301"/>
                <a:gd name="T29" fmla="*/ 119 h 122"/>
                <a:gd name="T30" fmla="*/ 24 w 301"/>
                <a:gd name="T31" fmla="*/ 114 h 122"/>
                <a:gd name="T32" fmla="*/ 12 w 301"/>
                <a:gd name="T33" fmla="*/ 104 h 122"/>
                <a:gd name="T34" fmla="*/ 3 w 301"/>
                <a:gd name="T35" fmla="*/ 91 h 122"/>
                <a:gd name="T36" fmla="*/ 0 w 301"/>
                <a:gd name="T37" fmla="*/ 77 h 122"/>
                <a:gd name="T38" fmla="*/ 0 w 301"/>
                <a:gd name="T39" fmla="*/ 61 h 122"/>
                <a:gd name="T40" fmla="*/ 5 w 301"/>
                <a:gd name="T41" fmla="*/ 46 h 122"/>
                <a:gd name="T42" fmla="*/ 12 w 301"/>
                <a:gd name="T43" fmla="*/ 31 h 122"/>
                <a:gd name="T44" fmla="*/ 24 w 301"/>
                <a:gd name="T45" fmla="*/ 18 h 122"/>
                <a:gd name="T46" fmla="*/ 38 w 301"/>
                <a:gd name="T47" fmla="*/ 8 h 122"/>
                <a:gd name="T48" fmla="*/ 53 w 301"/>
                <a:gd name="T49" fmla="*/ 3 h 122"/>
                <a:gd name="T50" fmla="*/ 69 w 301"/>
                <a:gd name="T51"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1" h="122">
                  <a:moveTo>
                    <a:pt x="69" y="0"/>
                  </a:moveTo>
                  <a:lnTo>
                    <a:pt x="250" y="0"/>
                  </a:lnTo>
                  <a:lnTo>
                    <a:pt x="265" y="3"/>
                  </a:lnTo>
                  <a:lnTo>
                    <a:pt x="279" y="8"/>
                  </a:lnTo>
                  <a:lnTo>
                    <a:pt x="291" y="18"/>
                  </a:lnTo>
                  <a:lnTo>
                    <a:pt x="299" y="35"/>
                  </a:lnTo>
                  <a:lnTo>
                    <a:pt x="301" y="53"/>
                  </a:lnTo>
                  <a:lnTo>
                    <a:pt x="299" y="70"/>
                  </a:lnTo>
                  <a:lnTo>
                    <a:pt x="291" y="88"/>
                  </a:lnTo>
                  <a:lnTo>
                    <a:pt x="278" y="104"/>
                  </a:lnTo>
                  <a:lnTo>
                    <a:pt x="264" y="114"/>
                  </a:lnTo>
                  <a:lnTo>
                    <a:pt x="249" y="119"/>
                  </a:lnTo>
                  <a:lnTo>
                    <a:pt x="232" y="122"/>
                  </a:lnTo>
                  <a:lnTo>
                    <a:pt x="52" y="122"/>
                  </a:lnTo>
                  <a:lnTo>
                    <a:pt x="37" y="119"/>
                  </a:lnTo>
                  <a:lnTo>
                    <a:pt x="24" y="114"/>
                  </a:lnTo>
                  <a:lnTo>
                    <a:pt x="12" y="104"/>
                  </a:lnTo>
                  <a:lnTo>
                    <a:pt x="3" y="91"/>
                  </a:lnTo>
                  <a:lnTo>
                    <a:pt x="0" y="77"/>
                  </a:lnTo>
                  <a:lnTo>
                    <a:pt x="0" y="61"/>
                  </a:lnTo>
                  <a:lnTo>
                    <a:pt x="5" y="46"/>
                  </a:lnTo>
                  <a:lnTo>
                    <a:pt x="12" y="31"/>
                  </a:lnTo>
                  <a:lnTo>
                    <a:pt x="24" y="18"/>
                  </a:lnTo>
                  <a:lnTo>
                    <a:pt x="38" y="8"/>
                  </a:lnTo>
                  <a:lnTo>
                    <a:pt x="53" y="3"/>
                  </a:lnTo>
                  <a:lnTo>
                    <a:pt x="69"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Freeform 14"/>
            <p:cNvSpPr>
              <a:spLocks/>
            </p:cNvSpPr>
            <p:nvPr userDrawn="1"/>
          </p:nvSpPr>
          <p:spPr bwMode="auto">
            <a:xfrm>
              <a:off x="760413" y="2600326"/>
              <a:ext cx="244475" cy="292100"/>
            </a:xfrm>
            <a:custGeom>
              <a:avLst/>
              <a:gdLst>
                <a:gd name="T0" fmla="*/ 129 w 462"/>
                <a:gd name="T1" fmla="*/ 0 h 550"/>
                <a:gd name="T2" fmla="*/ 411 w 462"/>
                <a:gd name="T3" fmla="*/ 0 h 550"/>
                <a:gd name="T4" fmla="*/ 427 w 462"/>
                <a:gd name="T5" fmla="*/ 3 h 550"/>
                <a:gd name="T6" fmla="*/ 439 w 462"/>
                <a:gd name="T7" fmla="*/ 8 h 550"/>
                <a:gd name="T8" fmla="*/ 451 w 462"/>
                <a:gd name="T9" fmla="*/ 18 h 550"/>
                <a:gd name="T10" fmla="*/ 458 w 462"/>
                <a:gd name="T11" fmla="*/ 30 h 550"/>
                <a:gd name="T12" fmla="*/ 462 w 462"/>
                <a:gd name="T13" fmla="*/ 44 h 550"/>
                <a:gd name="T14" fmla="*/ 462 w 462"/>
                <a:gd name="T15" fmla="*/ 59 h 550"/>
                <a:gd name="T16" fmla="*/ 457 w 462"/>
                <a:gd name="T17" fmla="*/ 76 h 550"/>
                <a:gd name="T18" fmla="*/ 450 w 462"/>
                <a:gd name="T19" fmla="*/ 90 h 550"/>
                <a:gd name="T20" fmla="*/ 438 w 462"/>
                <a:gd name="T21" fmla="*/ 101 h 550"/>
                <a:gd name="T22" fmla="*/ 425 w 462"/>
                <a:gd name="T23" fmla="*/ 110 h 550"/>
                <a:gd name="T24" fmla="*/ 410 w 462"/>
                <a:gd name="T25" fmla="*/ 115 h 550"/>
                <a:gd name="T26" fmla="*/ 395 w 462"/>
                <a:gd name="T27" fmla="*/ 118 h 550"/>
                <a:gd name="T28" fmla="*/ 172 w 462"/>
                <a:gd name="T29" fmla="*/ 118 h 550"/>
                <a:gd name="T30" fmla="*/ 160 w 462"/>
                <a:gd name="T31" fmla="*/ 216 h 550"/>
                <a:gd name="T32" fmla="*/ 355 w 462"/>
                <a:gd name="T33" fmla="*/ 216 h 550"/>
                <a:gd name="T34" fmla="*/ 370 w 462"/>
                <a:gd name="T35" fmla="*/ 219 h 550"/>
                <a:gd name="T36" fmla="*/ 383 w 462"/>
                <a:gd name="T37" fmla="*/ 224 h 550"/>
                <a:gd name="T38" fmla="*/ 395 w 462"/>
                <a:gd name="T39" fmla="*/ 234 h 550"/>
                <a:gd name="T40" fmla="*/ 402 w 462"/>
                <a:gd name="T41" fmla="*/ 246 h 550"/>
                <a:gd name="T42" fmla="*/ 406 w 462"/>
                <a:gd name="T43" fmla="*/ 260 h 550"/>
                <a:gd name="T44" fmla="*/ 406 w 462"/>
                <a:gd name="T45" fmla="*/ 275 h 550"/>
                <a:gd name="T46" fmla="*/ 402 w 462"/>
                <a:gd name="T47" fmla="*/ 292 h 550"/>
                <a:gd name="T48" fmla="*/ 393 w 462"/>
                <a:gd name="T49" fmla="*/ 306 h 550"/>
                <a:gd name="T50" fmla="*/ 383 w 462"/>
                <a:gd name="T51" fmla="*/ 317 h 550"/>
                <a:gd name="T52" fmla="*/ 369 w 462"/>
                <a:gd name="T53" fmla="*/ 326 h 550"/>
                <a:gd name="T54" fmla="*/ 355 w 462"/>
                <a:gd name="T55" fmla="*/ 331 h 550"/>
                <a:gd name="T56" fmla="*/ 340 w 462"/>
                <a:gd name="T57" fmla="*/ 334 h 550"/>
                <a:gd name="T58" fmla="*/ 143 w 462"/>
                <a:gd name="T59" fmla="*/ 334 h 550"/>
                <a:gd name="T60" fmla="*/ 129 w 462"/>
                <a:gd name="T61" fmla="*/ 434 h 550"/>
                <a:gd name="T62" fmla="*/ 350 w 462"/>
                <a:gd name="T63" fmla="*/ 434 h 550"/>
                <a:gd name="T64" fmla="*/ 365 w 462"/>
                <a:gd name="T65" fmla="*/ 435 h 550"/>
                <a:gd name="T66" fmla="*/ 379 w 462"/>
                <a:gd name="T67" fmla="*/ 441 h 550"/>
                <a:gd name="T68" fmla="*/ 389 w 462"/>
                <a:gd name="T69" fmla="*/ 450 h 550"/>
                <a:gd name="T70" fmla="*/ 397 w 462"/>
                <a:gd name="T71" fmla="*/ 463 h 550"/>
                <a:gd name="T72" fmla="*/ 401 w 462"/>
                <a:gd name="T73" fmla="*/ 477 h 550"/>
                <a:gd name="T74" fmla="*/ 401 w 462"/>
                <a:gd name="T75" fmla="*/ 493 h 550"/>
                <a:gd name="T76" fmla="*/ 397 w 462"/>
                <a:gd name="T77" fmla="*/ 508 h 550"/>
                <a:gd name="T78" fmla="*/ 389 w 462"/>
                <a:gd name="T79" fmla="*/ 522 h 550"/>
                <a:gd name="T80" fmla="*/ 378 w 462"/>
                <a:gd name="T81" fmla="*/ 534 h 550"/>
                <a:gd name="T82" fmla="*/ 364 w 462"/>
                <a:gd name="T83" fmla="*/ 544 h 550"/>
                <a:gd name="T84" fmla="*/ 350 w 462"/>
                <a:gd name="T85" fmla="*/ 549 h 550"/>
                <a:gd name="T86" fmla="*/ 335 w 462"/>
                <a:gd name="T87" fmla="*/ 550 h 550"/>
                <a:gd name="T88" fmla="*/ 51 w 462"/>
                <a:gd name="T89" fmla="*/ 550 h 550"/>
                <a:gd name="T90" fmla="*/ 36 w 462"/>
                <a:gd name="T91" fmla="*/ 549 h 550"/>
                <a:gd name="T92" fmla="*/ 22 w 462"/>
                <a:gd name="T93" fmla="*/ 542 h 550"/>
                <a:gd name="T94" fmla="*/ 11 w 462"/>
                <a:gd name="T95" fmla="*/ 534 h 550"/>
                <a:gd name="T96" fmla="*/ 4 w 462"/>
                <a:gd name="T97" fmla="*/ 521 h 550"/>
                <a:gd name="T98" fmla="*/ 0 w 462"/>
                <a:gd name="T99" fmla="*/ 507 h 550"/>
                <a:gd name="T100" fmla="*/ 0 w 462"/>
                <a:gd name="T101" fmla="*/ 490 h 550"/>
                <a:gd name="T102" fmla="*/ 60 w 462"/>
                <a:gd name="T103" fmla="*/ 62 h 550"/>
                <a:gd name="T104" fmla="*/ 64 w 462"/>
                <a:gd name="T105" fmla="*/ 46 h 550"/>
                <a:gd name="T106" fmla="*/ 71 w 462"/>
                <a:gd name="T107" fmla="*/ 32 h 550"/>
                <a:gd name="T108" fmla="*/ 83 w 462"/>
                <a:gd name="T109" fmla="*/ 19 h 550"/>
                <a:gd name="T110" fmla="*/ 97 w 462"/>
                <a:gd name="T111" fmla="*/ 9 h 550"/>
                <a:gd name="T112" fmla="*/ 112 w 462"/>
                <a:gd name="T113" fmla="*/ 3 h 550"/>
                <a:gd name="T114" fmla="*/ 129 w 462"/>
                <a:gd name="T115"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62" h="550">
                  <a:moveTo>
                    <a:pt x="129" y="0"/>
                  </a:moveTo>
                  <a:lnTo>
                    <a:pt x="411" y="0"/>
                  </a:lnTo>
                  <a:lnTo>
                    <a:pt x="427" y="3"/>
                  </a:lnTo>
                  <a:lnTo>
                    <a:pt x="439" y="8"/>
                  </a:lnTo>
                  <a:lnTo>
                    <a:pt x="451" y="18"/>
                  </a:lnTo>
                  <a:lnTo>
                    <a:pt x="458" y="30"/>
                  </a:lnTo>
                  <a:lnTo>
                    <a:pt x="462" y="44"/>
                  </a:lnTo>
                  <a:lnTo>
                    <a:pt x="462" y="59"/>
                  </a:lnTo>
                  <a:lnTo>
                    <a:pt x="457" y="76"/>
                  </a:lnTo>
                  <a:lnTo>
                    <a:pt x="450" y="90"/>
                  </a:lnTo>
                  <a:lnTo>
                    <a:pt x="438" y="101"/>
                  </a:lnTo>
                  <a:lnTo>
                    <a:pt x="425" y="110"/>
                  </a:lnTo>
                  <a:lnTo>
                    <a:pt x="410" y="115"/>
                  </a:lnTo>
                  <a:lnTo>
                    <a:pt x="395" y="118"/>
                  </a:lnTo>
                  <a:lnTo>
                    <a:pt x="172" y="118"/>
                  </a:lnTo>
                  <a:lnTo>
                    <a:pt x="160" y="216"/>
                  </a:lnTo>
                  <a:lnTo>
                    <a:pt x="355" y="216"/>
                  </a:lnTo>
                  <a:lnTo>
                    <a:pt x="370" y="219"/>
                  </a:lnTo>
                  <a:lnTo>
                    <a:pt x="383" y="224"/>
                  </a:lnTo>
                  <a:lnTo>
                    <a:pt x="395" y="234"/>
                  </a:lnTo>
                  <a:lnTo>
                    <a:pt x="402" y="246"/>
                  </a:lnTo>
                  <a:lnTo>
                    <a:pt x="406" y="260"/>
                  </a:lnTo>
                  <a:lnTo>
                    <a:pt x="406" y="275"/>
                  </a:lnTo>
                  <a:lnTo>
                    <a:pt x="402" y="292"/>
                  </a:lnTo>
                  <a:lnTo>
                    <a:pt x="393" y="306"/>
                  </a:lnTo>
                  <a:lnTo>
                    <a:pt x="383" y="317"/>
                  </a:lnTo>
                  <a:lnTo>
                    <a:pt x="369" y="326"/>
                  </a:lnTo>
                  <a:lnTo>
                    <a:pt x="355" y="331"/>
                  </a:lnTo>
                  <a:lnTo>
                    <a:pt x="340" y="334"/>
                  </a:lnTo>
                  <a:lnTo>
                    <a:pt x="143" y="334"/>
                  </a:lnTo>
                  <a:lnTo>
                    <a:pt x="129" y="434"/>
                  </a:lnTo>
                  <a:lnTo>
                    <a:pt x="350" y="434"/>
                  </a:lnTo>
                  <a:lnTo>
                    <a:pt x="365" y="435"/>
                  </a:lnTo>
                  <a:lnTo>
                    <a:pt x="379" y="441"/>
                  </a:lnTo>
                  <a:lnTo>
                    <a:pt x="389" y="450"/>
                  </a:lnTo>
                  <a:lnTo>
                    <a:pt x="397" y="463"/>
                  </a:lnTo>
                  <a:lnTo>
                    <a:pt x="401" y="477"/>
                  </a:lnTo>
                  <a:lnTo>
                    <a:pt x="401" y="493"/>
                  </a:lnTo>
                  <a:lnTo>
                    <a:pt x="397" y="508"/>
                  </a:lnTo>
                  <a:lnTo>
                    <a:pt x="389" y="522"/>
                  </a:lnTo>
                  <a:lnTo>
                    <a:pt x="378" y="534"/>
                  </a:lnTo>
                  <a:lnTo>
                    <a:pt x="364" y="544"/>
                  </a:lnTo>
                  <a:lnTo>
                    <a:pt x="350" y="549"/>
                  </a:lnTo>
                  <a:lnTo>
                    <a:pt x="335" y="550"/>
                  </a:lnTo>
                  <a:lnTo>
                    <a:pt x="51" y="550"/>
                  </a:lnTo>
                  <a:lnTo>
                    <a:pt x="36" y="549"/>
                  </a:lnTo>
                  <a:lnTo>
                    <a:pt x="22" y="542"/>
                  </a:lnTo>
                  <a:lnTo>
                    <a:pt x="11" y="534"/>
                  </a:lnTo>
                  <a:lnTo>
                    <a:pt x="4" y="521"/>
                  </a:lnTo>
                  <a:lnTo>
                    <a:pt x="0" y="507"/>
                  </a:lnTo>
                  <a:lnTo>
                    <a:pt x="0" y="490"/>
                  </a:lnTo>
                  <a:lnTo>
                    <a:pt x="60" y="62"/>
                  </a:lnTo>
                  <a:lnTo>
                    <a:pt x="64" y="46"/>
                  </a:lnTo>
                  <a:lnTo>
                    <a:pt x="71" y="32"/>
                  </a:lnTo>
                  <a:lnTo>
                    <a:pt x="83" y="19"/>
                  </a:lnTo>
                  <a:lnTo>
                    <a:pt x="97" y="9"/>
                  </a:lnTo>
                  <a:lnTo>
                    <a:pt x="112" y="3"/>
                  </a:lnTo>
                  <a:lnTo>
                    <a:pt x="129"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Freeform 15"/>
            <p:cNvSpPr>
              <a:spLocks/>
            </p:cNvSpPr>
            <p:nvPr userDrawn="1"/>
          </p:nvSpPr>
          <p:spPr bwMode="auto">
            <a:xfrm>
              <a:off x="1008063" y="2600326"/>
              <a:ext cx="280987" cy="293688"/>
            </a:xfrm>
            <a:custGeom>
              <a:avLst/>
              <a:gdLst>
                <a:gd name="T0" fmla="*/ 140 w 530"/>
                <a:gd name="T1" fmla="*/ 0 h 556"/>
                <a:gd name="T2" fmla="*/ 157 w 530"/>
                <a:gd name="T3" fmla="*/ 6 h 556"/>
                <a:gd name="T4" fmla="*/ 164 w 530"/>
                <a:gd name="T5" fmla="*/ 11 h 556"/>
                <a:gd name="T6" fmla="*/ 171 w 530"/>
                <a:gd name="T7" fmla="*/ 16 h 556"/>
                <a:gd name="T8" fmla="*/ 176 w 530"/>
                <a:gd name="T9" fmla="*/ 24 h 556"/>
                <a:gd name="T10" fmla="*/ 279 w 530"/>
                <a:gd name="T11" fmla="*/ 184 h 556"/>
                <a:gd name="T12" fmla="*/ 429 w 530"/>
                <a:gd name="T13" fmla="*/ 21 h 556"/>
                <a:gd name="T14" fmla="*/ 442 w 530"/>
                <a:gd name="T15" fmla="*/ 11 h 556"/>
                <a:gd name="T16" fmla="*/ 456 w 530"/>
                <a:gd name="T17" fmla="*/ 3 h 556"/>
                <a:gd name="T18" fmla="*/ 472 w 530"/>
                <a:gd name="T19" fmla="*/ 0 h 556"/>
                <a:gd name="T20" fmla="*/ 489 w 530"/>
                <a:gd name="T21" fmla="*/ 1 h 556"/>
                <a:gd name="T22" fmla="*/ 504 w 530"/>
                <a:gd name="T23" fmla="*/ 6 h 556"/>
                <a:gd name="T24" fmla="*/ 517 w 530"/>
                <a:gd name="T25" fmla="*/ 16 h 556"/>
                <a:gd name="T26" fmla="*/ 525 w 530"/>
                <a:gd name="T27" fmla="*/ 28 h 556"/>
                <a:gd name="T28" fmla="*/ 530 w 530"/>
                <a:gd name="T29" fmla="*/ 42 h 556"/>
                <a:gd name="T30" fmla="*/ 528 w 530"/>
                <a:gd name="T31" fmla="*/ 58 h 556"/>
                <a:gd name="T32" fmla="*/ 523 w 530"/>
                <a:gd name="T33" fmla="*/ 76 h 556"/>
                <a:gd name="T34" fmla="*/ 513 w 530"/>
                <a:gd name="T35" fmla="*/ 92 h 556"/>
                <a:gd name="T36" fmla="*/ 338 w 530"/>
                <a:gd name="T37" fmla="*/ 277 h 556"/>
                <a:gd name="T38" fmla="*/ 461 w 530"/>
                <a:gd name="T39" fmla="*/ 460 h 556"/>
                <a:gd name="T40" fmla="*/ 466 w 530"/>
                <a:gd name="T41" fmla="*/ 470 h 556"/>
                <a:gd name="T42" fmla="*/ 468 w 530"/>
                <a:gd name="T43" fmla="*/ 482 h 556"/>
                <a:gd name="T44" fmla="*/ 468 w 530"/>
                <a:gd name="T45" fmla="*/ 496 h 556"/>
                <a:gd name="T46" fmla="*/ 465 w 530"/>
                <a:gd name="T47" fmla="*/ 511 h 556"/>
                <a:gd name="T48" fmla="*/ 457 w 530"/>
                <a:gd name="T49" fmla="*/ 525 h 556"/>
                <a:gd name="T50" fmla="*/ 445 w 530"/>
                <a:gd name="T51" fmla="*/ 538 h 556"/>
                <a:gd name="T52" fmla="*/ 431 w 530"/>
                <a:gd name="T53" fmla="*/ 548 h 556"/>
                <a:gd name="T54" fmla="*/ 416 w 530"/>
                <a:gd name="T55" fmla="*/ 553 h 556"/>
                <a:gd name="T56" fmla="*/ 399 w 530"/>
                <a:gd name="T57" fmla="*/ 556 h 556"/>
                <a:gd name="T58" fmla="*/ 382 w 530"/>
                <a:gd name="T59" fmla="*/ 553 h 556"/>
                <a:gd name="T60" fmla="*/ 366 w 530"/>
                <a:gd name="T61" fmla="*/ 544 h 556"/>
                <a:gd name="T62" fmla="*/ 355 w 530"/>
                <a:gd name="T63" fmla="*/ 532 h 556"/>
                <a:gd name="T64" fmla="*/ 250 w 530"/>
                <a:gd name="T65" fmla="*/ 371 h 556"/>
                <a:gd name="T66" fmla="*/ 101 w 530"/>
                <a:gd name="T67" fmla="*/ 533 h 556"/>
                <a:gd name="T68" fmla="*/ 87 w 530"/>
                <a:gd name="T69" fmla="*/ 544 h 556"/>
                <a:gd name="T70" fmla="*/ 72 w 530"/>
                <a:gd name="T71" fmla="*/ 552 h 556"/>
                <a:gd name="T72" fmla="*/ 60 w 530"/>
                <a:gd name="T73" fmla="*/ 555 h 556"/>
                <a:gd name="T74" fmla="*/ 49 w 530"/>
                <a:gd name="T75" fmla="*/ 556 h 556"/>
                <a:gd name="T76" fmla="*/ 35 w 530"/>
                <a:gd name="T77" fmla="*/ 555 h 556"/>
                <a:gd name="T78" fmla="*/ 23 w 530"/>
                <a:gd name="T79" fmla="*/ 548 h 556"/>
                <a:gd name="T80" fmla="*/ 11 w 530"/>
                <a:gd name="T81" fmla="*/ 539 h 556"/>
                <a:gd name="T82" fmla="*/ 11 w 530"/>
                <a:gd name="T83" fmla="*/ 539 h 556"/>
                <a:gd name="T84" fmla="*/ 3 w 530"/>
                <a:gd name="T85" fmla="*/ 527 h 556"/>
                <a:gd name="T86" fmla="*/ 0 w 530"/>
                <a:gd name="T87" fmla="*/ 513 h 556"/>
                <a:gd name="T88" fmla="*/ 0 w 530"/>
                <a:gd name="T89" fmla="*/ 498 h 556"/>
                <a:gd name="T90" fmla="*/ 6 w 530"/>
                <a:gd name="T91" fmla="*/ 478 h 556"/>
                <a:gd name="T92" fmla="*/ 18 w 530"/>
                <a:gd name="T93" fmla="*/ 461 h 556"/>
                <a:gd name="T94" fmla="*/ 191 w 530"/>
                <a:gd name="T95" fmla="*/ 277 h 556"/>
                <a:gd name="T96" fmla="*/ 70 w 530"/>
                <a:gd name="T97" fmla="*/ 97 h 556"/>
                <a:gd name="T98" fmla="*/ 64 w 530"/>
                <a:gd name="T99" fmla="*/ 79 h 556"/>
                <a:gd name="T100" fmla="*/ 64 w 530"/>
                <a:gd name="T101" fmla="*/ 58 h 556"/>
                <a:gd name="T102" fmla="*/ 67 w 530"/>
                <a:gd name="T103" fmla="*/ 43 h 556"/>
                <a:gd name="T104" fmla="*/ 75 w 530"/>
                <a:gd name="T105" fmla="*/ 29 h 556"/>
                <a:gd name="T106" fmla="*/ 87 w 530"/>
                <a:gd name="T107" fmla="*/ 16 h 556"/>
                <a:gd name="T108" fmla="*/ 103 w 530"/>
                <a:gd name="T109" fmla="*/ 6 h 556"/>
                <a:gd name="T110" fmla="*/ 121 w 530"/>
                <a:gd name="T111" fmla="*/ 0 h 556"/>
                <a:gd name="T112" fmla="*/ 140 w 530"/>
                <a:gd name="T113"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30" h="556">
                  <a:moveTo>
                    <a:pt x="140" y="0"/>
                  </a:moveTo>
                  <a:lnTo>
                    <a:pt x="157" y="6"/>
                  </a:lnTo>
                  <a:lnTo>
                    <a:pt x="164" y="11"/>
                  </a:lnTo>
                  <a:lnTo>
                    <a:pt x="171" y="16"/>
                  </a:lnTo>
                  <a:lnTo>
                    <a:pt x="176" y="24"/>
                  </a:lnTo>
                  <a:lnTo>
                    <a:pt x="279" y="184"/>
                  </a:lnTo>
                  <a:lnTo>
                    <a:pt x="429" y="21"/>
                  </a:lnTo>
                  <a:lnTo>
                    <a:pt x="442" y="11"/>
                  </a:lnTo>
                  <a:lnTo>
                    <a:pt x="456" y="3"/>
                  </a:lnTo>
                  <a:lnTo>
                    <a:pt x="472" y="0"/>
                  </a:lnTo>
                  <a:lnTo>
                    <a:pt x="489" y="1"/>
                  </a:lnTo>
                  <a:lnTo>
                    <a:pt x="504" y="6"/>
                  </a:lnTo>
                  <a:lnTo>
                    <a:pt x="517" y="16"/>
                  </a:lnTo>
                  <a:lnTo>
                    <a:pt x="525" y="28"/>
                  </a:lnTo>
                  <a:lnTo>
                    <a:pt x="530" y="42"/>
                  </a:lnTo>
                  <a:lnTo>
                    <a:pt x="528" y="58"/>
                  </a:lnTo>
                  <a:lnTo>
                    <a:pt x="523" y="76"/>
                  </a:lnTo>
                  <a:lnTo>
                    <a:pt x="513" y="92"/>
                  </a:lnTo>
                  <a:lnTo>
                    <a:pt x="338" y="277"/>
                  </a:lnTo>
                  <a:lnTo>
                    <a:pt x="461" y="460"/>
                  </a:lnTo>
                  <a:lnTo>
                    <a:pt x="466" y="470"/>
                  </a:lnTo>
                  <a:lnTo>
                    <a:pt x="468" y="482"/>
                  </a:lnTo>
                  <a:lnTo>
                    <a:pt x="468" y="496"/>
                  </a:lnTo>
                  <a:lnTo>
                    <a:pt x="465" y="511"/>
                  </a:lnTo>
                  <a:lnTo>
                    <a:pt x="457" y="525"/>
                  </a:lnTo>
                  <a:lnTo>
                    <a:pt x="445" y="538"/>
                  </a:lnTo>
                  <a:lnTo>
                    <a:pt x="431" y="548"/>
                  </a:lnTo>
                  <a:lnTo>
                    <a:pt x="416" y="553"/>
                  </a:lnTo>
                  <a:lnTo>
                    <a:pt x="399" y="556"/>
                  </a:lnTo>
                  <a:lnTo>
                    <a:pt x="382" y="553"/>
                  </a:lnTo>
                  <a:lnTo>
                    <a:pt x="366" y="544"/>
                  </a:lnTo>
                  <a:lnTo>
                    <a:pt x="355" y="532"/>
                  </a:lnTo>
                  <a:lnTo>
                    <a:pt x="250" y="371"/>
                  </a:lnTo>
                  <a:lnTo>
                    <a:pt x="101" y="533"/>
                  </a:lnTo>
                  <a:lnTo>
                    <a:pt x="87" y="544"/>
                  </a:lnTo>
                  <a:lnTo>
                    <a:pt x="72" y="552"/>
                  </a:lnTo>
                  <a:lnTo>
                    <a:pt x="60" y="555"/>
                  </a:lnTo>
                  <a:lnTo>
                    <a:pt x="49" y="556"/>
                  </a:lnTo>
                  <a:lnTo>
                    <a:pt x="35" y="555"/>
                  </a:lnTo>
                  <a:lnTo>
                    <a:pt x="23" y="548"/>
                  </a:lnTo>
                  <a:lnTo>
                    <a:pt x="11" y="539"/>
                  </a:lnTo>
                  <a:lnTo>
                    <a:pt x="11" y="539"/>
                  </a:lnTo>
                  <a:lnTo>
                    <a:pt x="3" y="527"/>
                  </a:lnTo>
                  <a:lnTo>
                    <a:pt x="0" y="513"/>
                  </a:lnTo>
                  <a:lnTo>
                    <a:pt x="0" y="498"/>
                  </a:lnTo>
                  <a:lnTo>
                    <a:pt x="6" y="478"/>
                  </a:lnTo>
                  <a:lnTo>
                    <a:pt x="18" y="461"/>
                  </a:lnTo>
                  <a:lnTo>
                    <a:pt x="191" y="277"/>
                  </a:lnTo>
                  <a:lnTo>
                    <a:pt x="70" y="97"/>
                  </a:lnTo>
                  <a:lnTo>
                    <a:pt x="64" y="79"/>
                  </a:lnTo>
                  <a:lnTo>
                    <a:pt x="64" y="58"/>
                  </a:lnTo>
                  <a:lnTo>
                    <a:pt x="67" y="43"/>
                  </a:lnTo>
                  <a:lnTo>
                    <a:pt x="75" y="29"/>
                  </a:lnTo>
                  <a:lnTo>
                    <a:pt x="87" y="16"/>
                  </a:lnTo>
                  <a:lnTo>
                    <a:pt x="103" y="6"/>
                  </a:lnTo>
                  <a:lnTo>
                    <a:pt x="121" y="0"/>
                  </a:lnTo>
                  <a:lnTo>
                    <a:pt x="140"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noEditPoints="1"/>
            </p:cNvSpPr>
            <p:nvPr userDrawn="1"/>
          </p:nvSpPr>
          <p:spPr bwMode="auto">
            <a:xfrm>
              <a:off x="1277938" y="2600326"/>
              <a:ext cx="271462" cy="293688"/>
            </a:xfrm>
            <a:custGeom>
              <a:avLst/>
              <a:gdLst>
                <a:gd name="T0" fmla="*/ 300 w 512"/>
                <a:gd name="T1" fmla="*/ 184 h 556"/>
                <a:gd name="T2" fmla="*/ 230 w 512"/>
                <a:gd name="T3" fmla="*/ 310 h 556"/>
                <a:gd name="T4" fmla="*/ 335 w 512"/>
                <a:gd name="T5" fmla="*/ 310 h 556"/>
                <a:gd name="T6" fmla="*/ 300 w 512"/>
                <a:gd name="T7" fmla="*/ 184 h 556"/>
                <a:gd name="T8" fmla="*/ 322 w 512"/>
                <a:gd name="T9" fmla="*/ 0 h 556"/>
                <a:gd name="T10" fmla="*/ 330 w 512"/>
                <a:gd name="T11" fmla="*/ 0 h 556"/>
                <a:gd name="T12" fmla="*/ 345 w 512"/>
                <a:gd name="T13" fmla="*/ 1 h 556"/>
                <a:gd name="T14" fmla="*/ 359 w 512"/>
                <a:gd name="T15" fmla="*/ 6 h 556"/>
                <a:gd name="T16" fmla="*/ 371 w 512"/>
                <a:gd name="T17" fmla="*/ 14 h 556"/>
                <a:gd name="T18" fmla="*/ 382 w 512"/>
                <a:gd name="T19" fmla="*/ 28 h 556"/>
                <a:gd name="T20" fmla="*/ 390 w 512"/>
                <a:gd name="T21" fmla="*/ 46 h 556"/>
                <a:gd name="T22" fmla="*/ 510 w 512"/>
                <a:gd name="T23" fmla="*/ 470 h 556"/>
                <a:gd name="T24" fmla="*/ 512 w 512"/>
                <a:gd name="T25" fmla="*/ 484 h 556"/>
                <a:gd name="T26" fmla="*/ 512 w 512"/>
                <a:gd name="T27" fmla="*/ 496 h 556"/>
                <a:gd name="T28" fmla="*/ 509 w 512"/>
                <a:gd name="T29" fmla="*/ 511 h 556"/>
                <a:gd name="T30" fmla="*/ 501 w 512"/>
                <a:gd name="T31" fmla="*/ 525 h 556"/>
                <a:gd name="T32" fmla="*/ 489 w 512"/>
                <a:gd name="T33" fmla="*/ 538 h 556"/>
                <a:gd name="T34" fmla="*/ 475 w 512"/>
                <a:gd name="T35" fmla="*/ 548 h 556"/>
                <a:gd name="T36" fmla="*/ 460 w 512"/>
                <a:gd name="T37" fmla="*/ 553 h 556"/>
                <a:gd name="T38" fmla="*/ 444 w 512"/>
                <a:gd name="T39" fmla="*/ 556 h 556"/>
                <a:gd name="T40" fmla="*/ 427 w 512"/>
                <a:gd name="T41" fmla="*/ 553 h 556"/>
                <a:gd name="T42" fmla="*/ 412 w 512"/>
                <a:gd name="T43" fmla="*/ 546 h 556"/>
                <a:gd name="T44" fmla="*/ 400 w 512"/>
                <a:gd name="T45" fmla="*/ 534 h 556"/>
                <a:gd name="T46" fmla="*/ 392 w 512"/>
                <a:gd name="T47" fmla="*/ 520 h 556"/>
                <a:gd name="T48" fmla="*/ 367 w 512"/>
                <a:gd name="T49" fmla="*/ 426 h 556"/>
                <a:gd name="T50" fmla="*/ 165 w 512"/>
                <a:gd name="T51" fmla="*/ 426 h 556"/>
                <a:gd name="T52" fmla="*/ 114 w 512"/>
                <a:gd name="T53" fmla="*/ 519 h 556"/>
                <a:gd name="T54" fmla="*/ 101 w 512"/>
                <a:gd name="T55" fmla="*/ 534 h 556"/>
                <a:gd name="T56" fmla="*/ 87 w 512"/>
                <a:gd name="T57" fmla="*/ 546 h 556"/>
                <a:gd name="T58" fmla="*/ 71 w 512"/>
                <a:gd name="T59" fmla="*/ 553 h 556"/>
                <a:gd name="T60" fmla="*/ 53 w 512"/>
                <a:gd name="T61" fmla="*/ 556 h 556"/>
                <a:gd name="T62" fmla="*/ 37 w 512"/>
                <a:gd name="T63" fmla="*/ 555 h 556"/>
                <a:gd name="T64" fmla="*/ 22 w 512"/>
                <a:gd name="T65" fmla="*/ 548 h 556"/>
                <a:gd name="T66" fmla="*/ 11 w 512"/>
                <a:gd name="T67" fmla="*/ 538 h 556"/>
                <a:gd name="T68" fmla="*/ 11 w 512"/>
                <a:gd name="T69" fmla="*/ 538 h 556"/>
                <a:gd name="T70" fmla="*/ 3 w 512"/>
                <a:gd name="T71" fmla="*/ 525 h 556"/>
                <a:gd name="T72" fmla="*/ 0 w 512"/>
                <a:gd name="T73" fmla="*/ 511 h 556"/>
                <a:gd name="T74" fmla="*/ 0 w 512"/>
                <a:gd name="T75" fmla="*/ 496 h 556"/>
                <a:gd name="T76" fmla="*/ 3 w 512"/>
                <a:gd name="T77" fmla="*/ 484 h 556"/>
                <a:gd name="T78" fmla="*/ 9 w 512"/>
                <a:gd name="T79" fmla="*/ 470 h 556"/>
                <a:gd name="T80" fmla="*/ 249 w 512"/>
                <a:gd name="T81" fmla="*/ 46 h 556"/>
                <a:gd name="T82" fmla="*/ 262 w 512"/>
                <a:gd name="T83" fmla="*/ 28 h 556"/>
                <a:gd name="T84" fmla="*/ 277 w 512"/>
                <a:gd name="T85" fmla="*/ 14 h 556"/>
                <a:gd name="T86" fmla="*/ 299 w 512"/>
                <a:gd name="T87" fmla="*/ 2 h 556"/>
                <a:gd name="T88" fmla="*/ 322 w 512"/>
                <a:gd name="T89"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56">
                  <a:moveTo>
                    <a:pt x="300" y="184"/>
                  </a:moveTo>
                  <a:lnTo>
                    <a:pt x="230" y="310"/>
                  </a:lnTo>
                  <a:lnTo>
                    <a:pt x="335" y="310"/>
                  </a:lnTo>
                  <a:lnTo>
                    <a:pt x="300" y="184"/>
                  </a:lnTo>
                  <a:close/>
                  <a:moveTo>
                    <a:pt x="322" y="0"/>
                  </a:moveTo>
                  <a:lnTo>
                    <a:pt x="330" y="0"/>
                  </a:lnTo>
                  <a:lnTo>
                    <a:pt x="345" y="1"/>
                  </a:lnTo>
                  <a:lnTo>
                    <a:pt x="359" y="6"/>
                  </a:lnTo>
                  <a:lnTo>
                    <a:pt x="371" y="14"/>
                  </a:lnTo>
                  <a:lnTo>
                    <a:pt x="382" y="28"/>
                  </a:lnTo>
                  <a:lnTo>
                    <a:pt x="390" y="46"/>
                  </a:lnTo>
                  <a:lnTo>
                    <a:pt x="510" y="470"/>
                  </a:lnTo>
                  <a:lnTo>
                    <a:pt x="512" y="484"/>
                  </a:lnTo>
                  <a:lnTo>
                    <a:pt x="512" y="496"/>
                  </a:lnTo>
                  <a:lnTo>
                    <a:pt x="509" y="511"/>
                  </a:lnTo>
                  <a:lnTo>
                    <a:pt x="501" y="525"/>
                  </a:lnTo>
                  <a:lnTo>
                    <a:pt x="489" y="538"/>
                  </a:lnTo>
                  <a:lnTo>
                    <a:pt x="475" y="548"/>
                  </a:lnTo>
                  <a:lnTo>
                    <a:pt x="460" y="553"/>
                  </a:lnTo>
                  <a:lnTo>
                    <a:pt x="444" y="556"/>
                  </a:lnTo>
                  <a:lnTo>
                    <a:pt x="427" y="553"/>
                  </a:lnTo>
                  <a:lnTo>
                    <a:pt x="412" y="546"/>
                  </a:lnTo>
                  <a:lnTo>
                    <a:pt x="400" y="534"/>
                  </a:lnTo>
                  <a:lnTo>
                    <a:pt x="392" y="520"/>
                  </a:lnTo>
                  <a:lnTo>
                    <a:pt x="367" y="426"/>
                  </a:lnTo>
                  <a:lnTo>
                    <a:pt x="165" y="426"/>
                  </a:lnTo>
                  <a:lnTo>
                    <a:pt x="114" y="519"/>
                  </a:lnTo>
                  <a:lnTo>
                    <a:pt x="101" y="534"/>
                  </a:lnTo>
                  <a:lnTo>
                    <a:pt x="87" y="546"/>
                  </a:lnTo>
                  <a:lnTo>
                    <a:pt x="71" y="553"/>
                  </a:lnTo>
                  <a:lnTo>
                    <a:pt x="53" y="556"/>
                  </a:lnTo>
                  <a:lnTo>
                    <a:pt x="37" y="555"/>
                  </a:lnTo>
                  <a:lnTo>
                    <a:pt x="22" y="548"/>
                  </a:lnTo>
                  <a:lnTo>
                    <a:pt x="11" y="538"/>
                  </a:lnTo>
                  <a:lnTo>
                    <a:pt x="11" y="538"/>
                  </a:lnTo>
                  <a:lnTo>
                    <a:pt x="3" y="525"/>
                  </a:lnTo>
                  <a:lnTo>
                    <a:pt x="0" y="511"/>
                  </a:lnTo>
                  <a:lnTo>
                    <a:pt x="0" y="496"/>
                  </a:lnTo>
                  <a:lnTo>
                    <a:pt x="3" y="484"/>
                  </a:lnTo>
                  <a:lnTo>
                    <a:pt x="9" y="470"/>
                  </a:lnTo>
                  <a:lnTo>
                    <a:pt x="249" y="46"/>
                  </a:lnTo>
                  <a:lnTo>
                    <a:pt x="262" y="28"/>
                  </a:lnTo>
                  <a:lnTo>
                    <a:pt x="277" y="14"/>
                  </a:lnTo>
                  <a:lnTo>
                    <a:pt x="299" y="2"/>
                  </a:lnTo>
                  <a:lnTo>
                    <a:pt x="322"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7"/>
            <p:cNvSpPr>
              <a:spLocks/>
            </p:cNvSpPr>
            <p:nvPr userDrawn="1"/>
          </p:nvSpPr>
          <p:spPr bwMode="auto">
            <a:xfrm>
              <a:off x="1563688" y="2600326"/>
              <a:ext cx="387350" cy="293688"/>
            </a:xfrm>
            <a:custGeom>
              <a:avLst/>
              <a:gdLst>
                <a:gd name="T0" fmla="*/ 89 w 731"/>
                <a:gd name="T1" fmla="*/ 3 h 556"/>
                <a:gd name="T2" fmla="*/ 115 w 731"/>
                <a:gd name="T3" fmla="*/ 27 h 556"/>
                <a:gd name="T4" fmla="*/ 169 w 731"/>
                <a:gd name="T5" fmla="*/ 345 h 556"/>
                <a:gd name="T6" fmla="*/ 315 w 731"/>
                <a:gd name="T7" fmla="*/ 28 h 556"/>
                <a:gd name="T8" fmla="*/ 348 w 731"/>
                <a:gd name="T9" fmla="*/ 3 h 556"/>
                <a:gd name="T10" fmla="*/ 381 w 731"/>
                <a:gd name="T11" fmla="*/ 0 h 556"/>
                <a:gd name="T12" fmla="*/ 412 w 731"/>
                <a:gd name="T13" fmla="*/ 12 h 556"/>
                <a:gd name="T14" fmla="*/ 427 w 731"/>
                <a:gd name="T15" fmla="*/ 33 h 556"/>
                <a:gd name="T16" fmla="*/ 481 w 731"/>
                <a:gd name="T17" fmla="*/ 345 h 556"/>
                <a:gd name="T18" fmla="*/ 625 w 731"/>
                <a:gd name="T19" fmla="*/ 27 h 556"/>
                <a:gd name="T20" fmla="*/ 656 w 731"/>
                <a:gd name="T21" fmla="*/ 3 h 556"/>
                <a:gd name="T22" fmla="*/ 692 w 731"/>
                <a:gd name="T23" fmla="*/ 1 h 556"/>
                <a:gd name="T24" fmla="*/ 720 w 731"/>
                <a:gd name="T25" fmla="*/ 16 h 556"/>
                <a:gd name="T26" fmla="*/ 731 w 731"/>
                <a:gd name="T27" fmla="*/ 44 h 556"/>
                <a:gd name="T28" fmla="*/ 730 w 731"/>
                <a:gd name="T29" fmla="*/ 65 h 556"/>
                <a:gd name="T30" fmla="*/ 725 w 731"/>
                <a:gd name="T31" fmla="*/ 79 h 556"/>
                <a:gd name="T32" fmla="*/ 513 w 731"/>
                <a:gd name="T33" fmla="*/ 527 h 556"/>
                <a:gd name="T34" fmla="*/ 473 w 731"/>
                <a:gd name="T35" fmla="*/ 552 h 556"/>
                <a:gd name="T36" fmla="*/ 435 w 731"/>
                <a:gd name="T37" fmla="*/ 555 h 556"/>
                <a:gd name="T38" fmla="*/ 410 w 731"/>
                <a:gd name="T39" fmla="*/ 542 h 556"/>
                <a:gd name="T40" fmla="*/ 393 w 731"/>
                <a:gd name="T41" fmla="*/ 519 h 556"/>
                <a:gd name="T42" fmla="*/ 342 w 731"/>
                <a:gd name="T43" fmla="*/ 230 h 556"/>
                <a:gd name="T44" fmla="*/ 204 w 731"/>
                <a:gd name="T45" fmla="*/ 525 h 556"/>
                <a:gd name="T46" fmla="*/ 168 w 731"/>
                <a:gd name="T47" fmla="*/ 551 h 556"/>
                <a:gd name="T48" fmla="*/ 131 w 731"/>
                <a:gd name="T49" fmla="*/ 556 h 556"/>
                <a:gd name="T50" fmla="*/ 100 w 731"/>
                <a:gd name="T51" fmla="*/ 542 h 556"/>
                <a:gd name="T52" fmla="*/ 84 w 731"/>
                <a:gd name="T53" fmla="*/ 520 h 556"/>
                <a:gd name="T54" fmla="*/ 1 w 731"/>
                <a:gd name="T55" fmla="*/ 79 h 556"/>
                <a:gd name="T56" fmla="*/ 0 w 731"/>
                <a:gd name="T57" fmla="*/ 58 h 556"/>
                <a:gd name="T58" fmla="*/ 11 w 731"/>
                <a:gd name="T59" fmla="*/ 29 h 556"/>
                <a:gd name="T60" fmla="*/ 38 w 731"/>
                <a:gd name="T61" fmla="*/ 6 h 556"/>
                <a:gd name="T62" fmla="*/ 72 w 731"/>
                <a:gd name="T63"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1" h="556">
                  <a:moveTo>
                    <a:pt x="72" y="0"/>
                  </a:moveTo>
                  <a:lnTo>
                    <a:pt x="89" y="3"/>
                  </a:lnTo>
                  <a:lnTo>
                    <a:pt x="104" y="12"/>
                  </a:lnTo>
                  <a:lnTo>
                    <a:pt x="115" y="27"/>
                  </a:lnTo>
                  <a:lnTo>
                    <a:pt x="120" y="44"/>
                  </a:lnTo>
                  <a:lnTo>
                    <a:pt x="169" y="345"/>
                  </a:lnTo>
                  <a:lnTo>
                    <a:pt x="304" y="46"/>
                  </a:lnTo>
                  <a:lnTo>
                    <a:pt x="315" y="28"/>
                  </a:lnTo>
                  <a:lnTo>
                    <a:pt x="332" y="12"/>
                  </a:lnTo>
                  <a:lnTo>
                    <a:pt x="348" y="3"/>
                  </a:lnTo>
                  <a:lnTo>
                    <a:pt x="365" y="0"/>
                  </a:lnTo>
                  <a:lnTo>
                    <a:pt x="381" y="0"/>
                  </a:lnTo>
                  <a:lnTo>
                    <a:pt x="398" y="3"/>
                  </a:lnTo>
                  <a:lnTo>
                    <a:pt x="412" y="12"/>
                  </a:lnTo>
                  <a:lnTo>
                    <a:pt x="421" y="21"/>
                  </a:lnTo>
                  <a:lnTo>
                    <a:pt x="427" y="33"/>
                  </a:lnTo>
                  <a:lnTo>
                    <a:pt x="431" y="47"/>
                  </a:lnTo>
                  <a:lnTo>
                    <a:pt x="481" y="345"/>
                  </a:lnTo>
                  <a:lnTo>
                    <a:pt x="614" y="44"/>
                  </a:lnTo>
                  <a:lnTo>
                    <a:pt x="625" y="27"/>
                  </a:lnTo>
                  <a:lnTo>
                    <a:pt x="639" y="12"/>
                  </a:lnTo>
                  <a:lnTo>
                    <a:pt x="656" y="3"/>
                  </a:lnTo>
                  <a:lnTo>
                    <a:pt x="674" y="0"/>
                  </a:lnTo>
                  <a:lnTo>
                    <a:pt x="692" y="1"/>
                  </a:lnTo>
                  <a:lnTo>
                    <a:pt x="707" y="6"/>
                  </a:lnTo>
                  <a:lnTo>
                    <a:pt x="720" y="16"/>
                  </a:lnTo>
                  <a:lnTo>
                    <a:pt x="728" y="29"/>
                  </a:lnTo>
                  <a:lnTo>
                    <a:pt x="731" y="44"/>
                  </a:lnTo>
                  <a:lnTo>
                    <a:pt x="730" y="60"/>
                  </a:lnTo>
                  <a:lnTo>
                    <a:pt x="730" y="65"/>
                  </a:lnTo>
                  <a:lnTo>
                    <a:pt x="728" y="71"/>
                  </a:lnTo>
                  <a:lnTo>
                    <a:pt x="725" y="79"/>
                  </a:lnTo>
                  <a:lnTo>
                    <a:pt x="527" y="505"/>
                  </a:lnTo>
                  <a:lnTo>
                    <a:pt x="513" y="527"/>
                  </a:lnTo>
                  <a:lnTo>
                    <a:pt x="495" y="542"/>
                  </a:lnTo>
                  <a:lnTo>
                    <a:pt x="473" y="552"/>
                  </a:lnTo>
                  <a:lnTo>
                    <a:pt x="450" y="556"/>
                  </a:lnTo>
                  <a:lnTo>
                    <a:pt x="435" y="555"/>
                  </a:lnTo>
                  <a:lnTo>
                    <a:pt x="422" y="550"/>
                  </a:lnTo>
                  <a:lnTo>
                    <a:pt x="410" y="542"/>
                  </a:lnTo>
                  <a:lnTo>
                    <a:pt x="401" y="530"/>
                  </a:lnTo>
                  <a:lnTo>
                    <a:pt x="393" y="519"/>
                  </a:lnTo>
                  <a:lnTo>
                    <a:pt x="389" y="504"/>
                  </a:lnTo>
                  <a:lnTo>
                    <a:pt x="342" y="230"/>
                  </a:lnTo>
                  <a:lnTo>
                    <a:pt x="217" y="505"/>
                  </a:lnTo>
                  <a:lnTo>
                    <a:pt x="204" y="525"/>
                  </a:lnTo>
                  <a:lnTo>
                    <a:pt x="185" y="542"/>
                  </a:lnTo>
                  <a:lnTo>
                    <a:pt x="168" y="551"/>
                  </a:lnTo>
                  <a:lnTo>
                    <a:pt x="149" y="555"/>
                  </a:lnTo>
                  <a:lnTo>
                    <a:pt x="131" y="556"/>
                  </a:lnTo>
                  <a:lnTo>
                    <a:pt x="115" y="551"/>
                  </a:lnTo>
                  <a:lnTo>
                    <a:pt x="100" y="542"/>
                  </a:lnTo>
                  <a:lnTo>
                    <a:pt x="92" y="533"/>
                  </a:lnTo>
                  <a:lnTo>
                    <a:pt x="84" y="520"/>
                  </a:lnTo>
                  <a:lnTo>
                    <a:pt x="79" y="506"/>
                  </a:lnTo>
                  <a:lnTo>
                    <a:pt x="1" y="79"/>
                  </a:lnTo>
                  <a:lnTo>
                    <a:pt x="0" y="67"/>
                  </a:lnTo>
                  <a:lnTo>
                    <a:pt x="0" y="58"/>
                  </a:lnTo>
                  <a:lnTo>
                    <a:pt x="3" y="43"/>
                  </a:lnTo>
                  <a:lnTo>
                    <a:pt x="11" y="29"/>
                  </a:lnTo>
                  <a:lnTo>
                    <a:pt x="23" y="16"/>
                  </a:lnTo>
                  <a:lnTo>
                    <a:pt x="38" y="6"/>
                  </a:lnTo>
                  <a:lnTo>
                    <a:pt x="55" y="1"/>
                  </a:lnTo>
                  <a:lnTo>
                    <a:pt x="72"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18"/>
            <p:cNvSpPr>
              <a:spLocks noEditPoints="1"/>
            </p:cNvSpPr>
            <p:nvPr userDrawn="1"/>
          </p:nvSpPr>
          <p:spPr bwMode="auto">
            <a:xfrm>
              <a:off x="1898650" y="2600326"/>
              <a:ext cx="273050" cy="293688"/>
            </a:xfrm>
            <a:custGeom>
              <a:avLst/>
              <a:gdLst>
                <a:gd name="T0" fmla="*/ 300 w 514"/>
                <a:gd name="T1" fmla="*/ 184 h 556"/>
                <a:gd name="T2" fmla="*/ 230 w 514"/>
                <a:gd name="T3" fmla="*/ 310 h 556"/>
                <a:gd name="T4" fmla="*/ 335 w 514"/>
                <a:gd name="T5" fmla="*/ 310 h 556"/>
                <a:gd name="T6" fmla="*/ 300 w 514"/>
                <a:gd name="T7" fmla="*/ 184 h 556"/>
                <a:gd name="T8" fmla="*/ 323 w 514"/>
                <a:gd name="T9" fmla="*/ 0 h 556"/>
                <a:gd name="T10" fmla="*/ 330 w 514"/>
                <a:gd name="T11" fmla="*/ 0 h 556"/>
                <a:gd name="T12" fmla="*/ 345 w 514"/>
                <a:gd name="T13" fmla="*/ 1 h 556"/>
                <a:gd name="T14" fmla="*/ 359 w 514"/>
                <a:gd name="T15" fmla="*/ 6 h 556"/>
                <a:gd name="T16" fmla="*/ 371 w 514"/>
                <a:gd name="T17" fmla="*/ 14 h 556"/>
                <a:gd name="T18" fmla="*/ 382 w 514"/>
                <a:gd name="T19" fmla="*/ 28 h 556"/>
                <a:gd name="T20" fmla="*/ 390 w 514"/>
                <a:gd name="T21" fmla="*/ 46 h 556"/>
                <a:gd name="T22" fmla="*/ 511 w 514"/>
                <a:gd name="T23" fmla="*/ 470 h 556"/>
                <a:gd name="T24" fmla="*/ 514 w 514"/>
                <a:gd name="T25" fmla="*/ 484 h 556"/>
                <a:gd name="T26" fmla="*/ 512 w 514"/>
                <a:gd name="T27" fmla="*/ 496 h 556"/>
                <a:gd name="T28" fmla="*/ 508 w 514"/>
                <a:gd name="T29" fmla="*/ 511 h 556"/>
                <a:gd name="T30" fmla="*/ 501 w 514"/>
                <a:gd name="T31" fmla="*/ 525 h 556"/>
                <a:gd name="T32" fmla="*/ 491 w 514"/>
                <a:gd name="T33" fmla="*/ 538 h 556"/>
                <a:gd name="T34" fmla="*/ 477 w 514"/>
                <a:gd name="T35" fmla="*/ 548 h 556"/>
                <a:gd name="T36" fmla="*/ 461 w 514"/>
                <a:gd name="T37" fmla="*/ 553 h 556"/>
                <a:gd name="T38" fmla="*/ 445 w 514"/>
                <a:gd name="T39" fmla="*/ 556 h 556"/>
                <a:gd name="T40" fmla="*/ 427 w 514"/>
                <a:gd name="T41" fmla="*/ 553 h 556"/>
                <a:gd name="T42" fmla="*/ 413 w 514"/>
                <a:gd name="T43" fmla="*/ 546 h 556"/>
                <a:gd name="T44" fmla="*/ 400 w 514"/>
                <a:gd name="T45" fmla="*/ 534 h 556"/>
                <a:gd name="T46" fmla="*/ 394 w 514"/>
                <a:gd name="T47" fmla="*/ 520 h 556"/>
                <a:gd name="T48" fmla="*/ 367 w 514"/>
                <a:gd name="T49" fmla="*/ 426 h 556"/>
                <a:gd name="T50" fmla="*/ 165 w 514"/>
                <a:gd name="T51" fmla="*/ 426 h 556"/>
                <a:gd name="T52" fmla="*/ 114 w 514"/>
                <a:gd name="T53" fmla="*/ 519 h 556"/>
                <a:gd name="T54" fmla="*/ 102 w 514"/>
                <a:gd name="T55" fmla="*/ 534 h 556"/>
                <a:gd name="T56" fmla="*/ 87 w 514"/>
                <a:gd name="T57" fmla="*/ 546 h 556"/>
                <a:gd name="T58" fmla="*/ 70 w 514"/>
                <a:gd name="T59" fmla="*/ 553 h 556"/>
                <a:gd name="T60" fmla="*/ 54 w 514"/>
                <a:gd name="T61" fmla="*/ 556 h 556"/>
                <a:gd name="T62" fmla="*/ 37 w 514"/>
                <a:gd name="T63" fmla="*/ 555 h 556"/>
                <a:gd name="T64" fmla="*/ 23 w 514"/>
                <a:gd name="T65" fmla="*/ 548 h 556"/>
                <a:gd name="T66" fmla="*/ 12 w 514"/>
                <a:gd name="T67" fmla="*/ 538 h 556"/>
                <a:gd name="T68" fmla="*/ 12 w 514"/>
                <a:gd name="T69" fmla="*/ 538 h 556"/>
                <a:gd name="T70" fmla="*/ 4 w 514"/>
                <a:gd name="T71" fmla="*/ 525 h 556"/>
                <a:gd name="T72" fmla="*/ 0 w 514"/>
                <a:gd name="T73" fmla="*/ 511 h 556"/>
                <a:gd name="T74" fmla="*/ 0 w 514"/>
                <a:gd name="T75" fmla="*/ 496 h 556"/>
                <a:gd name="T76" fmla="*/ 4 w 514"/>
                <a:gd name="T77" fmla="*/ 484 h 556"/>
                <a:gd name="T78" fmla="*/ 9 w 514"/>
                <a:gd name="T79" fmla="*/ 470 h 556"/>
                <a:gd name="T80" fmla="*/ 249 w 514"/>
                <a:gd name="T81" fmla="*/ 46 h 556"/>
                <a:gd name="T82" fmla="*/ 262 w 514"/>
                <a:gd name="T83" fmla="*/ 28 h 556"/>
                <a:gd name="T84" fmla="*/ 279 w 514"/>
                <a:gd name="T85" fmla="*/ 14 h 556"/>
                <a:gd name="T86" fmla="*/ 299 w 514"/>
                <a:gd name="T87" fmla="*/ 2 h 556"/>
                <a:gd name="T88" fmla="*/ 323 w 514"/>
                <a:gd name="T89"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4" h="556">
                  <a:moveTo>
                    <a:pt x="300" y="184"/>
                  </a:moveTo>
                  <a:lnTo>
                    <a:pt x="230" y="310"/>
                  </a:lnTo>
                  <a:lnTo>
                    <a:pt x="335" y="310"/>
                  </a:lnTo>
                  <a:lnTo>
                    <a:pt x="300" y="184"/>
                  </a:lnTo>
                  <a:close/>
                  <a:moveTo>
                    <a:pt x="323" y="0"/>
                  </a:moveTo>
                  <a:lnTo>
                    <a:pt x="330" y="0"/>
                  </a:lnTo>
                  <a:lnTo>
                    <a:pt x="345" y="1"/>
                  </a:lnTo>
                  <a:lnTo>
                    <a:pt x="359" y="6"/>
                  </a:lnTo>
                  <a:lnTo>
                    <a:pt x="371" y="14"/>
                  </a:lnTo>
                  <a:lnTo>
                    <a:pt x="382" y="28"/>
                  </a:lnTo>
                  <a:lnTo>
                    <a:pt x="390" y="46"/>
                  </a:lnTo>
                  <a:lnTo>
                    <a:pt x="511" y="470"/>
                  </a:lnTo>
                  <a:lnTo>
                    <a:pt x="514" y="484"/>
                  </a:lnTo>
                  <a:lnTo>
                    <a:pt x="512" y="496"/>
                  </a:lnTo>
                  <a:lnTo>
                    <a:pt x="508" y="511"/>
                  </a:lnTo>
                  <a:lnTo>
                    <a:pt x="501" y="525"/>
                  </a:lnTo>
                  <a:lnTo>
                    <a:pt x="491" y="538"/>
                  </a:lnTo>
                  <a:lnTo>
                    <a:pt x="477" y="548"/>
                  </a:lnTo>
                  <a:lnTo>
                    <a:pt x="461" y="553"/>
                  </a:lnTo>
                  <a:lnTo>
                    <a:pt x="445" y="556"/>
                  </a:lnTo>
                  <a:lnTo>
                    <a:pt x="427" y="553"/>
                  </a:lnTo>
                  <a:lnTo>
                    <a:pt x="413" y="546"/>
                  </a:lnTo>
                  <a:lnTo>
                    <a:pt x="400" y="534"/>
                  </a:lnTo>
                  <a:lnTo>
                    <a:pt x="394" y="520"/>
                  </a:lnTo>
                  <a:lnTo>
                    <a:pt x="367" y="426"/>
                  </a:lnTo>
                  <a:lnTo>
                    <a:pt x="165" y="426"/>
                  </a:lnTo>
                  <a:lnTo>
                    <a:pt x="114" y="519"/>
                  </a:lnTo>
                  <a:lnTo>
                    <a:pt x="102" y="534"/>
                  </a:lnTo>
                  <a:lnTo>
                    <a:pt x="87" y="546"/>
                  </a:lnTo>
                  <a:lnTo>
                    <a:pt x="70" y="553"/>
                  </a:lnTo>
                  <a:lnTo>
                    <a:pt x="54" y="556"/>
                  </a:lnTo>
                  <a:lnTo>
                    <a:pt x="37" y="555"/>
                  </a:lnTo>
                  <a:lnTo>
                    <a:pt x="23" y="548"/>
                  </a:lnTo>
                  <a:lnTo>
                    <a:pt x="12" y="538"/>
                  </a:lnTo>
                  <a:lnTo>
                    <a:pt x="12" y="538"/>
                  </a:lnTo>
                  <a:lnTo>
                    <a:pt x="4" y="525"/>
                  </a:lnTo>
                  <a:lnTo>
                    <a:pt x="0" y="511"/>
                  </a:lnTo>
                  <a:lnTo>
                    <a:pt x="0" y="496"/>
                  </a:lnTo>
                  <a:lnTo>
                    <a:pt x="4" y="484"/>
                  </a:lnTo>
                  <a:lnTo>
                    <a:pt x="9" y="470"/>
                  </a:lnTo>
                  <a:lnTo>
                    <a:pt x="249" y="46"/>
                  </a:lnTo>
                  <a:lnTo>
                    <a:pt x="262" y="28"/>
                  </a:lnTo>
                  <a:lnTo>
                    <a:pt x="279" y="14"/>
                  </a:lnTo>
                  <a:lnTo>
                    <a:pt x="299" y="2"/>
                  </a:lnTo>
                  <a:lnTo>
                    <a:pt x="323"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userDrawn="1"/>
          </p:nvSpPr>
          <p:spPr bwMode="auto">
            <a:xfrm>
              <a:off x="2276475" y="2730501"/>
              <a:ext cx="153987" cy="163513"/>
            </a:xfrm>
            <a:custGeom>
              <a:avLst/>
              <a:gdLst>
                <a:gd name="T0" fmla="*/ 142 w 291"/>
                <a:gd name="T1" fmla="*/ 0 h 308"/>
                <a:gd name="T2" fmla="*/ 283 w 291"/>
                <a:gd name="T3" fmla="*/ 212 h 308"/>
                <a:gd name="T4" fmla="*/ 288 w 291"/>
                <a:gd name="T5" fmla="*/ 220 h 308"/>
                <a:gd name="T6" fmla="*/ 291 w 291"/>
                <a:gd name="T7" fmla="*/ 231 h 308"/>
                <a:gd name="T8" fmla="*/ 291 w 291"/>
                <a:gd name="T9" fmla="*/ 248 h 308"/>
                <a:gd name="T10" fmla="*/ 287 w 291"/>
                <a:gd name="T11" fmla="*/ 263 h 308"/>
                <a:gd name="T12" fmla="*/ 280 w 291"/>
                <a:gd name="T13" fmla="*/ 277 h 308"/>
                <a:gd name="T14" fmla="*/ 268 w 291"/>
                <a:gd name="T15" fmla="*/ 290 h 308"/>
                <a:gd name="T16" fmla="*/ 255 w 291"/>
                <a:gd name="T17" fmla="*/ 300 h 308"/>
                <a:gd name="T18" fmla="*/ 240 w 291"/>
                <a:gd name="T19" fmla="*/ 305 h 308"/>
                <a:gd name="T20" fmla="*/ 222 w 291"/>
                <a:gd name="T21" fmla="*/ 308 h 308"/>
                <a:gd name="T22" fmla="*/ 204 w 291"/>
                <a:gd name="T23" fmla="*/ 305 h 308"/>
                <a:gd name="T24" fmla="*/ 189 w 291"/>
                <a:gd name="T25" fmla="*/ 296 h 308"/>
                <a:gd name="T26" fmla="*/ 177 w 291"/>
                <a:gd name="T27" fmla="*/ 284 h 308"/>
                <a:gd name="T28" fmla="*/ 0 w 291"/>
                <a:gd name="T29" fmla="*/ 2 h 308"/>
                <a:gd name="T30" fmla="*/ 142 w 291"/>
                <a:gd name="T31" fmla="*/ 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1" h="308">
                  <a:moveTo>
                    <a:pt x="142" y="0"/>
                  </a:moveTo>
                  <a:lnTo>
                    <a:pt x="283" y="212"/>
                  </a:lnTo>
                  <a:lnTo>
                    <a:pt x="288" y="220"/>
                  </a:lnTo>
                  <a:lnTo>
                    <a:pt x="291" y="231"/>
                  </a:lnTo>
                  <a:lnTo>
                    <a:pt x="291" y="248"/>
                  </a:lnTo>
                  <a:lnTo>
                    <a:pt x="287" y="263"/>
                  </a:lnTo>
                  <a:lnTo>
                    <a:pt x="280" y="277"/>
                  </a:lnTo>
                  <a:lnTo>
                    <a:pt x="268" y="290"/>
                  </a:lnTo>
                  <a:lnTo>
                    <a:pt x="255" y="300"/>
                  </a:lnTo>
                  <a:lnTo>
                    <a:pt x="240" y="305"/>
                  </a:lnTo>
                  <a:lnTo>
                    <a:pt x="222" y="308"/>
                  </a:lnTo>
                  <a:lnTo>
                    <a:pt x="204" y="305"/>
                  </a:lnTo>
                  <a:lnTo>
                    <a:pt x="189" y="296"/>
                  </a:lnTo>
                  <a:lnTo>
                    <a:pt x="177" y="284"/>
                  </a:lnTo>
                  <a:lnTo>
                    <a:pt x="0" y="2"/>
                  </a:lnTo>
                  <a:lnTo>
                    <a:pt x="142"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noEditPoints="1"/>
            </p:cNvSpPr>
            <p:nvPr userDrawn="1"/>
          </p:nvSpPr>
          <p:spPr bwMode="auto">
            <a:xfrm>
              <a:off x="2195513" y="2600326"/>
              <a:ext cx="260350" cy="293688"/>
            </a:xfrm>
            <a:custGeom>
              <a:avLst/>
              <a:gdLst>
                <a:gd name="T0" fmla="*/ 157 w 491"/>
                <a:gd name="T1" fmla="*/ 241 h 554"/>
                <a:gd name="T2" fmla="*/ 288 w 491"/>
                <a:gd name="T3" fmla="*/ 238 h 554"/>
                <a:gd name="T4" fmla="*/ 338 w 491"/>
                <a:gd name="T5" fmla="*/ 221 h 554"/>
                <a:gd name="T6" fmla="*/ 362 w 491"/>
                <a:gd name="T7" fmla="*/ 196 h 554"/>
                <a:gd name="T8" fmla="*/ 367 w 491"/>
                <a:gd name="T9" fmla="*/ 160 h 554"/>
                <a:gd name="T10" fmla="*/ 355 w 491"/>
                <a:gd name="T11" fmla="*/ 136 h 554"/>
                <a:gd name="T12" fmla="*/ 335 w 491"/>
                <a:gd name="T13" fmla="*/ 126 h 554"/>
                <a:gd name="T14" fmla="*/ 297 w 491"/>
                <a:gd name="T15" fmla="*/ 119 h 554"/>
                <a:gd name="T16" fmla="*/ 173 w 491"/>
                <a:gd name="T17" fmla="*/ 118 h 554"/>
                <a:gd name="T18" fmla="*/ 293 w 491"/>
                <a:gd name="T19" fmla="*/ 0 h 554"/>
                <a:gd name="T20" fmla="*/ 369 w 491"/>
                <a:gd name="T21" fmla="*/ 8 h 554"/>
                <a:gd name="T22" fmla="*/ 426 w 491"/>
                <a:gd name="T23" fmla="*/ 30 h 554"/>
                <a:gd name="T24" fmla="*/ 467 w 491"/>
                <a:gd name="T25" fmla="*/ 67 h 554"/>
                <a:gd name="T26" fmla="*/ 487 w 491"/>
                <a:gd name="T27" fmla="*/ 115 h 554"/>
                <a:gd name="T28" fmla="*/ 489 w 491"/>
                <a:gd name="T29" fmla="*/ 173 h 554"/>
                <a:gd name="T30" fmla="*/ 485 w 491"/>
                <a:gd name="T31" fmla="*/ 197 h 554"/>
                <a:gd name="T32" fmla="*/ 475 w 491"/>
                <a:gd name="T33" fmla="*/ 228 h 554"/>
                <a:gd name="T34" fmla="*/ 456 w 491"/>
                <a:gd name="T35" fmla="*/ 264 h 554"/>
                <a:gd name="T36" fmla="*/ 427 w 491"/>
                <a:gd name="T37" fmla="*/ 299 h 554"/>
                <a:gd name="T38" fmla="*/ 385 w 491"/>
                <a:gd name="T39" fmla="*/ 329 h 554"/>
                <a:gd name="T40" fmla="*/ 330 w 491"/>
                <a:gd name="T41" fmla="*/ 351 h 554"/>
                <a:gd name="T42" fmla="*/ 258 w 491"/>
                <a:gd name="T43" fmla="*/ 358 h 554"/>
                <a:gd name="T44" fmla="*/ 121 w 491"/>
                <a:gd name="T45" fmla="*/ 494 h 554"/>
                <a:gd name="T46" fmla="*/ 108 w 491"/>
                <a:gd name="T47" fmla="*/ 525 h 554"/>
                <a:gd name="T48" fmla="*/ 83 w 491"/>
                <a:gd name="T49" fmla="*/ 546 h 554"/>
                <a:gd name="T50" fmla="*/ 51 w 491"/>
                <a:gd name="T51" fmla="*/ 554 h 554"/>
                <a:gd name="T52" fmla="*/ 23 w 491"/>
                <a:gd name="T53" fmla="*/ 546 h 554"/>
                <a:gd name="T54" fmla="*/ 3 w 491"/>
                <a:gd name="T55" fmla="*/ 525 h 554"/>
                <a:gd name="T56" fmla="*/ 0 w 491"/>
                <a:gd name="T57" fmla="*/ 494 h 554"/>
                <a:gd name="T58" fmla="*/ 65 w 491"/>
                <a:gd name="T59" fmla="*/ 46 h 554"/>
                <a:gd name="T60" fmla="*/ 84 w 491"/>
                <a:gd name="T61" fmla="*/ 19 h 554"/>
                <a:gd name="T62" fmla="*/ 113 w 491"/>
                <a:gd name="T63" fmla="*/ 3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1" h="554">
                  <a:moveTo>
                    <a:pt x="173" y="118"/>
                  </a:moveTo>
                  <a:lnTo>
                    <a:pt x="157" y="241"/>
                  </a:lnTo>
                  <a:lnTo>
                    <a:pt x="255" y="241"/>
                  </a:lnTo>
                  <a:lnTo>
                    <a:pt x="288" y="238"/>
                  </a:lnTo>
                  <a:lnTo>
                    <a:pt x="315" y="232"/>
                  </a:lnTo>
                  <a:lnTo>
                    <a:pt x="338" y="221"/>
                  </a:lnTo>
                  <a:lnTo>
                    <a:pt x="353" y="210"/>
                  </a:lnTo>
                  <a:lnTo>
                    <a:pt x="362" y="196"/>
                  </a:lnTo>
                  <a:lnTo>
                    <a:pt x="367" y="178"/>
                  </a:lnTo>
                  <a:lnTo>
                    <a:pt x="367" y="160"/>
                  </a:lnTo>
                  <a:lnTo>
                    <a:pt x="364" y="146"/>
                  </a:lnTo>
                  <a:lnTo>
                    <a:pt x="355" y="136"/>
                  </a:lnTo>
                  <a:lnTo>
                    <a:pt x="347" y="131"/>
                  </a:lnTo>
                  <a:lnTo>
                    <a:pt x="335" y="126"/>
                  </a:lnTo>
                  <a:lnTo>
                    <a:pt x="319" y="122"/>
                  </a:lnTo>
                  <a:lnTo>
                    <a:pt x="297" y="119"/>
                  </a:lnTo>
                  <a:lnTo>
                    <a:pt x="269" y="118"/>
                  </a:lnTo>
                  <a:lnTo>
                    <a:pt x="173" y="118"/>
                  </a:lnTo>
                  <a:close/>
                  <a:moveTo>
                    <a:pt x="129" y="0"/>
                  </a:moveTo>
                  <a:lnTo>
                    <a:pt x="293" y="0"/>
                  </a:lnTo>
                  <a:lnTo>
                    <a:pt x="333" y="3"/>
                  </a:lnTo>
                  <a:lnTo>
                    <a:pt x="369" y="8"/>
                  </a:lnTo>
                  <a:lnTo>
                    <a:pt x="401" y="17"/>
                  </a:lnTo>
                  <a:lnTo>
                    <a:pt x="426" y="30"/>
                  </a:lnTo>
                  <a:lnTo>
                    <a:pt x="449" y="46"/>
                  </a:lnTo>
                  <a:lnTo>
                    <a:pt x="467" y="67"/>
                  </a:lnTo>
                  <a:lnTo>
                    <a:pt x="480" y="90"/>
                  </a:lnTo>
                  <a:lnTo>
                    <a:pt x="487" y="115"/>
                  </a:lnTo>
                  <a:lnTo>
                    <a:pt x="491" y="142"/>
                  </a:lnTo>
                  <a:lnTo>
                    <a:pt x="489" y="173"/>
                  </a:lnTo>
                  <a:lnTo>
                    <a:pt x="487" y="183"/>
                  </a:lnTo>
                  <a:lnTo>
                    <a:pt x="485" y="197"/>
                  </a:lnTo>
                  <a:lnTo>
                    <a:pt x="480" y="211"/>
                  </a:lnTo>
                  <a:lnTo>
                    <a:pt x="475" y="228"/>
                  </a:lnTo>
                  <a:lnTo>
                    <a:pt x="466" y="246"/>
                  </a:lnTo>
                  <a:lnTo>
                    <a:pt x="456" y="264"/>
                  </a:lnTo>
                  <a:lnTo>
                    <a:pt x="443" y="282"/>
                  </a:lnTo>
                  <a:lnTo>
                    <a:pt x="427" y="299"/>
                  </a:lnTo>
                  <a:lnTo>
                    <a:pt x="408" y="315"/>
                  </a:lnTo>
                  <a:lnTo>
                    <a:pt x="385" y="329"/>
                  </a:lnTo>
                  <a:lnTo>
                    <a:pt x="360" y="342"/>
                  </a:lnTo>
                  <a:lnTo>
                    <a:pt x="330" y="351"/>
                  </a:lnTo>
                  <a:lnTo>
                    <a:pt x="296" y="357"/>
                  </a:lnTo>
                  <a:lnTo>
                    <a:pt x="258" y="358"/>
                  </a:lnTo>
                  <a:lnTo>
                    <a:pt x="140" y="358"/>
                  </a:lnTo>
                  <a:lnTo>
                    <a:pt x="121" y="494"/>
                  </a:lnTo>
                  <a:lnTo>
                    <a:pt x="116" y="511"/>
                  </a:lnTo>
                  <a:lnTo>
                    <a:pt x="108" y="525"/>
                  </a:lnTo>
                  <a:lnTo>
                    <a:pt x="97" y="537"/>
                  </a:lnTo>
                  <a:lnTo>
                    <a:pt x="83" y="546"/>
                  </a:lnTo>
                  <a:lnTo>
                    <a:pt x="67" y="553"/>
                  </a:lnTo>
                  <a:lnTo>
                    <a:pt x="51" y="554"/>
                  </a:lnTo>
                  <a:lnTo>
                    <a:pt x="35" y="553"/>
                  </a:lnTo>
                  <a:lnTo>
                    <a:pt x="23" y="546"/>
                  </a:lnTo>
                  <a:lnTo>
                    <a:pt x="11" y="536"/>
                  </a:lnTo>
                  <a:lnTo>
                    <a:pt x="3" y="525"/>
                  </a:lnTo>
                  <a:lnTo>
                    <a:pt x="0" y="509"/>
                  </a:lnTo>
                  <a:lnTo>
                    <a:pt x="0" y="494"/>
                  </a:lnTo>
                  <a:lnTo>
                    <a:pt x="61" y="62"/>
                  </a:lnTo>
                  <a:lnTo>
                    <a:pt x="65" y="46"/>
                  </a:lnTo>
                  <a:lnTo>
                    <a:pt x="72" y="32"/>
                  </a:lnTo>
                  <a:lnTo>
                    <a:pt x="84" y="19"/>
                  </a:lnTo>
                  <a:lnTo>
                    <a:pt x="98" y="9"/>
                  </a:lnTo>
                  <a:lnTo>
                    <a:pt x="113" y="3"/>
                  </a:lnTo>
                  <a:lnTo>
                    <a:pt x="129"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21"/>
            <p:cNvSpPr>
              <a:spLocks/>
            </p:cNvSpPr>
            <p:nvPr userDrawn="1"/>
          </p:nvSpPr>
          <p:spPr bwMode="auto">
            <a:xfrm>
              <a:off x="2460625" y="2600326"/>
              <a:ext cx="244475" cy="292100"/>
            </a:xfrm>
            <a:custGeom>
              <a:avLst/>
              <a:gdLst>
                <a:gd name="T0" fmla="*/ 129 w 462"/>
                <a:gd name="T1" fmla="*/ 0 h 550"/>
                <a:gd name="T2" fmla="*/ 412 w 462"/>
                <a:gd name="T3" fmla="*/ 0 h 550"/>
                <a:gd name="T4" fmla="*/ 427 w 462"/>
                <a:gd name="T5" fmla="*/ 3 h 550"/>
                <a:gd name="T6" fmla="*/ 440 w 462"/>
                <a:gd name="T7" fmla="*/ 8 h 550"/>
                <a:gd name="T8" fmla="*/ 452 w 462"/>
                <a:gd name="T9" fmla="*/ 18 h 550"/>
                <a:gd name="T10" fmla="*/ 459 w 462"/>
                <a:gd name="T11" fmla="*/ 30 h 550"/>
                <a:gd name="T12" fmla="*/ 462 w 462"/>
                <a:gd name="T13" fmla="*/ 44 h 550"/>
                <a:gd name="T14" fmla="*/ 462 w 462"/>
                <a:gd name="T15" fmla="*/ 59 h 550"/>
                <a:gd name="T16" fmla="*/ 458 w 462"/>
                <a:gd name="T17" fmla="*/ 76 h 550"/>
                <a:gd name="T18" fmla="*/ 450 w 462"/>
                <a:gd name="T19" fmla="*/ 90 h 550"/>
                <a:gd name="T20" fmla="*/ 439 w 462"/>
                <a:gd name="T21" fmla="*/ 101 h 550"/>
                <a:gd name="T22" fmla="*/ 425 w 462"/>
                <a:gd name="T23" fmla="*/ 110 h 550"/>
                <a:gd name="T24" fmla="*/ 411 w 462"/>
                <a:gd name="T25" fmla="*/ 115 h 550"/>
                <a:gd name="T26" fmla="*/ 395 w 462"/>
                <a:gd name="T27" fmla="*/ 118 h 550"/>
                <a:gd name="T28" fmla="*/ 173 w 462"/>
                <a:gd name="T29" fmla="*/ 118 h 550"/>
                <a:gd name="T30" fmla="*/ 159 w 462"/>
                <a:gd name="T31" fmla="*/ 216 h 550"/>
                <a:gd name="T32" fmla="*/ 356 w 462"/>
                <a:gd name="T33" fmla="*/ 216 h 550"/>
                <a:gd name="T34" fmla="*/ 371 w 462"/>
                <a:gd name="T35" fmla="*/ 219 h 550"/>
                <a:gd name="T36" fmla="*/ 384 w 462"/>
                <a:gd name="T37" fmla="*/ 224 h 550"/>
                <a:gd name="T38" fmla="*/ 395 w 462"/>
                <a:gd name="T39" fmla="*/ 234 h 550"/>
                <a:gd name="T40" fmla="*/ 403 w 462"/>
                <a:gd name="T41" fmla="*/ 246 h 550"/>
                <a:gd name="T42" fmla="*/ 407 w 462"/>
                <a:gd name="T43" fmla="*/ 260 h 550"/>
                <a:gd name="T44" fmla="*/ 407 w 462"/>
                <a:gd name="T45" fmla="*/ 275 h 550"/>
                <a:gd name="T46" fmla="*/ 402 w 462"/>
                <a:gd name="T47" fmla="*/ 292 h 550"/>
                <a:gd name="T48" fmla="*/ 394 w 462"/>
                <a:gd name="T49" fmla="*/ 306 h 550"/>
                <a:gd name="T50" fmla="*/ 383 w 462"/>
                <a:gd name="T51" fmla="*/ 317 h 550"/>
                <a:gd name="T52" fmla="*/ 370 w 462"/>
                <a:gd name="T53" fmla="*/ 326 h 550"/>
                <a:gd name="T54" fmla="*/ 355 w 462"/>
                <a:gd name="T55" fmla="*/ 331 h 550"/>
                <a:gd name="T56" fmla="*/ 339 w 462"/>
                <a:gd name="T57" fmla="*/ 334 h 550"/>
                <a:gd name="T58" fmla="*/ 143 w 462"/>
                <a:gd name="T59" fmla="*/ 334 h 550"/>
                <a:gd name="T60" fmla="*/ 129 w 462"/>
                <a:gd name="T61" fmla="*/ 434 h 550"/>
                <a:gd name="T62" fmla="*/ 351 w 462"/>
                <a:gd name="T63" fmla="*/ 434 h 550"/>
                <a:gd name="T64" fmla="*/ 366 w 462"/>
                <a:gd name="T65" fmla="*/ 435 h 550"/>
                <a:gd name="T66" fmla="*/ 379 w 462"/>
                <a:gd name="T67" fmla="*/ 441 h 550"/>
                <a:gd name="T68" fmla="*/ 390 w 462"/>
                <a:gd name="T69" fmla="*/ 450 h 550"/>
                <a:gd name="T70" fmla="*/ 398 w 462"/>
                <a:gd name="T71" fmla="*/ 463 h 550"/>
                <a:gd name="T72" fmla="*/ 402 w 462"/>
                <a:gd name="T73" fmla="*/ 477 h 550"/>
                <a:gd name="T74" fmla="*/ 402 w 462"/>
                <a:gd name="T75" fmla="*/ 493 h 550"/>
                <a:gd name="T76" fmla="*/ 397 w 462"/>
                <a:gd name="T77" fmla="*/ 508 h 550"/>
                <a:gd name="T78" fmla="*/ 389 w 462"/>
                <a:gd name="T79" fmla="*/ 522 h 550"/>
                <a:gd name="T80" fmla="*/ 378 w 462"/>
                <a:gd name="T81" fmla="*/ 534 h 550"/>
                <a:gd name="T82" fmla="*/ 365 w 462"/>
                <a:gd name="T83" fmla="*/ 544 h 550"/>
                <a:gd name="T84" fmla="*/ 349 w 462"/>
                <a:gd name="T85" fmla="*/ 549 h 550"/>
                <a:gd name="T86" fmla="*/ 334 w 462"/>
                <a:gd name="T87" fmla="*/ 550 h 550"/>
                <a:gd name="T88" fmla="*/ 52 w 462"/>
                <a:gd name="T89" fmla="*/ 550 h 550"/>
                <a:gd name="T90" fmla="*/ 37 w 462"/>
                <a:gd name="T91" fmla="*/ 549 h 550"/>
                <a:gd name="T92" fmla="*/ 23 w 462"/>
                <a:gd name="T93" fmla="*/ 542 h 550"/>
                <a:gd name="T94" fmla="*/ 11 w 462"/>
                <a:gd name="T95" fmla="*/ 534 h 550"/>
                <a:gd name="T96" fmla="*/ 3 w 462"/>
                <a:gd name="T97" fmla="*/ 521 h 550"/>
                <a:gd name="T98" fmla="*/ 0 w 462"/>
                <a:gd name="T99" fmla="*/ 507 h 550"/>
                <a:gd name="T100" fmla="*/ 1 w 462"/>
                <a:gd name="T101" fmla="*/ 490 h 550"/>
                <a:gd name="T102" fmla="*/ 61 w 462"/>
                <a:gd name="T103" fmla="*/ 62 h 550"/>
                <a:gd name="T104" fmla="*/ 65 w 462"/>
                <a:gd name="T105" fmla="*/ 46 h 550"/>
                <a:gd name="T106" fmla="*/ 72 w 462"/>
                <a:gd name="T107" fmla="*/ 32 h 550"/>
                <a:gd name="T108" fmla="*/ 84 w 462"/>
                <a:gd name="T109" fmla="*/ 19 h 550"/>
                <a:gd name="T110" fmla="*/ 98 w 462"/>
                <a:gd name="T111" fmla="*/ 9 h 550"/>
                <a:gd name="T112" fmla="*/ 113 w 462"/>
                <a:gd name="T113" fmla="*/ 3 h 550"/>
                <a:gd name="T114" fmla="*/ 129 w 462"/>
                <a:gd name="T115"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62" h="550">
                  <a:moveTo>
                    <a:pt x="129" y="0"/>
                  </a:moveTo>
                  <a:lnTo>
                    <a:pt x="412" y="0"/>
                  </a:lnTo>
                  <a:lnTo>
                    <a:pt x="427" y="3"/>
                  </a:lnTo>
                  <a:lnTo>
                    <a:pt x="440" y="8"/>
                  </a:lnTo>
                  <a:lnTo>
                    <a:pt x="452" y="18"/>
                  </a:lnTo>
                  <a:lnTo>
                    <a:pt x="459" y="30"/>
                  </a:lnTo>
                  <a:lnTo>
                    <a:pt x="462" y="44"/>
                  </a:lnTo>
                  <a:lnTo>
                    <a:pt x="462" y="59"/>
                  </a:lnTo>
                  <a:lnTo>
                    <a:pt x="458" y="76"/>
                  </a:lnTo>
                  <a:lnTo>
                    <a:pt x="450" y="90"/>
                  </a:lnTo>
                  <a:lnTo>
                    <a:pt x="439" y="101"/>
                  </a:lnTo>
                  <a:lnTo>
                    <a:pt x="425" y="110"/>
                  </a:lnTo>
                  <a:lnTo>
                    <a:pt x="411" y="115"/>
                  </a:lnTo>
                  <a:lnTo>
                    <a:pt x="395" y="118"/>
                  </a:lnTo>
                  <a:lnTo>
                    <a:pt x="173" y="118"/>
                  </a:lnTo>
                  <a:lnTo>
                    <a:pt x="159" y="216"/>
                  </a:lnTo>
                  <a:lnTo>
                    <a:pt x="356" y="216"/>
                  </a:lnTo>
                  <a:lnTo>
                    <a:pt x="371" y="219"/>
                  </a:lnTo>
                  <a:lnTo>
                    <a:pt x="384" y="224"/>
                  </a:lnTo>
                  <a:lnTo>
                    <a:pt x="395" y="234"/>
                  </a:lnTo>
                  <a:lnTo>
                    <a:pt x="403" y="246"/>
                  </a:lnTo>
                  <a:lnTo>
                    <a:pt x="407" y="260"/>
                  </a:lnTo>
                  <a:lnTo>
                    <a:pt x="407" y="275"/>
                  </a:lnTo>
                  <a:lnTo>
                    <a:pt x="402" y="292"/>
                  </a:lnTo>
                  <a:lnTo>
                    <a:pt x="394" y="306"/>
                  </a:lnTo>
                  <a:lnTo>
                    <a:pt x="383" y="317"/>
                  </a:lnTo>
                  <a:lnTo>
                    <a:pt x="370" y="326"/>
                  </a:lnTo>
                  <a:lnTo>
                    <a:pt x="355" y="331"/>
                  </a:lnTo>
                  <a:lnTo>
                    <a:pt x="339" y="334"/>
                  </a:lnTo>
                  <a:lnTo>
                    <a:pt x="143" y="334"/>
                  </a:lnTo>
                  <a:lnTo>
                    <a:pt x="129" y="434"/>
                  </a:lnTo>
                  <a:lnTo>
                    <a:pt x="351" y="434"/>
                  </a:lnTo>
                  <a:lnTo>
                    <a:pt x="366" y="435"/>
                  </a:lnTo>
                  <a:lnTo>
                    <a:pt x="379" y="441"/>
                  </a:lnTo>
                  <a:lnTo>
                    <a:pt x="390" y="450"/>
                  </a:lnTo>
                  <a:lnTo>
                    <a:pt x="398" y="463"/>
                  </a:lnTo>
                  <a:lnTo>
                    <a:pt x="402" y="477"/>
                  </a:lnTo>
                  <a:lnTo>
                    <a:pt x="402" y="493"/>
                  </a:lnTo>
                  <a:lnTo>
                    <a:pt x="397" y="508"/>
                  </a:lnTo>
                  <a:lnTo>
                    <a:pt x="389" y="522"/>
                  </a:lnTo>
                  <a:lnTo>
                    <a:pt x="378" y="534"/>
                  </a:lnTo>
                  <a:lnTo>
                    <a:pt x="365" y="544"/>
                  </a:lnTo>
                  <a:lnTo>
                    <a:pt x="349" y="549"/>
                  </a:lnTo>
                  <a:lnTo>
                    <a:pt x="334" y="550"/>
                  </a:lnTo>
                  <a:lnTo>
                    <a:pt x="52" y="550"/>
                  </a:lnTo>
                  <a:lnTo>
                    <a:pt x="37" y="549"/>
                  </a:lnTo>
                  <a:lnTo>
                    <a:pt x="23" y="542"/>
                  </a:lnTo>
                  <a:lnTo>
                    <a:pt x="11" y="534"/>
                  </a:lnTo>
                  <a:lnTo>
                    <a:pt x="3" y="521"/>
                  </a:lnTo>
                  <a:lnTo>
                    <a:pt x="0" y="507"/>
                  </a:lnTo>
                  <a:lnTo>
                    <a:pt x="1" y="490"/>
                  </a:lnTo>
                  <a:lnTo>
                    <a:pt x="61" y="62"/>
                  </a:lnTo>
                  <a:lnTo>
                    <a:pt x="65" y="46"/>
                  </a:lnTo>
                  <a:lnTo>
                    <a:pt x="72" y="32"/>
                  </a:lnTo>
                  <a:lnTo>
                    <a:pt x="84" y="19"/>
                  </a:lnTo>
                  <a:lnTo>
                    <a:pt x="98" y="9"/>
                  </a:lnTo>
                  <a:lnTo>
                    <a:pt x="113" y="3"/>
                  </a:lnTo>
                  <a:lnTo>
                    <a:pt x="129" y="0"/>
                  </a:lnTo>
                  <a:close/>
                </a:path>
              </a:pathLst>
            </a:custGeom>
            <a:solidFill>
              <a:srgbClr val="2525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TextBox 22"/>
          <p:cNvSpPr txBox="1"/>
          <p:nvPr userDrawn="1"/>
        </p:nvSpPr>
        <p:spPr>
          <a:xfrm>
            <a:off x="10432473" y="6345382"/>
            <a:ext cx="1759527" cy="384721"/>
          </a:xfrm>
          <a:prstGeom prst="rect">
            <a:avLst/>
          </a:prstGeom>
          <a:noFill/>
        </p:spPr>
        <p:txBody>
          <a:bodyPr wrap="square" rtlCol="0">
            <a:spAutoFit/>
          </a:bodyPr>
          <a:lstStyle/>
          <a:p>
            <a:r>
              <a:rPr lang="en-US" b="1"/>
              <a:t>21</a:t>
            </a:r>
            <a:r>
              <a:rPr lang="en-US" b="1" baseline="30000"/>
              <a:t>st</a:t>
            </a:r>
            <a:r>
              <a:rPr lang="en-US" b="1"/>
              <a:t> May 2019</a:t>
            </a:r>
            <a:endParaRPr lang="en-GB" b="1"/>
          </a:p>
        </p:txBody>
      </p:sp>
    </p:spTree>
    <p:extLst>
      <p:ext uri="{BB962C8B-B14F-4D97-AF65-F5344CB8AC3E}">
        <p14:creationId xmlns:p14="http://schemas.microsoft.com/office/powerpoint/2010/main" val="34765201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45"/>
            <a:ext cx="12192000" cy="6851655"/>
          </a:xfrm>
          <a:prstGeom prst="rect">
            <a:avLst/>
          </a:prstGeom>
        </p:spPr>
      </p:pic>
      <p:sp>
        <p:nvSpPr>
          <p:cNvPr id="14" name="Text Box 72"/>
          <p:cNvSpPr txBox="1">
            <a:spLocks noChangeArrowheads="1"/>
          </p:cNvSpPr>
          <p:nvPr userDrawn="1"/>
        </p:nvSpPr>
        <p:spPr bwMode="auto">
          <a:xfrm>
            <a:off x="11582400" y="6400800"/>
            <a:ext cx="508000" cy="304800"/>
          </a:xfrm>
          <a:prstGeom prst="rect">
            <a:avLst/>
          </a:prstGeom>
          <a:noFill/>
          <a:ln w="9525">
            <a:noFill/>
            <a:miter lim="800000"/>
            <a:headEnd/>
            <a:tailEnd/>
          </a:ln>
        </p:spPr>
        <p:txBody>
          <a:bodyPr anchor="ctr"/>
          <a:lstStyle/>
          <a:p>
            <a:pPr algn="r" eaLnBrk="1" hangingPunct="1">
              <a:spcBef>
                <a:spcPct val="50000"/>
              </a:spcBef>
            </a:pPr>
            <a:endParaRPr lang="en-US" sz="1599">
              <a:solidFill>
                <a:srgbClr val="DD6021"/>
              </a:solidFill>
              <a:latin typeface="HelveticaNeue Condensed"/>
            </a:endParaRPr>
          </a:p>
        </p:txBody>
      </p:sp>
      <p:sp>
        <p:nvSpPr>
          <p:cNvPr id="9" name="Title 1"/>
          <p:cNvSpPr>
            <a:spLocks noGrp="1"/>
          </p:cNvSpPr>
          <p:nvPr>
            <p:ph type="ctrTitle"/>
          </p:nvPr>
        </p:nvSpPr>
        <p:spPr>
          <a:xfrm>
            <a:off x="4140200" y="2363188"/>
            <a:ext cx="5308600" cy="1624095"/>
          </a:xfrm>
          <a:prstGeom prst="rect">
            <a:avLst/>
          </a:prstGeom>
          <a:ln>
            <a:noFill/>
          </a:ln>
        </p:spPr>
        <p:txBody>
          <a:bodyPr>
            <a:noAutofit/>
          </a:bodyPr>
          <a:lstStyle>
            <a:lvl1pPr>
              <a:defRPr sz="4263" b="1">
                <a:solidFill>
                  <a:schemeClr val="bg1"/>
                </a:solidFill>
                <a:latin typeface="+mn-lt"/>
              </a:defRPr>
            </a:lvl1pPr>
          </a:lstStyle>
          <a:p>
            <a:endParaRPr lang="en-US"/>
          </a:p>
        </p:txBody>
      </p:sp>
      <p:cxnSp>
        <p:nvCxnSpPr>
          <p:cNvPr id="7" name="Straight Connector 6"/>
          <p:cNvCxnSpPr/>
          <p:nvPr userDrawn="1"/>
        </p:nvCxnSpPr>
        <p:spPr bwMode="auto">
          <a:xfrm>
            <a:off x="6400800" y="1646186"/>
            <a:ext cx="0" cy="406024"/>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6" name="Picture 5">
            <a:extLst>
              <a:ext uri="{FF2B5EF4-FFF2-40B4-BE49-F238E27FC236}">
                <a16:creationId xmlns:a16="http://schemas.microsoft.com/office/drawing/2014/main" id="{120ADF0C-4BBB-45C4-865D-6FA4EAC3794C}"/>
              </a:ext>
            </a:extLst>
          </p:cNvPr>
          <p:cNvPicPr>
            <a:picLocks noChangeAspect="1"/>
          </p:cNvPicPr>
          <p:nvPr userDrawn="1"/>
        </p:nvPicPr>
        <p:blipFill>
          <a:blip r:embed="rId3"/>
          <a:stretch>
            <a:fillRect/>
          </a:stretch>
        </p:blipFill>
        <p:spPr bwMode="black">
          <a:xfrm>
            <a:off x="9956801" y="383819"/>
            <a:ext cx="1704217" cy="365422"/>
          </a:xfrm>
          <a:prstGeom prst="rect">
            <a:avLst/>
          </a:prstGeom>
        </p:spPr>
      </p:pic>
    </p:spTree>
    <p:extLst>
      <p:ext uri="{BB962C8B-B14F-4D97-AF65-F5344CB8AC3E}">
        <p14:creationId xmlns:p14="http://schemas.microsoft.com/office/powerpoint/2010/main" val="1440915078"/>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451579" y="804519"/>
            <a:ext cx="9603275" cy="1049235"/>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15593995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Boxes without Top Patch">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11159" y="1580016"/>
            <a:ext cx="5426192" cy="4724400"/>
          </a:xfrm>
          <a:prstGeom prst="rect">
            <a:avLst/>
          </a:prstGeom>
        </p:spPr>
        <p:txBody>
          <a:bodyPr>
            <a:normAutofit/>
          </a:bodyPr>
          <a:lstStyle>
            <a:lvl1pPr marL="0" marR="0" indent="0" algn="l" defTabSz="1218072" rtl="0" eaLnBrk="1" fontAlgn="base" latinLnBrk="0" hangingPunct="1">
              <a:lnSpc>
                <a:spcPct val="100000"/>
              </a:lnSpc>
              <a:spcBef>
                <a:spcPct val="20000"/>
              </a:spcBef>
              <a:spcAft>
                <a:spcPct val="0"/>
              </a:spcAft>
              <a:buClr>
                <a:srgbClr val="4D4D4D"/>
              </a:buClr>
              <a:buSzTx/>
              <a:buFont typeface="Times" pitchFamily="18" charset="0"/>
              <a:buNone/>
              <a:tabLst/>
              <a:defRPr sz="2131">
                <a:solidFill>
                  <a:srgbClr val="4D4D4D"/>
                </a:solidFill>
              </a:defRPr>
            </a:lvl1pPr>
            <a:lvl2pPr>
              <a:buClr>
                <a:srgbClr val="4D4D4D"/>
              </a:buClr>
              <a:defRPr sz="2131">
                <a:solidFill>
                  <a:srgbClr val="4D4D4D"/>
                </a:solidFill>
              </a:defRPr>
            </a:lvl2pPr>
            <a:lvl3pPr>
              <a:buClr>
                <a:srgbClr val="4D4D4D"/>
              </a:buClr>
              <a:defRPr sz="2131">
                <a:solidFill>
                  <a:srgbClr val="4D4D4D"/>
                </a:solidFill>
              </a:defRPr>
            </a:lvl3pPr>
            <a:lvl4pPr>
              <a:buClr>
                <a:srgbClr val="4D4D4D"/>
              </a:buClr>
              <a:defRPr sz="2131">
                <a:solidFill>
                  <a:srgbClr val="4D4D4D"/>
                </a:solidFill>
              </a:defRPr>
            </a:lvl4pPr>
            <a:lvl5pPr>
              <a:buClr>
                <a:srgbClr val="4D4D4D"/>
              </a:buClr>
              <a:defRPr sz="2131">
                <a:solidFill>
                  <a:srgbClr val="4D4D4D"/>
                </a:solidFill>
              </a:defRPr>
            </a:lvl5pPr>
          </a:lstStyle>
          <a:p>
            <a:pPr marL="456777" marR="0" lvl="0" indent="-456777" algn="l" defTabSz="1218072" rtl="0" eaLnBrk="1" fontAlgn="base" latinLnBrk="0" hangingPunct="1">
              <a:lnSpc>
                <a:spcPct val="100000"/>
              </a:lnSpc>
              <a:spcBef>
                <a:spcPct val="20000"/>
              </a:spcBef>
              <a:spcAft>
                <a:spcPct val="0"/>
              </a:spcAft>
              <a:buClr>
                <a:srgbClr val="4D4D4D"/>
              </a:buClr>
              <a:buSzTx/>
              <a:buFont typeface="Times" pitchFamily="18" charset="0"/>
              <a:buChar char="•"/>
              <a:tabLst/>
              <a:defRPr/>
            </a:pPr>
            <a:r>
              <a:rPr lang="en-US"/>
              <a:t>Click to edit Master text styles (Arial 18 </a:t>
            </a:r>
            <a:r>
              <a:rPr lang="en-US" err="1"/>
              <a:t>pt</a:t>
            </a:r>
            <a:r>
              <a:rPr lang="en-US"/>
              <a:t>)</a:t>
            </a:r>
          </a:p>
          <a:p>
            <a:pPr lvl="1"/>
            <a:r>
              <a:rPr lang="en-US"/>
              <a:t>Second level</a:t>
            </a:r>
          </a:p>
          <a:p>
            <a:pPr lvl="2"/>
            <a:r>
              <a:rPr lang="en-US"/>
              <a:t>Third level</a:t>
            </a:r>
          </a:p>
          <a:p>
            <a:pPr lvl="3"/>
            <a:r>
              <a:rPr lang="en-US"/>
              <a:t>Fourth level</a:t>
            </a:r>
          </a:p>
          <a:p>
            <a:pPr lvl="4"/>
            <a:r>
              <a:rPr lang="en-US"/>
              <a:t>Fifth level</a:t>
            </a:r>
          </a:p>
        </p:txBody>
      </p:sp>
      <p:sp>
        <p:nvSpPr>
          <p:cNvPr id="8" name="Text Placeholder 3"/>
          <p:cNvSpPr>
            <a:spLocks noGrp="1"/>
          </p:cNvSpPr>
          <p:nvPr>
            <p:ph type="body" sz="quarter" idx="11" hasCustomPrompt="1"/>
          </p:nvPr>
        </p:nvSpPr>
        <p:spPr>
          <a:xfrm>
            <a:off x="6359408" y="1588161"/>
            <a:ext cx="5426192" cy="4724400"/>
          </a:xfrm>
          <a:prstGeom prst="rect">
            <a:avLst/>
          </a:prstGeom>
        </p:spPr>
        <p:txBody>
          <a:bodyPr>
            <a:normAutofit/>
          </a:bodyPr>
          <a:lstStyle>
            <a:lvl1pPr marL="0" marR="0" indent="0" algn="l" defTabSz="1218072" rtl="0" eaLnBrk="1" fontAlgn="base" latinLnBrk="0" hangingPunct="1">
              <a:lnSpc>
                <a:spcPct val="100000"/>
              </a:lnSpc>
              <a:spcBef>
                <a:spcPct val="20000"/>
              </a:spcBef>
              <a:spcAft>
                <a:spcPct val="0"/>
              </a:spcAft>
              <a:buClr>
                <a:srgbClr val="4D4D4D"/>
              </a:buClr>
              <a:buSzTx/>
              <a:buFont typeface="Times" pitchFamily="18" charset="0"/>
              <a:buNone/>
              <a:tabLst/>
              <a:defRPr sz="2131">
                <a:solidFill>
                  <a:srgbClr val="4D4D4D"/>
                </a:solidFill>
              </a:defRPr>
            </a:lvl1pPr>
            <a:lvl2pPr>
              <a:buClr>
                <a:srgbClr val="4D4D4D"/>
              </a:buClr>
              <a:defRPr sz="2131">
                <a:solidFill>
                  <a:srgbClr val="4D4D4D"/>
                </a:solidFill>
              </a:defRPr>
            </a:lvl2pPr>
            <a:lvl3pPr>
              <a:buClr>
                <a:srgbClr val="4D4D4D"/>
              </a:buClr>
              <a:defRPr sz="2131">
                <a:solidFill>
                  <a:srgbClr val="4D4D4D"/>
                </a:solidFill>
              </a:defRPr>
            </a:lvl3pPr>
            <a:lvl4pPr>
              <a:buClr>
                <a:srgbClr val="4D4D4D"/>
              </a:buClr>
              <a:defRPr sz="2131">
                <a:solidFill>
                  <a:srgbClr val="4D4D4D"/>
                </a:solidFill>
              </a:defRPr>
            </a:lvl4pPr>
            <a:lvl5pPr>
              <a:buClr>
                <a:srgbClr val="4D4D4D"/>
              </a:buClr>
              <a:defRPr sz="2131">
                <a:solidFill>
                  <a:srgbClr val="4D4D4D"/>
                </a:solidFill>
              </a:defRPr>
            </a:lvl5pPr>
          </a:lstStyle>
          <a:p>
            <a:pPr marL="456777" marR="0" lvl="0" indent="-456777" algn="l" defTabSz="1218072" rtl="0" eaLnBrk="1" fontAlgn="base" latinLnBrk="0" hangingPunct="1">
              <a:lnSpc>
                <a:spcPct val="100000"/>
              </a:lnSpc>
              <a:spcBef>
                <a:spcPct val="20000"/>
              </a:spcBef>
              <a:spcAft>
                <a:spcPct val="0"/>
              </a:spcAft>
              <a:buClr>
                <a:srgbClr val="4D4D4D"/>
              </a:buClr>
              <a:buSzTx/>
              <a:buFont typeface="Times" pitchFamily="18" charset="0"/>
              <a:buChar char="•"/>
              <a:tabLst/>
              <a:defRPr/>
            </a:pPr>
            <a:r>
              <a:rPr lang="en-US"/>
              <a:t>Click to edit Master text styles (Arial 18 </a:t>
            </a:r>
            <a:r>
              <a:rPr lang="en-US" err="1"/>
              <a:t>pt</a:t>
            </a:r>
            <a:r>
              <a:rPr lang="en-US"/>
              <a:t>)</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0333802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unch line">
    <p:spTree>
      <p:nvGrpSpPr>
        <p:cNvPr id="1" name=""/>
        <p:cNvGrpSpPr/>
        <p:nvPr/>
      </p:nvGrpSpPr>
      <p:grpSpPr>
        <a:xfrm>
          <a:off x="0" y="0"/>
          <a:ext cx="0" cy="0"/>
          <a:chOff x="0" y="0"/>
          <a:chExt cx="0" cy="0"/>
        </a:xfrm>
      </p:grpSpPr>
      <p:sp>
        <p:nvSpPr>
          <p:cNvPr id="3" name="Title 2"/>
          <p:cNvSpPr>
            <a:spLocks noGrp="1"/>
          </p:cNvSpPr>
          <p:nvPr>
            <p:ph type="title"/>
          </p:nvPr>
        </p:nvSpPr>
        <p:spPr>
          <a:xfrm>
            <a:off x="0" y="2718457"/>
            <a:ext cx="12192000" cy="1141943"/>
          </a:xfrm>
          <a:prstGeom prst="rect">
            <a:avLst/>
          </a:prstGeom>
        </p:spPr>
        <p:txBody>
          <a:bodyPr>
            <a:normAutofit/>
          </a:bodyPr>
          <a:lstStyle>
            <a:lvl1pPr algn="ctr">
              <a:defRPr sz="4263" b="1">
                <a:solidFill>
                  <a:srgbClr val="4D4D4D"/>
                </a:solidFill>
              </a:defRPr>
            </a:lvl1pPr>
          </a:lstStyle>
          <a:p>
            <a:r>
              <a:rPr lang="en-US"/>
              <a:t>Click to edit Master title style</a:t>
            </a:r>
          </a:p>
        </p:txBody>
      </p:sp>
    </p:spTree>
    <p:extLst>
      <p:ext uri="{BB962C8B-B14F-4D97-AF65-F5344CB8AC3E}">
        <p14:creationId xmlns:p14="http://schemas.microsoft.com/office/powerpoint/2010/main" val="9941535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photo insert">
    <p:spTree>
      <p:nvGrpSpPr>
        <p:cNvPr id="1" name=""/>
        <p:cNvGrpSpPr/>
        <p:nvPr/>
      </p:nvGrpSpPr>
      <p:grpSpPr>
        <a:xfrm>
          <a:off x="0" y="0"/>
          <a:ext cx="0" cy="0"/>
          <a:chOff x="0" y="0"/>
          <a:chExt cx="0" cy="0"/>
        </a:xfrm>
      </p:grpSpPr>
      <p:sp>
        <p:nvSpPr>
          <p:cNvPr id="90" name="Rectangle 89"/>
          <p:cNvSpPr/>
          <p:nvPr userDrawn="1"/>
        </p:nvSpPr>
        <p:spPr>
          <a:xfrm>
            <a:off x="5959779" y="5039710"/>
            <a:ext cx="5622621" cy="1635454"/>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84" name="Rectangle 83"/>
          <p:cNvSpPr/>
          <p:nvPr userDrawn="1"/>
        </p:nvSpPr>
        <p:spPr>
          <a:xfrm>
            <a:off x="3090509" y="3279527"/>
            <a:ext cx="5898699" cy="1635454"/>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5" name="Rectangle 4"/>
          <p:cNvSpPr/>
          <p:nvPr userDrawn="1"/>
        </p:nvSpPr>
        <p:spPr>
          <a:xfrm>
            <a:off x="374104" y="1525467"/>
            <a:ext cx="5622621" cy="1635454"/>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33" name="Picture Placeholder 8"/>
          <p:cNvSpPr>
            <a:spLocks noGrp="1"/>
          </p:cNvSpPr>
          <p:nvPr userDrawn="1">
            <p:ph type="pic" sz="quarter" idx="10" hasCustomPrompt="1"/>
          </p:nvPr>
        </p:nvSpPr>
        <p:spPr>
          <a:xfrm>
            <a:off x="475366" y="1619641"/>
            <a:ext cx="771876" cy="899819"/>
          </a:xfrm>
          <a:prstGeom prst="rect">
            <a:avLst/>
          </a:prstGeom>
        </p:spPr>
        <p:txBody>
          <a:bodyPr>
            <a:normAutofit/>
          </a:bodyPr>
          <a:lstStyle>
            <a:lvl1pPr marL="0" indent="0">
              <a:buNone/>
              <a:defRPr sz="1199"/>
            </a:lvl1pPr>
          </a:lstStyle>
          <a:p>
            <a:r>
              <a:rPr lang="en-US"/>
              <a:t>Photo</a:t>
            </a:r>
          </a:p>
        </p:txBody>
      </p:sp>
      <p:sp>
        <p:nvSpPr>
          <p:cNvPr id="81" name="Picture Placeholder 8"/>
          <p:cNvSpPr>
            <a:spLocks noGrp="1"/>
          </p:cNvSpPr>
          <p:nvPr userDrawn="1">
            <p:ph type="pic" sz="quarter" idx="11" hasCustomPrompt="1"/>
          </p:nvPr>
        </p:nvSpPr>
        <p:spPr>
          <a:xfrm>
            <a:off x="3216626" y="3406076"/>
            <a:ext cx="771876" cy="899819"/>
          </a:xfrm>
          <a:prstGeom prst="rect">
            <a:avLst/>
          </a:prstGeom>
        </p:spPr>
        <p:txBody>
          <a:bodyPr>
            <a:normAutofit/>
          </a:bodyPr>
          <a:lstStyle>
            <a:lvl1pPr marL="0" indent="0">
              <a:buNone/>
              <a:defRPr sz="1199"/>
            </a:lvl1pPr>
          </a:lstStyle>
          <a:p>
            <a:r>
              <a:rPr lang="en-US"/>
              <a:t>Photo</a:t>
            </a:r>
          </a:p>
        </p:txBody>
      </p:sp>
      <p:sp>
        <p:nvSpPr>
          <p:cNvPr id="82" name="Picture Placeholder 8"/>
          <p:cNvSpPr>
            <a:spLocks noGrp="1"/>
          </p:cNvSpPr>
          <p:nvPr userDrawn="1">
            <p:ph type="pic" sz="quarter" idx="12" hasCustomPrompt="1"/>
          </p:nvPr>
        </p:nvSpPr>
        <p:spPr>
          <a:xfrm>
            <a:off x="6104377" y="5162080"/>
            <a:ext cx="771876" cy="899819"/>
          </a:xfrm>
          <a:prstGeom prst="rect">
            <a:avLst/>
          </a:prstGeom>
        </p:spPr>
        <p:txBody>
          <a:bodyPr>
            <a:normAutofit/>
          </a:bodyPr>
          <a:lstStyle>
            <a:lvl1pPr marL="0" indent="0">
              <a:buNone/>
              <a:defRPr sz="1199"/>
            </a:lvl1pPr>
          </a:lstStyle>
          <a:p>
            <a:r>
              <a:rPr lang="en-US"/>
              <a:t>Photo</a:t>
            </a:r>
          </a:p>
        </p:txBody>
      </p:sp>
      <p:sp>
        <p:nvSpPr>
          <p:cNvPr id="98" name="Text Placeholder 97"/>
          <p:cNvSpPr>
            <a:spLocks noGrp="1"/>
          </p:cNvSpPr>
          <p:nvPr userDrawn="1">
            <p:ph type="body" sz="quarter" idx="13" hasCustomPrompt="1"/>
          </p:nvPr>
        </p:nvSpPr>
        <p:spPr>
          <a:xfrm>
            <a:off x="1376629" y="1547307"/>
            <a:ext cx="4631332" cy="735625"/>
          </a:xfrm>
          <a:prstGeom prst="rect">
            <a:avLst/>
          </a:prstGeom>
        </p:spPr>
        <p:txBody>
          <a:bodyPr/>
          <a:lstStyle>
            <a:lvl1pPr marL="0" indent="0">
              <a:buClr>
                <a:srgbClr val="4D4D4D"/>
              </a:buClr>
              <a:buFont typeface="Arial" panose="020B0604020202020204" pitchFamily="34" charset="0"/>
              <a:buNone/>
              <a:defRPr sz="1599" b="1" i="1" baseline="0"/>
            </a:lvl1pPr>
          </a:lstStyle>
          <a:p>
            <a:pPr lvl="0"/>
            <a:r>
              <a:rPr lang="en-US"/>
              <a:t>Title</a:t>
            </a:r>
          </a:p>
        </p:txBody>
      </p:sp>
      <p:sp>
        <p:nvSpPr>
          <p:cNvPr id="99" name="Text Placeholder 97"/>
          <p:cNvSpPr>
            <a:spLocks noGrp="1"/>
          </p:cNvSpPr>
          <p:nvPr userDrawn="1">
            <p:ph type="body" sz="quarter" idx="14" hasCustomPrompt="1"/>
          </p:nvPr>
        </p:nvSpPr>
        <p:spPr>
          <a:xfrm>
            <a:off x="1379960" y="2275259"/>
            <a:ext cx="4627837" cy="885663"/>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a:t>
            </a:r>
          </a:p>
        </p:txBody>
      </p:sp>
      <p:sp>
        <p:nvSpPr>
          <p:cNvPr id="100" name="Text Placeholder 97"/>
          <p:cNvSpPr>
            <a:spLocks noGrp="1"/>
          </p:cNvSpPr>
          <p:nvPr>
            <p:ph type="body" sz="quarter" idx="15" hasCustomPrompt="1"/>
          </p:nvPr>
        </p:nvSpPr>
        <p:spPr>
          <a:xfrm>
            <a:off x="4064000" y="3318365"/>
            <a:ext cx="4925208" cy="735625"/>
          </a:xfrm>
          <a:prstGeom prst="rect">
            <a:avLst/>
          </a:prstGeom>
        </p:spPr>
        <p:txBody>
          <a:bodyPr/>
          <a:lstStyle>
            <a:lvl1pPr marL="0" indent="0">
              <a:buClr>
                <a:srgbClr val="4D4D4D"/>
              </a:buClr>
              <a:buFont typeface="Arial" panose="020B0604020202020204" pitchFamily="34" charset="0"/>
              <a:buNone/>
              <a:defRPr sz="1599" b="1" i="1"/>
            </a:lvl1pPr>
          </a:lstStyle>
          <a:p>
            <a:pPr lvl="0"/>
            <a:r>
              <a:rPr lang="en-US"/>
              <a:t>Title</a:t>
            </a:r>
          </a:p>
        </p:txBody>
      </p:sp>
      <p:sp>
        <p:nvSpPr>
          <p:cNvPr id="101" name="Text Placeholder 97"/>
          <p:cNvSpPr>
            <a:spLocks noGrp="1"/>
          </p:cNvSpPr>
          <p:nvPr>
            <p:ph type="body" sz="quarter" idx="16" hasCustomPrompt="1"/>
          </p:nvPr>
        </p:nvSpPr>
        <p:spPr>
          <a:xfrm>
            <a:off x="4067331" y="4046317"/>
            <a:ext cx="4921877" cy="885663"/>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endParaRPr lang="en-US" sz="1066" baseline="0">
              <a:solidFill>
                <a:srgbClr val="4D4D4D"/>
              </a:solidFill>
            </a:endParaRPr>
          </a:p>
        </p:txBody>
      </p:sp>
      <p:sp>
        <p:nvSpPr>
          <p:cNvPr id="102" name="Text Placeholder 97"/>
          <p:cNvSpPr>
            <a:spLocks noGrp="1"/>
          </p:cNvSpPr>
          <p:nvPr>
            <p:ph type="body" sz="quarter" idx="17" hasCustomPrompt="1"/>
          </p:nvPr>
        </p:nvSpPr>
        <p:spPr>
          <a:xfrm>
            <a:off x="6951231" y="5072340"/>
            <a:ext cx="4631332" cy="735625"/>
          </a:xfrm>
          <a:prstGeom prst="rect">
            <a:avLst/>
          </a:prstGeom>
        </p:spPr>
        <p:txBody>
          <a:bodyPr/>
          <a:lstStyle>
            <a:lvl1pPr marL="0" indent="0">
              <a:buClr>
                <a:srgbClr val="4D4D4D"/>
              </a:buClr>
              <a:buFont typeface="Arial" panose="020B0604020202020204" pitchFamily="34" charset="0"/>
              <a:buNone/>
              <a:defRPr sz="1599" b="1" i="1"/>
            </a:lvl1pPr>
          </a:lstStyle>
          <a:p>
            <a:pPr lvl="0"/>
            <a:r>
              <a:rPr lang="en-US"/>
              <a:t>Title</a:t>
            </a:r>
          </a:p>
        </p:txBody>
      </p:sp>
      <p:sp>
        <p:nvSpPr>
          <p:cNvPr id="103" name="Text Placeholder 97"/>
          <p:cNvSpPr>
            <a:spLocks noGrp="1"/>
          </p:cNvSpPr>
          <p:nvPr>
            <p:ph type="body" sz="quarter" idx="18" hasCustomPrompt="1"/>
          </p:nvPr>
        </p:nvSpPr>
        <p:spPr>
          <a:xfrm>
            <a:off x="6954563" y="5827062"/>
            <a:ext cx="4627837" cy="885663"/>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endParaRPr lang="en-US" sz="1066" baseline="0">
              <a:solidFill>
                <a:srgbClr val="4D4D4D"/>
              </a:solidFill>
            </a:endParaRPr>
          </a:p>
        </p:txBody>
      </p:sp>
      <p:sp>
        <p:nvSpPr>
          <p:cNvPr id="16"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6088014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photo insert">
    <p:spTree>
      <p:nvGrpSpPr>
        <p:cNvPr id="1" name=""/>
        <p:cNvGrpSpPr/>
        <p:nvPr/>
      </p:nvGrpSpPr>
      <p:grpSpPr>
        <a:xfrm>
          <a:off x="0" y="0"/>
          <a:ext cx="0" cy="0"/>
          <a:chOff x="0" y="0"/>
          <a:chExt cx="0" cy="0"/>
        </a:xfrm>
      </p:grpSpPr>
      <p:sp>
        <p:nvSpPr>
          <p:cNvPr id="30" name="Rectangle 29"/>
          <p:cNvSpPr/>
          <p:nvPr userDrawn="1"/>
        </p:nvSpPr>
        <p:spPr>
          <a:xfrm>
            <a:off x="6342595" y="4081166"/>
            <a:ext cx="5018319" cy="1986989"/>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37" name="Rectangle 36"/>
          <p:cNvSpPr/>
          <p:nvPr userDrawn="1"/>
        </p:nvSpPr>
        <p:spPr>
          <a:xfrm>
            <a:off x="787105" y="4081166"/>
            <a:ext cx="5018319" cy="1986989"/>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24" name="Rectangle 23"/>
          <p:cNvSpPr/>
          <p:nvPr userDrawn="1"/>
        </p:nvSpPr>
        <p:spPr>
          <a:xfrm>
            <a:off x="6358310" y="1633586"/>
            <a:ext cx="5018319" cy="1986989"/>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5" name="Rectangle 4"/>
          <p:cNvSpPr/>
          <p:nvPr userDrawn="1"/>
        </p:nvSpPr>
        <p:spPr>
          <a:xfrm>
            <a:off x="802819" y="1633586"/>
            <a:ext cx="5018319" cy="1986989"/>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33" name="Picture Placeholder 8"/>
          <p:cNvSpPr>
            <a:spLocks noGrp="1"/>
          </p:cNvSpPr>
          <p:nvPr userDrawn="1">
            <p:ph type="pic" sz="quarter" idx="10" hasCustomPrompt="1"/>
          </p:nvPr>
        </p:nvSpPr>
        <p:spPr>
          <a:xfrm>
            <a:off x="917478" y="1765368"/>
            <a:ext cx="771876" cy="899819"/>
          </a:xfrm>
          <a:prstGeom prst="rect">
            <a:avLst/>
          </a:prstGeom>
        </p:spPr>
        <p:txBody>
          <a:bodyPr>
            <a:normAutofit/>
          </a:bodyPr>
          <a:lstStyle>
            <a:lvl1pPr marL="0" indent="0">
              <a:buNone/>
              <a:defRPr sz="1199"/>
            </a:lvl1pPr>
          </a:lstStyle>
          <a:p>
            <a:r>
              <a:rPr lang="en-US"/>
              <a:t>Photo</a:t>
            </a:r>
          </a:p>
        </p:txBody>
      </p:sp>
      <p:sp>
        <p:nvSpPr>
          <p:cNvPr id="81" name="Picture Placeholder 8"/>
          <p:cNvSpPr>
            <a:spLocks noGrp="1"/>
          </p:cNvSpPr>
          <p:nvPr userDrawn="1">
            <p:ph type="pic" sz="quarter" idx="11" hasCustomPrompt="1"/>
          </p:nvPr>
        </p:nvSpPr>
        <p:spPr>
          <a:xfrm>
            <a:off x="6484523" y="1774371"/>
            <a:ext cx="771876" cy="899819"/>
          </a:xfrm>
          <a:prstGeom prst="rect">
            <a:avLst/>
          </a:prstGeom>
        </p:spPr>
        <p:txBody>
          <a:bodyPr>
            <a:normAutofit/>
          </a:bodyPr>
          <a:lstStyle>
            <a:lvl1pPr marL="0" indent="0">
              <a:buNone/>
              <a:defRPr sz="1199"/>
            </a:lvl1pPr>
          </a:lstStyle>
          <a:p>
            <a:r>
              <a:rPr lang="en-US"/>
              <a:t>Photo</a:t>
            </a:r>
          </a:p>
        </p:txBody>
      </p:sp>
      <p:sp>
        <p:nvSpPr>
          <p:cNvPr id="82" name="Picture Placeholder 8"/>
          <p:cNvSpPr>
            <a:spLocks noGrp="1"/>
          </p:cNvSpPr>
          <p:nvPr userDrawn="1">
            <p:ph type="pic" sz="quarter" idx="12" hasCustomPrompt="1"/>
          </p:nvPr>
        </p:nvSpPr>
        <p:spPr>
          <a:xfrm>
            <a:off x="6466105" y="4190332"/>
            <a:ext cx="771876" cy="899819"/>
          </a:xfrm>
          <a:prstGeom prst="rect">
            <a:avLst/>
          </a:prstGeom>
        </p:spPr>
        <p:txBody>
          <a:bodyPr>
            <a:normAutofit/>
          </a:bodyPr>
          <a:lstStyle>
            <a:lvl1pPr marL="0" indent="0">
              <a:buNone/>
              <a:defRPr sz="1199"/>
            </a:lvl1pPr>
          </a:lstStyle>
          <a:p>
            <a:r>
              <a:rPr lang="en-US"/>
              <a:t>Photo</a:t>
            </a:r>
          </a:p>
        </p:txBody>
      </p:sp>
      <p:sp>
        <p:nvSpPr>
          <p:cNvPr id="42" name="Picture Placeholder 8"/>
          <p:cNvSpPr>
            <a:spLocks noGrp="1"/>
          </p:cNvSpPr>
          <p:nvPr userDrawn="1">
            <p:ph type="pic" sz="quarter" idx="13" hasCustomPrompt="1"/>
          </p:nvPr>
        </p:nvSpPr>
        <p:spPr>
          <a:xfrm>
            <a:off x="923318" y="4249179"/>
            <a:ext cx="771876" cy="899819"/>
          </a:xfrm>
          <a:prstGeom prst="rect">
            <a:avLst/>
          </a:prstGeom>
        </p:spPr>
        <p:txBody>
          <a:bodyPr>
            <a:normAutofit/>
          </a:bodyPr>
          <a:lstStyle>
            <a:lvl1pPr marL="0" indent="0">
              <a:buNone/>
              <a:defRPr sz="1199"/>
            </a:lvl1pPr>
          </a:lstStyle>
          <a:p>
            <a:r>
              <a:rPr lang="en-US"/>
              <a:t>Photo</a:t>
            </a:r>
          </a:p>
        </p:txBody>
      </p:sp>
      <p:sp>
        <p:nvSpPr>
          <p:cNvPr id="45" name="Text Placeholder 97"/>
          <p:cNvSpPr>
            <a:spLocks noGrp="1"/>
          </p:cNvSpPr>
          <p:nvPr userDrawn="1">
            <p:ph type="body" sz="quarter" idx="14" hasCustomPrompt="1"/>
          </p:nvPr>
        </p:nvSpPr>
        <p:spPr>
          <a:xfrm>
            <a:off x="1778550" y="1686364"/>
            <a:ext cx="4026873" cy="735625"/>
          </a:xfrm>
          <a:prstGeom prst="rect">
            <a:avLst/>
          </a:prstGeom>
        </p:spPr>
        <p:txBody>
          <a:bodyPr/>
          <a:lstStyle>
            <a:lvl1pPr marL="0" indent="0">
              <a:buClr>
                <a:srgbClr val="4D4D4D"/>
              </a:buClr>
              <a:buFont typeface="Arial" panose="020B0604020202020204" pitchFamily="34" charset="0"/>
              <a:buNone/>
              <a:defRPr sz="1599" b="1" i="1"/>
            </a:lvl1pPr>
          </a:lstStyle>
          <a:p>
            <a:pPr lvl="0"/>
            <a:r>
              <a:rPr lang="en-US"/>
              <a:t>Name &amp; Designation</a:t>
            </a:r>
          </a:p>
        </p:txBody>
      </p:sp>
      <p:sp>
        <p:nvSpPr>
          <p:cNvPr id="46" name="Text Placeholder 97"/>
          <p:cNvSpPr>
            <a:spLocks noGrp="1"/>
          </p:cNvSpPr>
          <p:nvPr userDrawn="1">
            <p:ph type="body" sz="quarter" idx="15" hasCustomPrompt="1"/>
          </p:nvPr>
        </p:nvSpPr>
        <p:spPr>
          <a:xfrm>
            <a:off x="1778550" y="2434372"/>
            <a:ext cx="4023543" cy="1186203"/>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endParaRPr lang="en-US" sz="1066" baseline="0">
              <a:solidFill>
                <a:srgbClr val="4D4D4D"/>
              </a:solidFill>
            </a:endParaRPr>
          </a:p>
        </p:txBody>
      </p:sp>
      <p:sp>
        <p:nvSpPr>
          <p:cNvPr id="47" name="Text Placeholder 97"/>
          <p:cNvSpPr>
            <a:spLocks noGrp="1"/>
          </p:cNvSpPr>
          <p:nvPr>
            <p:ph type="body" sz="quarter" idx="16" hasCustomPrompt="1"/>
          </p:nvPr>
        </p:nvSpPr>
        <p:spPr>
          <a:xfrm>
            <a:off x="1778550" y="4133570"/>
            <a:ext cx="4026873" cy="735625"/>
          </a:xfrm>
          <a:prstGeom prst="rect">
            <a:avLst/>
          </a:prstGeom>
        </p:spPr>
        <p:txBody>
          <a:bodyPr/>
          <a:lstStyle>
            <a:lvl1pPr marL="0" indent="0">
              <a:buClr>
                <a:srgbClr val="4D4D4D"/>
              </a:buClr>
              <a:buFont typeface="Arial" panose="020B0604020202020204" pitchFamily="34" charset="0"/>
              <a:buNone/>
              <a:defRPr sz="1599" b="1" i="1"/>
            </a:lvl1pPr>
          </a:lstStyle>
          <a:p>
            <a:pPr lvl="0"/>
            <a:r>
              <a:rPr lang="en-US"/>
              <a:t>Name &amp; Designation</a:t>
            </a:r>
          </a:p>
        </p:txBody>
      </p:sp>
      <p:sp>
        <p:nvSpPr>
          <p:cNvPr id="48" name="Text Placeholder 97"/>
          <p:cNvSpPr>
            <a:spLocks noGrp="1"/>
          </p:cNvSpPr>
          <p:nvPr>
            <p:ph type="body" sz="quarter" idx="17" hasCustomPrompt="1"/>
          </p:nvPr>
        </p:nvSpPr>
        <p:spPr>
          <a:xfrm>
            <a:off x="1778550" y="4861522"/>
            <a:ext cx="4023543" cy="1186203"/>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endParaRPr lang="en-US" sz="1066" baseline="0">
              <a:solidFill>
                <a:srgbClr val="4D4D4D"/>
              </a:solidFill>
            </a:endParaRPr>
          </a:p>
        </p:txBody>
      </p:sp>
      <p:sp>
        <p:nvSpPr>
          <p:cNvPr id="49" name="Text Placeholder 97"/>
          <p:cNvSpPr>
            <a:spLocks noGrp="1"/>
          </p:cNvSpPr>
          <p:nvPr>
            <p:ph type="body" sz="quarter" idx="18" hasCustomPrompt="1"/>
          </p:nvPr>
        </p:nvSpPr>
        <p:spPr>
          <a:xfrm>
            <a:off x="7341170" y="4133570"/>
            <a:ext cx="4026873" cy="735625"/>
          </a:xfrm>
          <a:prstGeom prst="rect">
            <a:avLst/>
          </a:prstGeom>
        </p:spPr>
        <p:txBody>
          <a:bodyPr/>
          <a:lstStyle>
            <a:lvl1pPr marL="0" indent="0">
              <a:buClr>
                <a:srgbClr val="4D4D4D"/>
              </a:buClr>
              <a:buFont typeface="Arial" panose="020B0604020202020204" pitchFamily="34" charset="0"/>
              <a:buNone/>
              <a:defRPr sz="1599" b="1" i="1"/>
            </a:lvl1pPr>
          </a:lstStyle>
          <a:p>
            <a:pPr lvl="0"/>
            <a:r>
              <a:rPr lang="en-US"/>
              <a:t>Name &amp; Designation</a:t>
            </a:r>
          </a:p>
        </p:txBody>
      </p:sp>
      <p:sp>
        <p:nvSpPr>
          <p:cNvPr id="50" name="Text Placeholder 97"/>
          <p:cNvSpPr>
            <a:spLocks noGrp="1"/>
          </p:cNvSpPr>
          <p:nvPr>
            <p:ph type="body" sz="quarter" idx="19" hasCustomPrompt="1"/>
          </p:nvPr>
        </p:nvSpPr>
        <p:spPr>
          <a:xfrm>
            <a:off x="7341170" y="4861522"/>
            <a:ext cx="4023543" cy="1186203"/>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endParaRPr lang="en-US" sz="1066" baseline="0">
              <a:solidFill>
                <a:srgbClr val="4D4D4D"/>
              </a:solidFill>
            </a:endParaRPr>
          </a:p>
        </p:txBody>
      </p:sp>
      <p:sp>
        <p:nvSpPr>
          <p:cNvPr id="51" name="Text Placeholder 97"/>
          <p:cNvSpPr>
            <a:spLocks noGrp="1"/>
          </p:cNvSpPr>
          <p:nvPr>
            <p:ph type="body" sz="quarter" idx="20" hasCustomPrompt="1"/>
          </p:nvPr>
        </p:nvSpPr>
        <p:spPr>
          <a:xfrm>
            <a:off x="7341170" y="1686364"/>
            <a:ext cx="4026873" cy="735625"/>
          </a:xfrm>
          <a:prstGeom prst="rect">
            <a:avLst/>
          </a:prstGeom>
        </p:spPr>
        <p:txBody>
          <a:bodyPr/>
          <a:lstStyle>
            <a:lvl1pPr marL="0" indent="0">
              <a:buClr>
                <a:srgbClr val="4D4D4D"/>
              </a:buClr>
              <a:buFont typeface="Arial" panose="020B0604020202020204" pitchFamily="34" charset="0"/>
              <a:buNone/>
              <a:defRPr sz="1599" b="1" i="1"/>
            </a:lvl1pPr>
          </a:lstStyle>
          <a:p>
            <a:pPr lvl="0"/>
            <a:r>
              <a:rPr lang="en-US"/>
              <a:t>Name &amp; Designation</a:t>
            </a:r>
          </a:p>
        </p:txBody>
      </p:sp>
      <p:sp>
        <p:nvSpPr>
          <p:cNvPr id="52" name="Text Placeholder 97"/>
          <p:cNvSpPr>
            <a:spLocks noGrp="1"/>
          </p:cNvSpPr>
          <p:nvPr>
            <p:ph type="body" sz="quarter" idx="21" hasCustomPrompt="1"/>
          </p:nvPr>
        </p:nvSpPr>
        <p:spPr>
          <a:xfrm>
            <a:off x="7341170" y="2414316"/>
            <a:ext cx="4023543" cy="1186203"/>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endParaRPr lang="en-US" sz="1066" baseline="0">
              <a:solidFill>
                <a:srgbClr val="4D4D4D"/>
              </a:solidFill>
            </a:endParaRPr>
          </a:p>
        </p:txBody>
      </p:sp>
      <p:sp>
        <p:nvSpPr>
          <p:cNvPr id="21"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2233952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 photo insert">
    <p:spTree>
      <p:nvGrpSpPr>
        <p:cNvPr id="1" name=""/>
        <p:cNvGrpSpPr/>
        <p:nvPr/>
      </p:nvGrpSpPr>
      <p:grpSpPr>
        <a:xfrm>
          <a:off x="0" y="0"/>
          <a:ext cx="0" cy="0"/>
          <a:chOff x="0" y="0"/>
          <a:chExt cx="0" cy="0"/>
        </a:xfrm>
      </p:grpSpPr>
      <p:sp>
        <p:nvSpPr>
          <p:cNvPr id="59" name="Rectangle 58"/>
          <p:cNvSpPr/>
          <p:nvPr userDrawn="1"/>
        </p:nvSpPr>
        <p:spPr>
          <a:xfrm>
            <a:off x="8101283" y="3957726"/>
            <a:ext cx="3678739" cy="2234512"/>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53" name="Rectangle 52"/>
          <p:cNvSpPr/>
          <p:nvPr userDrawn="1"/>
        </p:nvSpPr>
        <p:spPr>
          <a:xfrm>
            <a:off x="438773" y="3957726"/>
            <a:ext cx="3678739" cy="2234512"/>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56" name="Rectangle 55"/>
          <p:cNvSpPr/>
          <p:nvPr userDrawn="1"/>
        </p:nvSpPr>
        <p:spPr>
          <a:xfrm>
            <a:off x="4270028" y="3957726"/>
            <a:ext cx="3678739" cy="2234512"/>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5" name="Rectangle 4"/>
          <p:cNvSpPr/>
          <p:nvPr userDrawn="1"/>
        </p:nvSpPr>
        <p:spPr>
          <a:xfrm>
            <a:off x="2397101" y="1536922"/>
            <a:ext cx="3678739" cy="2234512"/>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33" name="Picture Placeholder 8"/>
          <p:cNvSpPr>
            <a:spLocks noGrp="1"/>
          </p:cNvSpPr>
          <p:nvPr userDrawn="1">
            <p:ph type="pic" sz="quarter" idx="10" hasCustomPrompt="1"/>
          </p:nvPr>
        </p:nvSpPr>
        <p:spPr>
          <a:xfrm>
            <a:off x="2511761" y="1668705"/>
            <a:ext cx="771876" cy="899819"/>
          </a:xfrm>
          <a:prstGeom prst="rect">
            <a:avLst/>
          </a:prstGeom>
        </p:spPr>
        <p:txBody>
          <a:bodyPr>
            <a:normAutofit/>
          </a:bodyPr>
          <a:lstStyle>
            <a:lvl1pPr marL="0" indent="0">
              <a:buNone/>
              <a:defRPr sz="1199"/>
            </a:lvl1pPr>
          </a:lstStyle>
          <a:p>
            <a:r>
              <a:rPr lang="en-US"/>
              <a:t>Photo</a:t>
            </a:r>
          </a:p>
        </p:txBody>
      </p:sp>
      <p:sp>
        <p:nvSpPr>
          <p:cNvPr id="81" name="Picture Placeholder 8"/>
          <p:cNvSpPr>
            <a:spLocks noGrp="1"/>
          </p:cNvSpPr>
          <p:nvPr>
            <p:ph type="pic" sz="quarter" idx="11" hasCustomPrompt="1"/>
          </p:nvPr>
        </p:nvSpPr>
        <p:spPr>
          <a:xfrm>
            <a:off x="8304406" y="4084988"/>
            <a:ext cx="771876" cy="899819"/>
          </a:xfrm>
          <a:prstGeom prst="rect">
            <a:avLst/>
          </a:prstGeom>
        </p:spPr>
        <p:txBody>
          <a:bodyPr>
            <a:normAutofit/>
          </a:bodyPr>
          <a:lstStyle>
            <a:lvl1pPr marL="0" indent="0">
              <a:buNone/>
              <a:defRPr sz="1199"/>
            </a:lvl1pPr>
          </a:lstStyle>
          <a:p>
            <a:r>
              <a:rPr lang="en-US"/>
              <a:t>Photo</a:t>
            </a:r>
          </a:p>
        </p:txBody>
      </p:sp>
      <p:sp>
        <p:nvSpPr>
          <p:cNvPr id="82" name="Picture Placeholder 8"/>
          <p:cNvSpPr>
            <a:spLocks noGrp="1"/>
          </p:cNvSpPr>
          <p:nvPr userDrawn="1">
            <p:ph type="pic" sz="quarter" idx="12" hasCustomPrompt="1"/>
          </p:nvPr>
        </p:nvSpPr>
        <p:spPr>
          <a:xfrm>
            <a:off x="4443606" y="4084988"/>
            <a:ext cx="771876" cy="899819"/>
          </a:xfrm>
          <a:prstGeom prst="rect">
            <a:avLst/>
          </a:prstGeom>
        </p:spPr>
        <p:txBody>
          <a:bodyPr>
            <a:normAutofit/>
          </a:bodyPr>
          <a:lstStyle>
            <a:lvl1pPr marL="0" indent="0">
              <a:buNone/>
              <a:defRPr sz="1199"/>
            </a:lvl1pPr>
          </a:lstStyle>
          <a:p>
            <a:r>
              <a:rPr lang="en-US"/>
              <a:t>Photo</a:t>
            </a:r>
          </a:p>
        </p:txBody>
      </p:sp>
      <p:sp>
        <p:nvSpPr>
          <p:cNvPr id="42" name="Picture Placeholder 8"/>
          <p:cNvSpPr>
            <a:spLocks noGrp="1"/>
          </p:cNvSpPr>
          <p:nvPr userDrawn="1">
            <p:ph type="pic" sz="quarter" idx="13" hasCustomPrompt="1"/>
          </p:nvPr>
        </p:nvSpPr>
        <p:spPr>
          <a:xfrm>
            <a:off x="521398" y="4084988"/>
            <a:ext cx="771876" cy="899819"/>
          </a:xfrm>
          <a:prstGeom prst="rect">
            <a:avLst/>
          </a:prstGeom>
        </p:spPr>
        <p:txBody>
          <a:bodyPr>
            <a:normAutofit/>
          </a:bodyPr>
          <a:lstStyle>
            <a:lvl1pPr marL="0" indent="0">
              <a:buNone/>
              <a:defRPr sz="1199"/>
            </a:lvl1pPr>
          </a:lstStyle>
          <a:p>
            <a:r>
              <a:rPr lang="en-US"/>
              <a:t>Photo</a:t>
            </a:r>
          </a:p>
        </p:txBody>
      </p:sp>
      <p:sp>
        <p:nvSpPr>
          <p:cNvPr id="45" name="Text Placeholder 97"/>
          <p:cNvSpPr>
            <a:spLocks noGrp="1"/>
          </p:cNvSpPr>
          <p:nvPr userDrawn="1">
            <p:ph type="body" sz="quarter" idx="14" hasCustomPrompt="1"/>
          </p:nvPr>
        </p:nvSpPr>
        <p:spPr>
          <a:xfrm>
            <a:off x="3372832" y="1667047"/>
            <a:ext cx="2703008" cy="735625"/>
          </a:xfrm>
          <a:prstGeom prst="rect">
            <a:avLst/>
          </a:prstGeom>
        </p:spPr>
        <p:txBody>
          <a:bodyPr/>
          <a:lstStyle>
            <a:lvl1pPr marL="0" indent="0">
              <a:buClr>
                <a:srgbClr val="4D4D4D"/>
              </a:buClr>
              <a:buFont typeface="Arial" panose="020B0604020202020204" pitchFamily="34" charset="0"/>
              <a:buNone/>
              <a:defRPr sz="1599" b="1" i="1"/>
            </a:lvl1pPr>
          </a:lstStyle>
          <a:p>
            <a:pPr lvl="0"/>
            <a:r>
              <a:rPr lang="en-US"/>
              <a:t>Title</a:t>
            </a:r>
          </a:p>
        </p:txBody>
      </p:sp>
      <p:sp>
        <p:nvSpPr>
          <p:cNvPr id="46" name="Text Placeholder 97"/>
          <p:cNvSpPr>
            <a:spLocks noGrp="1"/>
          </p:cNvSpPr>
          <p:nvPr userDrawn="1">
            <p:ph type="body" sz="quarter" idx="15" hasCustomPrompt="1"/>
          </p:nvPr>
        </p:nvSpPr>
        <p:spPr>
          <a:xfrm>
            <a:off x="3372832" y="2400553"/>
            <a:ext cx="2703008" cy="1433726"/>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endParaRPr lang="en-US" sz="1066" baseline="0">
              <a:solidFill>
                <a:srgbClr val="4D4D4D"/>
              </a:solidFill>
            </a:endParaRPr>
          </a:p>
        </p:txBody>
      </p:sp>
      <p:sp>
        <p:nvSpPr>
          <p:cNvPr id="54" name="Text Placeholder 97"/>
          <p:cNvSpPr>
            <a:spLocks noGrp="1"/>
          </p:cNvSpPr>
          <p:nvPr>
            <p:ph type="body" sz="quarter" idx="16" hasCustomPrompt="1"/>
          </p:nvPr>
        </p:nvSpPr>
        <p:spPr>
          <a:xfrm>
            <a:off x="1395605" y="4087851"/>
            <a:ext cx="2703008" cy="735625"/>
          </a:xfrm>
          <a:prstGeom prst="rect">
            <a:avLst/>
          </a:prstGeom>
        </p:spPr>
        <p:txBody>
          <a:bodyPr/>
          <a:lstStyle>
            <a:lvl1pPr marL="0" indent="0">
              <a:buClr>
                <a:srgbClr val="4D4D4D"/>
              </a:buClr>
              <a:buFont typeface="Arial" panose="020B0604020202020204" pitchFamily="34" charset="0"/>
              <a:buNone/>
              <a:defRPr sz="1599" b="1" i="1"/>
            </a:lvl1pPr>
          </a:lstStyle>
          <a:p>
            <a:pPr lvl="0"/>
            <a:r>
              <a:rPr lang="en-US"/>
              <a:t>Title</a:t>
            </a:r>
          </a:p>
        </p:txBody>
      </p:sp>
      <p:sp>
        <p:nvSpPr>
          <p:cNvPr id="55" name="Text Placeholder 97"/>
          <p:cNvSpPr>
            <a:spLocks noGrp="1"/>
          </p:cNvSpPr>
          <p:nvPr>
            <p:ph type="body" sz="quarter" idx="17" hasCustomPrompt="1"/>
          </p:nvPr>
        </p:nvSpPr>
        <p:spPr>
          <a:xfrm>
            <a:off x="1395605" y="4848126"/>
            <a:ext cx="2703008" cy="1433726"/>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endParaRPr lang="en-US" sz="1066" baseline="0">
              <a:solidFill>
                <a:srgbClr val="4D4D4D"/>
              </a:solidFill>
            </a:endParaRPr>
          </a:p>
        </p:txBody>
      </p:sp>
      <p:sp>
        <p:nvSpPr>
          <p:cNvPr id="57" name="Text Placeholder 97"/>
          <p:cNvSpPr>
            <a:spLocks noGrp="1"/>
          </p:cNvSpPr>
          <p:nvPr>
            <p:ph type="body" sz="quarter" idx="18" hasCustomPrompt="1"/>
          </p:nvPr>
        </p:nvSpPr>
        <p:spPr>
          <a:xfrm>
            <a:off x="5277621" y="4087851"/>
            <a:ext cx="2703008" cy="735625"/>
          </a:xfrm>
          <a:prstGeom prst="rect">
            <a:avLst/>
          </a:prstGeom>
        </p:spPr>
        <p:txBody>
          <a:bodyPr/>
          <a:lstStyle>
            <a:lvl1pPr marL="0" indent="0">
              <a:buClr>
                <a:srgbClr val="4D4D4D"/>
              </a:buClr>
              <a:buFont typeface="Arial" panose="020B0604020202020204" pitchFamily="34" charset="0"/>
              <a:buNone/>
              <a:defRPr sz="1599" b="1" i="1"/>
            </a:lvl1pPr>
          </a:lstStyle>
          <a:p>
            <a:pPr lvl="0"/>
            <a:r>
              <a:rPr lang="en-US"/>
              <a:t>Title</a:t>
            </a:r>
          </a:p>
        </p:txBody>
      </p:sp>
      <p:sp>
        <p:nvSpPr>
          <p:cNvPr id="58" name="Text Placeholder 97"/>
          <p:cNvSpPr>
            <a:spLocks noGrp="1"/>
          </p:cNvSpPr>
          <p:nvPr>
            <p:ph type="body" sz="quarter" idx="19" hasCustomPrompt="1"/>
          </p:nvPr>
        </p:nvSpPr>
        <p:spPr>
          <a:xfrm>
            <a:off x="5277621" y="4848126"/>
            <a:ext cx="2703008" cy="1433726"/>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endParaRPr lang="en-US" sz="1066" baseline="0">
              <a:solidFill>
                <a:srgbClr val="4D4D4D"/>
              </a:solidFill>
            </a:endParaRPr>
          </a:p>
        </p:txBody>
      </p:sp>
      <p:sp>
        <p:nvSpPr>
          <p:cNvPr id="60" name="Text Placeholder 97"/>
          <p:cNvSpPr>
            <a:spLocks noGrp="1"/>
          </p:cNvSpPr>
          <p:nvPr>
            <p:ph type="body" sz="quarter" idx="20" hasCustomPrompt="1"/>
          </p:nvPr>
        </p:nvSpPr>
        <p:spPr>
          <a:xfrm>
            <a:off x="9077013" y="4087851"/>
            <a:ext cx="2703008" cy="735625"/>
          </a:xfrm>
          <a:prstGeom prst="rect">
            <a:avLst/>
          </a:prstGeom>
        </p:spPr>
        <p:txBody>
          <a:bodyPr/>
          <a:lstStyle>
            <a:lvl1pPr marL="0" indent="0">
              <a:buClr>
                <a:srgbClr val="4D4D4D"/>
              </a:buClr>
              <a:buFont typeface="Arial" panose="020B0604020202020204" pitchFamily="34" charset="0"/>
              <a:buNone/>
              <a:defRPr sz="1599" b="1" i="1"/>
            </a:lvl1pPr>
          </a:lstStyle>
          <a:p>
            <a:pPr lvl="0"/>
            <a:r>
              <a:rPr lang="en-US"/>
              <a:t>Title</a:t>
            </a:r>
          </a:p>
        </p:txBody>
      </p:sp>
      <p:sp>
        <p:nvSpPr>
          <p:cNvPr id="61" name="Text Placeholder 97"/>
          <p:cNvSpPr>
            <a:spLocks noGrp="1"/>
          </p:cNvSpPr>
          <p:nvPr>
            <p:ph type="body" sz="quarter" idx="21" hasCustomPrompt="1"/>
          </p:nvPr>
        </p:nvSpPr>
        <p:spPr>
          <a:xfrm>
            <a:off x="9077013" y="4848126"/>
            <a:ext cx="2703008" cy="1433726"/>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a:t>
            </a:r>
            <a:r>
              <a:rPr lang="en-US" sz="1066">
                <a:solidFill>
                  <a:srgbClr val="4D4D4D"/>
                </a:solidFill>
              </a:rPr>
              <a:t> </a:t>
            </a:r>
            <a:endParaRPr lang="en-US" sz="1066" baseline="0">
              <a:solidFill>
                <a:srgbClr val="4D4D4D"/>
              </a:solidFill>
            </a:endParaRPr>
          </a:p>
        </p:txBody>
      </p:sp>
      <p:sp>
        <p:nvSpPr>
          <p:cNvPr id="62" name="Rectangle 61"/>
          <p:cNvSpPr/>
          <p:nvPr userDrawn="1"/>
        </p:nvSpPr>
        <p:spPr>
          <a:xfrm>
            <a:off x="6204184" y="1536922"/>
            <a:ext cx="3678739" cy="2234512"/>
          </a:xfrm>
          <a:prstGeom prst="rect">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1"/>
          </a:p>
        </p:txBody>
      </p:sp>
      <p:sp>
        <p:nvSpPr>
          <p:cNvPr id="63" name="Picture Placeholder 8"/>
          <p:cNvSpPr>
            <a:spLocks noGrp="1"/>
          </p:cNvSpPr>
          <p:nvPr>
            <p:ph type="pic" sz="quarter" idx="22" hasCustomPrompt="1"/>
          </p:nvPr>
        </p:nvSpPr>
        <p:spPr>
          <a:xfrm>
            <a:off x="6318843" y="1670943"/>
            <a:ext cx="771876" cy="899819"/>
          </a:xfrm>
          <a:prstGeom prst="rect">
            <a:avLst/>
          </a:prstGeom>
        </p:spPr>
        <p:txBody>
          <a:bodyPr>
            <a:normAutofit/>
          </a:bodyPr>
          <a:lstStyle>
            <a:lvl1pPr marL="0" indent="0">
              <a:buNone/>
              <a:defRPr sz="1199"/>
            </a:lvl1pPr>
          </a:lstStyle>
          <a:p>
            <a:r>
              <a:rPr lang="en-US"/>
              <a:t>Photo</a:t>
            </a:r>
          </a:p>
        </p:txBody>
      </p:sp>
      <p:sp>
        <p:nvSpPr>
          <p:cNvPr id="64" name="Text Placeholder 97"/>
          <p:cNvSpPr>
            <a:spLocks noGrp="1"/>
          </p:cNvSpPr>
          <p:nvPr>
            <p:ph type="body" sz="quarter" idx="23" hasCustomPrompt="1"/>
          </p:nvPr>
        </p:nvSpPr>
        <p:spPr>
          <a:xfrm>
            <a:off x="7179915" y="1669285"/>
            <a:ext cx="2703008" cy="735625"/>
          </a:xfrm>
          <a:prstGeom prst="rect">
            <a:avLst/>
          </a:prstGeom>
        </p:spPr>
        <p:txBody>
          <a:bodyPr/>
          <a:lstStyle>
            <a:lvl1pPr marL="0" indent="0">
              <a:buClr>
                <a:srgbClr val="4D4D4D"/>
              </a:buClr>
              <a:buFont typeface="Arial" panose="020B0604020202020204" pitchFamily="34" charset="0"/>
              <a:buNone/>
              <a:defRPr sz="1599" b="1" i="1"/>
            </a:lvl1pPr>
          </a:lstStyle>
          <a:p>
            <a:pPr lvl="0"/>
            <a:r>
              <a:rPr lang="en-US"/>
              <a:t>Title</a:t>
            </a:r>
          </a:p>
        </p:txBody>
      </p:sp>
      <p:sp>
        <p:nvSpPr>
          <p:cNvPr id="65" name="Text Placeholder 97"/>
          <p:cNvSpPr>
            <a:spLocks noGrp="1"/>
          </p:cNvSpPr>
          <p:nvPr>
            <p:ph type="body" sz="quarter" idx="24" hasCustomPrompt="1"/>
          </p:nvPr>
        </p:nvSpPr>
        <p:spPr>
          <a:xfrm>
            <a:off x="7179915" y="2402791"/>
            <a:ext cx="2703008" cy="1433726"/>
          </a:xfrm>
          <a:prstGeom prst="rect">
            <a:avLst/>
          </a:prstGeom>
        </p:spPr>
        <p:txBody>
          <a:bodyPr/>
          <a:lstStyle>
            <a:lvl1pPr marL="156488" marR="0" indent="-156488" algn="l" defTabSz="1218072" rtl="0" eaLnBrk="0" fontAlgn="base" latinLnBrk="0" hangingPunct="0">
              <a:lnSpc>
                <a:spcPct val="100000"/>
              </a:lnSpc>
              <a:spcBef>
                <a:spcPct val="0"/>
              </a:spcBef>
              <a:spcAft>
                <a:spcPct val="0"/>
              </a:spcAft>
              <a:buClrTx/>
              <a:buSzTx/>
              <a:buFont typeface="Arial" panose="020B0604020202020204" pitchFamily="34" charset="0"/>
              <a:buChar char="•"/>
              <a:tabLst/>
              <a:defRPr sz="1599" b="0"/>
            </a:lvl1pPr>
          </a:lstStyle>
          <a:p>
            <a:pPr marL="117475" marR="0" indent="-117475"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lang="en-US" sz="1066" baseline="0">
                <a:solidFill>
                  <a:srgbClr val="4D4D4D"/>
                </a:solidFill>
              </a:rPr>
              <a:t>content text, 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r>
              <a:rPr lang="en-US" sz="1066" baseline="0">
                <a:solidFill>
                  <a:srgbClr val="4D4D4D"/>
                </a:solidFill>
              </a:rPr>
              <a:t>content text,</a:t>
            </a:r>
            <a:r>
              <a:rPr lang="en-US" sz="1066">
                <a:solidFill>
                  <a:srgbClr val="4D4D4D"/>
                </a:solidFill>
              </a:rPr>
              <a:t> </a:t>
            </a:r>
            <a:endParaRPr lang="en-US" sz="1066" baseline="0">
              <a:solidFill>
                <a:srgbClr val="4D4D4D"/>
              </a:solidFill>
            </a:endParaRPr>
          </a:p>
        </p:txBody>
      </p:sp>
      <p:sp>
        <p:nvSpPr>
          <p:cNvPr id="25"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6931989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Boxes without Top Patch">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18502" y="1601382"/>
            <a:ext cx="3628565" cy="4189026"/>
          </a:xfrm>
          <a:prstGeom prst="rect">
            <a:avLst/>
          </a:prstGeom>
          <a:ln>
            <a:solidFill>
              <a:schemeClr val="bg2">
                <a:lumMod val="40000"/>
                <a:lumOff val="60000"/>
              </a:schemeClr>
            </a:solidFill>
          </a:ln>
        </p:spPr>
        <p:txBody>
          <a:bodyPr>
            <a:normAutofit/>
          </a:bodyPr>
          <a:lstStyle>
            <a:lvl1pPr marL="0" marR="0" indent="0" algn="l" defTabSz="1218072" rtl="0" eaLnBrk="1" fontAlgn="base" latinLnBrk="0" hangingPunct="1">
              <a:lnSpc>
                <a:spcPct val="100000"/>
              </a:lnSpc>
              <a:spcBef>
                <a:spcPct val="20000"/>
              </a:spcBef>
              <a:spcAft>
                <a:spcPct val="0"/>
              </a:spcAft>
              <a:buClr>
                <a:schemeClr val="bg2">
                  <a:lumMod val="50000"/>
                </a:schemeClr>
              </a:buClr>
              <a:buSzTx/>
              <a:buFont typeface="Arial" panose="020B0604020202020204" pitchFamily="34" charset="0"/>
              <a:buNone/>
              <a:tabLst/>
              <a:defRPr sz="2131">
                <a:solidFill>
                  <a:srgbClr val="4D4D4D"/>
                </a:solidFill>
              </a:defRPr>
            </a:lvl1pPr>
            <a:lvl2pPr marL="989684" indent="-380648">
              <a:buClr>
                <a:schemeClr val="bg2">
                  <a:lumMod val="50000"/>
                </a:schemeClr>
              </a:buClr>
              <a:buFont typeface="Arial" panose="020B0604020202020204" pitchFamily="34" charset="0"/>
              <a:buChar char="•"/>
              <a:defRPr sz="1865">
                <a:solidFill>
                  <a:srgbClr val="4D4D4D"/>
                </a:solidFill>
              </a:defRPr>
            </a:lvl2pPr>
            <a:lvl3pPr marL="1598720" indent="-380648">
              <a:buClr>
                <a:schemeClr val="bg2">
                  <a:lumMod val="50000"/>
                </a:schemeClr>
              </a:buClr>
              <a:buFont typeface="Arial" panose="020B0604020202020204" pitchFamily="34" charset="0"/>
              <a:buChar char="•"/>
              <a:defRPr sz="1865">
                <a:solidFill>
                  <a:srgbClr val="4D4D4D"/>
                </a:solidFill>
              </a:defRPr>
            </a:lvl3pPr>
          </a:lstStyle>
          <a:p>
            <a:pPr marL="456777" marR="0" lvl="0" indent="-456777" algn="l" defTabSz="1218072"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18 </a:t>
            </a:r>
            <a:r>
              <a:rPr lang="en-US" err="1"/>
              <a:t>pt</a:t>
            </a:r>
            <a:r>
              <a:rPr lang="en-US"/>
              <a:t>)</a:t>
            </a:r>
          </a:p>
          <a:p>
            <a:pPr lvl="1"/>
            <a:r>
              <a:rPr lang="en-US"/>
              <a:t>Second level</a:t>
            </a:r>
          </a:p>
          <a:p>
            <a:pPr lvl="2"/>
            <a:r>
              <a:rPr lang="en-US"/>
              <a:t>Third level</a:t>
            </a:r>
          </a:p>
        </p:txBody>
      </p:sp>
      <p:sp>
        <p:nvSpPr>
          <p:cNvPr id="10" name="Text Placeholder 3"/>
          <p:cNvSpPr>
            <a:spLocks noGrp="1"/>
          </p:cNvSpPr>
          <p:nvPr>
            <p:ph type="body" sz="quarter" idx="11" hasCustomPrompt="1"/>
          </p:nvPr>
        </p:nvSpPr>
        <p:spPr>
          <a:xfrm>
            <a:off x="4287768" y="1601382"/>
            <a:ext cx="3628565" cy="4189026"/>
          </a:xfrm>
          <a:prstGeom prst="rect">
            <a:avLst/>
          </a:prstGeom>
          <a:ln>
            <a:solidFill>
              <a:schemeClr val="bg2">
                <a:lumMod val="40000"/>
                <a:lumOff val="60000"/>
              </a:schemeClr>
            </a:solidFill>
          </a:ln>
        </p:spPr>
        <p:txBody>
          <a:bodyPr>
            <a:normAutofit/>
          </a:bodyPr>
          <a:lstStyle>
            <a:lvl1pPr marL="0" marR="0" indent="0" algn="l" defTabSz="1218072" rtl="0" eaLnBrk="1" fontAlgn="base" latinLnBrk="0" hangingPunct="1">
              <a:lnSpc>
                <a:spcPct val="100000"/>
              </a:lnSpc>
              <a:spcBef>
                <a:spcPct val="20000"/>
              </a:spcBef>
              <a:spcAft>
                <a:spcPct val="0"/>
              </a:spcAft>
              <a:buClr>
                <a:srgbClr val="4D4D4D"/>
              </a:buClr>
              <a:buSzTx/>
              <a:buFontTx/>
              <a:buNone/>
              <a:tabLst/>
              <a:defRPr sz="2131">
                <a:solidFill>
                  <a:srgbClr val="4D4D4D"/>
                </a:solidFill>
              </a:defRPr>
            </a:lvl1pPr>
            <a:lvl2pPr marL="989684" indent="-380648">
              <a:buClr>
                <a:srgbClr val="4D4D4D"/>
              </a:buClr>
              <a:buFont typeface="Arial" panose="020B0604020202020204" pitchFamily="34" charset="0"/>
              <a:buChar char="•"/>
              <a:defRPr sz="2131">
                <a:solidFill>
                  <a:srgbClr val="4D4D4D"/>
                </a:solidFill>
              </a:defRPr>
            </a:lvl2pPr>
            <a:lvl3pPr marL="1218072" indent="0">
              <a:buClr>
                <a:srgbClr val="4D4D4D"/>
              </a:buClr>
              <a:buFontTx/>
              <a:buNone/>
              <a:defRPr sz="2131">
                <a:solidFill>
                  <a:srgbClr val="4D4D4D"/>
                </a:solidFill>
              </a:defRPr>
            </a:lvl3pPr>
          </a:lstStyle>
          <a:p>
            <a:pPr marL="456777" marR="0" lvl="0" indent="-456777" algn="l" defTabSz="1218072"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18 </a:t>
            </a:r>
            <a:r>
              <a:rPr lang="en-US" err="1"/>
              <a:t>pt</a:t>
            </a:r>
            <a:r>
              <a:rPr lang="en-US"/>
              <a:t>)</a:t>
            </a:r>
          </a:p>
          <a:p>
            <a:pPr lvl="1"/>
            <a:r>
              <a:rPr lang="en-US"/>
              <a:t>Second level</a:t>
            </a:r>
          </a:p>
          <a:p>
            <a:pPr lvl="2"/>
            <a:r>
              <a:rPr lang="en-US"/>
              <a:t>Third level</a:t>
            </a:r>
          </a:p>
        </p:txBody>
      </p:sp>
      <p:sp>
        <p:nvSpPr>
          <p:cNvPr id="11" name="Text Placeholder 3"/>
          <p:cNvSpPr>
            <a:spLocks noGrp="1"/>
          </p:cNvSpPr>
          <p:nvPr>
            <p:ph type="body" sz="quarter" idx="12" hasCustomPrompt="1"/>
          </p:nvPr>
        </p:nvSpPr>
        <p:spPr>
          <a:xfrm>
            <a:off x="8157035" y="1601382"/>
            <a:ext cx="3628565" cy="4189026"/>
          </a:xfrm>
          <a:prstGeom prst="rect">
            <a:avLst/>
          </a:prstGeom>
          <a:ln>
            <a:solidFill>
              <a:schemeClr val="bg2">
                <a:lumMod val="40000"/>
                <a:lumOff val="60000"/>
              </a:schemeClr>
            </a:solidFill>
          </a:ln>
        </p:spPr>
        <p:txBody>
          <a:bodyPr>
            <a:normAutofit/>
          </a:bodyPr>
          <a:lstStyle>
            <a:lvl1pPr marL="0" marR="0" indent="0" algn="l" defTabSz="1218072" rtl="0" eaLnBrk="1" fontAlgn="base" latinLnBrk="0" hangingPunct="1">
              <a:lnSpc>
                <a:spcPct val="100000"/>
              </a:lnSpc>
              <a:spcBef>
                <a:spcPct val="20000"/>
              </a:spcBef>
              <a:spcAft>
                <a:spcPct val="0"/>
              </a:spcAft>
              <a:buClr>
                <a:srgbClr val="FDB813"/>
              </a:buClr>
              <a:buSzTx/>
              <a:buFontTx/>
              <a:buNone/>
              <a:tabLst/>
              <a:defRPr sz="2131">
                <a:solidFill>
                  <a:srgbClr val="4D4D4D"/>
                </a:solidFill>
              </a:defRPr>
            </a:lvl1pPr>
            <a:lvl2pPr marL="609036" indent="0">
              <a:buClr>
                <a:srgbClr val="4D4D4D"/>
              </a:buClr>
              <a:buFontTx/>
              <a:buNone/>
              <a:defRPr sz="2131">
                <a:solidFill>
                  <a:srgbClr val="4D4D4D"/>
                </a:solidFill>
              </a:defRPr>
            </a:lvl2pPr>
            <a:lvl3pPr marL="1218072" indent="0">
              <a:buClr>
                <a:srgbClr val="4D4D4D"/>
              </a:buClr>
              <a:buFontTx/>
              <a:buNone/>
              <a:defRPr sz="2131">
                <a:solidFill>
                  <a:srgbClr val="4D4D4D"/>
                </a:solidFill>
              </a:defRPr>
            </a:lvl3pPr>
          </a:lstStyle>
          <a:p>
            <a:pPr marL="456777" marR="0" lvl="0" indent="-456777" algn="l" defTabSz="1218072"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18 </a:t>
            </a:r>
            <a:r>
              <a:rPr lang="en-US" err="1"/>
              <a:t>pt</a:t>
            </a:r>
            <a:r>
              <a:rPr lang="en-US"/>
              <a:t>)</a:t>
            </a:r>
          </a:p>
          <a:p>
            <a:pPr lvl="1"/>
            <a:r>
              <a:rPr lang="en-US"/>
              <a:t>Second level</a:t>
            </a:r>
          </a:p>
          <a:p>
            <a:pPr lvl="2"/>
            <a:r>
              <a:rPr lang="en-US"/>
              <a:t>Third level</a:t>
            </a:r>
          </a:p>
        </p:txBody>
      </p:sp>
      <p:sp>
        <p:nvSpPr>
          <p:cNvPr id="6"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5858995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Boxes without Top Patch">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06400" y="1595303"/>
            <a:ext cx="5534411" cy="2341227"/>
          </a:xfrm>
          <a:prstGeom prst="rect">
            <a:avLst/>
          </a:prstGeom>
        </p:spPr>
        <p:txBody>
          <a:bodyPr>
            <a:normAutofit/>
          </a:bodyPr>
          <a:lstStyle>
            <a:lvl1pPr marL="0" marR="0" indent="0" algn="l" defTabSz="1218072" rtl="0" eaLnBrk="1" fontAlgn="base" latinLnBrk="0" hangingPunct="1">
              <a:lnSpc>
                <a:spcPct val="100000"/>
              </a:lnSpc>
              <a:spcBef>
                <a:spcPct val="20000"/>
              </a:spcBef>
              <a:spcAft>
                <a:spcPct val="0"/>
              </a:spcAft>
              <a:buClr>
                <a:srgbClr val="4D4D4D"/>
              </a:buClr>
              <a:buSzTx/>
              <a:buFont typeface="Times" pitchFamily="18" charset="0"/>
              <a:buNone/>
              <a:tabLst/>
              <a:defRPr sz="2398">
                <a:solidFill>
                  <a:srgbClr val="4D4D4D"/>
                </a:solidFill>
              </a:defRPr>
            </a:lvl1pPr>
            <a:lvl2pPr>
              <a:buClr>
                <a:srgbClr val="4D4D4D"/>
              </a:buClr>
              <a:defRPr sz="2131">
                <a:solidFill>
                  <a:srgbClr val="4D4D4D"/>
                </a:solidFill>
              </a:defRPr>
            </a:lvl2pPr>
            <a:lvl3pPr>
              <a:buClr>
                <a:srgbClr val="4D4D4D"/>
              </a:buClr>
              <a:defRPr sz="2131">
                <a:solidFill>
                  <a:srgbClr val="4D4D4D"/>
                </a:solidFill>
              </a:defRPr>
            </a:lvl3pPr>
          </a:lstStyle>
          <a:p>
            <a:pPr marL="456777" marR="0" lvl="0" indent="-456777" algn="l" defTabSz="1218072"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16 </a:t>
            </a:r>
            <a:r>
              <a:rPr lang="en-US" err="1"/>
              <a:t>pt</a:t>
            </a:r>
            <a:r>
              <a:rPr lang="en-US"/>
              <a:t>)</a:t>
            </a:r>
          </a:p>
          <a:p>
            <a:pPr lvl="1"/>
            <a:r>
              <a:rPr lang="en-US"/>
              <a:t>Second level</a:t>
            </a:r>
          </a:p>
          <a:p>
            <a:pPr lvl="2"/>
            <a:r>
              <a:rPr lang="en-US"/>
              <a:t>Third level</a:t>
            </a:r>
          </a:p>
        </p:txBody>
      </p:sp>
      <p:sp>
        <p:nvSpPr>
          <p:cNvPr id="5" name="Text Placeholder 3"/>
          <p:cNvSpPr>
            <a:spLocks noGrp="1"/>
          </p:cNvSpPr>
          <p:nvPr>
            <p:ph type="body" sz="quarter" idx="11" hasCustomPrompt="1"/>
          </p:nvPr>
        </p:nvSpPr>
        <p:spPr>
          <a:xfrm>
            <a:off x="6243371" y="1595303"/>
            <a:ext cx="5534411" cy="2341227"/>
          </a:xfrm>
          <a:prstGeom prst="rect">
            <a:avLst/>
          </a:prstGeom>
        </p:spPr>
        <p:txBody>
          <a:bodyPr>
            <a:normAutofit/>
          </a:bodyPr>
          <a:lstStyle>
            <a:lvl1pPr marL="0" marR="0" indent="0" algn="l" defTabSz="1218072" rtl="0" eaLnBrk="1" fontAlgn="base" latinLnBrk="0" hangingPunct="1">
              <a:lnSpc>
                <a:spcPct val="100000"/>
              </a:lnSpc>
              <a:spcBef>
                <a:spcPct val="20000"/>
              </a:spcBef>
              <a:spcAft>
                <a:spcPct val="0"/>
              </a:spcAft>
              <a:buClr>
                <a:srgbClr val="4D4D4D"/>
              </a:buClr>
              <a:buSzTx/>
              <a:buFont typeface="Times" pitchFamily="18" charset="0"/>
              <a:buNone/>
              <a:tabLst/>
              <a:defRPr sz="2398">
                <a:solidFill>
                  <a:srgbClr val="4D4D4D"/>
                </a:solidFill>
              </a:defRPr>
            </a:lvl1pPr>
            <a:lvl2pPr>
              <a:buClr>
                <a:srgbClr val="4D4D4D"/>
              </a:buClr>
              <a:defRPr sz="2131">
                <a:solidFill>
                  <a:srgbClr val="4D4D4D"/>
                </a:solidFill>
              </a:defRPr>
            </a:lvl2pPr>
            <a:lvl3pPr>
              <a:buClr>
                <a:srgbClr val="4D4D4D"/>
              </a:buClr>
              <a:defRPr sz="2131">
                <a:solidFill>
                  <a:srgbClr val="4D4D4D"/>
                </a:solidFill>
              </a:defRPr>
            </a:lvl3pPr>
          </a:lstStyle>
          <a:p>
            <a:pPr marL="456777" marR="0" lvl="0" indent="-456777" algn="l" defTabSz="1218072"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16 </a:t>
            </a:r>
            <a:r>
              <a:rPr lang="en-US" err="1"/>
              <a:t>pt</a:t>
            </a:r>
            <a:r>
              <a:rPr lang="en-US"/>
              <a:t>)</a:t>
            </a:r>
          </a:p>
          <a:p>
            <a:pPr lvl="1"/>
            <a:r>
              <a:rPr lang="en-US"/>
              <a:t>Second level</a:t>
            </a:r>
          </a:p>
          <a:p>
            <a:pPr lvl="2"/>
            <a:r>
              <a:rPr lang="en-US"/>
              <a:t>Third level</a:t>
            </a:r>
          </a:p>
        </p:txBody>
      </p:sp>
      <p:sp>
        <p:nvSpPr>
          <p:cNvPr id="7" name="Text Placeholder 6"/>
          <p:cNvSpPr>
            <a:spLocks noGrp="1"/>
          </p:cNvSpPr>
          <p:nvPr>
            <p:ph type="body" sz="quarter" idx="12"/>
          </p:nvPr>
        </p:nvSpPr>
        <p:spPr>
          <a:xfrm>
            <a:off x="406400" y="4031018"/>
            <a:ext cx="5534411" cy="2497309"/>
          </a:xfrm>
          <a:prstGeom prst="rect">
            <a:avLst/>
          </a:prstGeom>
        </p:spPr>
        <p:txBody>
          <a:bodyPr/>
          <a:lstStyle>
            <a:lvl1pPr marL="0" marR="0" indent="0" algn="l" defTabSz="1218072" rtl="0" eaLnBrk="1" fontAlgn="base" latinLnBrk="0" hangingPunct="1">
              <a:lnSpc>
                <a:spcPct val="100000"/>
              </a:lnSpc>
              <a:spcBef>
                <a:spcPct val="20000"/>
              </a:spcBef>
              <a:spcAft>
                <a:spcPct val="0"/>
              </a:spcAft>
              <a:buClr>
                <a:srgbClr val="4D4D4D"/>
              </a:buClr>
              <a:buSzTx/>
              <a:buFont typeface="Times" pitchFamily="18" charset="0"/>
              <a:buNone/>
              <a:tabLst/>
              <a:defRPr sz="2398">
                <a:solidFill>
                  <a:srgbClr val="4D4D4D"/>
                </a:solidFill>
              </a:defRPr>
            </a:lvl1pPr>
            <a:lvl2pPr>
              <a:buClr>
                <a:srgbClr val="4D4D4D"/>
              </a:buClr>
              <a:defRPr sz="2131">
                <a:solidFill>
                  <a:srgbClr val="4D4D4D"/>
                </a:solidFill>
              </a:defRPr>
            </a:lvl2pPr>
            <a:lvl3pPr>
              <a:buClr>
                <a:srgbClr val="4D4D4D"/>
              </a:buClr>
              <a:defRPr sz="2131">
                <a:solidFill>
                  <a:srgbClr val="4D4D4D"/>
                </a:solidFill>
              </a:defRPr>
            </a:lvl3pPr>
          </a:lstStyle>
          <a:p>
            <a:pPr lvl="0"/>
            <a:r>
              <a:rPr lang="en-US"/>
              <a:t>Click to edit Master text styles</a:t>
            </a:r>
          </a:p>
          <a:p>
            <a:pPr marL="456777" marR="0" lvl="0" indent="-456777" algn="l" defTabSz="1218072"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(Arial 16 </a:t>
            </a:r>
            <a:r>
              <a:rPr lang="en-US" err="1"/>
              <a:t>pt</a:t>
            </a:r>
            <a:r>
              <a:rPr lang="en-US"/>
              <a:t>)</a:t>
            </a:r>
          </a:p>
          <a:p>
            <a:pPr lvl="1"/>
            <a:r>
              <a:rPr lang="en-US"/>
              <a:t>Second level</a:t>
            </a:r>
          </a:p>
          <a:p>
            <a:pPr lvl="2"/>
            <a:r>
              <a:rPr lang="en-US"/>
              <a:t>Third level</a:t>
            </a:r>
          </a:p>
        </p:txBody>
      </p:sp>
      <p:sp>
        <p:nvSpPr>
          <p:cNvPr id="9" name="Text Placeholder 8"/>
          <p:cNvSpPr>
            <a:spLocks noGrp="1"/>
          </p:cNvSpPr>
          <p:nvPr>
            <p:ph type="body" sz="quarter" idx="13"/>
          </p:nvPr>
        </p:nvSpPr>
        <p:spPr>
          <a:xfrm>
            <a:off x="6243371" y="4024429"/>
            <a:ext cx="4729429" cy="1231678"/>
          </a:xfrm>
          <a:prstGeom prst="rect">
            <a:avLst/>
          </a:prstGeom>
        </p:spPr>
        <p:txBody>
          <a:bodyPr/>
          <a:lstStyle>
            <a:lvl1pPr marL="0" marR="0" indent="0" algn="l" defTabSz="1218072" rtl="0" eaLnBrk="1" fontAlgn="base" latinLnBrk="0" hangingPunct="1">
              <a:lnSpc>
                <a:spcPct val="100000"/>
              </a:lnSpc>
              <a:spcBef>
                <a:spcPct val="20000"/>
              </a:spcBef>
              <a:spcAft>
                <a:spcPct val="0"/>
              </a:spcAft>
              <a:buClr>
                <a:srgbClr val="4D4D4D"/>
              </a:buClr>
              <a:buSzTx/>
              <a:buFont typeface="Times" pitchFamily="18" charset="0"/>
              <a:buNone/>
              <a:tabLst/>
              <a:defRPr sz="2398">
                <a:solidFill>
                  <a:srgbClr val="4D4D4D"/>
                </a:solidFill>
              </a:defRPr>
            </a:lvl1pPr>
            <a:lvl2pPr>
              <a:buClr>
                <a:srgbClr val="4D4D4D"/>
              </a:buClr>
              <a:defRPr sz="2131">
                <a:solidFill>
                  <a:srgbClr val="4D4D4D"/>
                </a:solidFill>
              </a:defRPr>
            </a:lvl2pPr>
            <a:lvl3pPr>
              <a:buClr>
                <a:srgbClr val="4D4D4D"/>
              </a:buClr>
              <a:defRPr sz="2131">
                <a:solidFill>
                  <a:srgbClr val="4D4D4D"/>
                </a:solidFill>
              </a:defRPr>
            </a:lvl3pPr>
          </a:lstStyle>
          <a:p>
            <a:pPr lvl="0"/>
            <a:r>
              <a:rPr lang="en-US"/>
              <a:t>Click to edit Master text styles</a:t>
            </a:r>
          </a:p>
          <a:p>
            <a:pPr marL="456777" marR="0" lvl="0" indent="-456777" algn="l" defTabSz="1218072"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(Arial 16 </a:t>
            </a:r>
            <a:r>
              <a:rPr lang="en-US" err="1"/>
              <a:t>pt</a:t>
            </a:r>
            <a:r>
              <a:rPr lang="en-US"/>
              <a:t>)</a:t>
            </a:r>
          </a:p>
          <a:p>
            <a:pPr lvl="1"/>
            <a:r>
              <a:rPr lang="en-US"/>
              <a:t>Second level</a:t>
            </a:r>
          </a:p>
          <a:p>
            <a:pPr lvl="2"/>
            <a:r>
              <a:rPr lang="en-US"/>
              <a:t>Third level</a:t>
            </a:r>
          </a:p>
        </p:txBody>
      </p:sp>
      <p:sp>
        <p:nvSpPr>
          <p:cNvPr id="10"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120ADF0C-4BBB-45C4-865D-6FA4EAC3794C}"/>
              </a:ext>
            </a:extLst>
          </p:cNvPr>
          <p:cNvPicPr>
            <a:picLocks noChangeAspect="1"/>
          </p:cNvPicPr>
          <p:nvPr userDrawn="1"/>
        </p:nvPicPr>
        <p:blipFill>
          <a:blip r:embed="rId2"/>
          <a:stretch>
            <a:fillRect/>
          </a:stretch>
        </p:blipFill>
        <p:spPr bwMode="black">
          <a:xfrm>
            <a:off x="10120692" y="415702"/>
            <a:ext cx="1704217" cy="365422"/>
          </a:xfrm>
          <a:prstGeom prst="rect">
            <a:avLst/>
          </a:prstGeom>
        </p:spPr>
      </p:pic>
    </p:spTree>
    <p:extLst>
      <p:ext uri="{BB962C8B-B14F-4D97-AF65-F5344CB8AC3E}">
        <p14:creationId xmlns:p14="http://schemas.microsoft.com/office/powerpoint/2010/main" val="37421711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without Background Color">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406400" y="1601891"/>
            <a:ext cx="11379200" cy="4800600"/>
          </a:xfrm>
          <a:prstGeom prst="rect">
            <a:avLst/>
          </a:prstGeom>
        </p:spPr>
        <p:txBody>
          <a:bodyPr>
            <a:normAutofit/>
          </a:bodyPr>
          <a:lstStyle>
            <a:lvl1pPr>
              <a:defRPr sz="2398"/>
            </a:lvl1pPr>
          </a:lstStyle>
          <a:p>
            <a:endParaRPr lang="en-US"/>
          </a:p>
        </p:txBody>
      </p:sp>
      <p:sp>
        <p:nvSpPr>
          <p:cNvPr id="5"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7321551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hart without Background Color">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06400" y="1601891"/>
            <a:ext cx="11379200" cy="4800600"/>
          </a:xfrm>
          <a:prstGeom prst="rect">
            <a:avLst/>
          </a:prstGeom>
        </p:spPr>
        <p:txBody>
          <a:bodyPr>
            <a:normAutofit/>
          </a:bodyPr>
          <a:lstStyle>
            <a:lvl1pPr>
              <a:defRPr sz="2398"/>
            </a:lvl1pPr>
          </a:lstStyle>
          <a:p>
            <a:endParaRPr lang="en-US"/>
          </a:p>
        </p:txBody>
      </p:sp>
      <p:sp>
        <p:nvSpPr>
          <p:cNvPr id="6"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605973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ble without Background Color">
    <p:spTree>
      <p:nvGrpSpPr>
        <p:cNvPr id="1" name=""/>
        <p:cNvGrpSpPr/>
        <p:nvPr/>
      </p:nvGrpSpPr>
      <p:grpSpPr>
        <a:xfrm>
          <a:off x="0" y="0"/>
          <a:ext cx="0" cy="0"/>
          <a:chOff x="0" y="0"/>
          <a:chExt cx="0" cy="0"/>
        </a:xfrm>
      </p:grpSpPr>
      <p:sp>
        <p:nvSpPr>
          <p:cNvPr id="6" name="Table Placeholder 5"/>
          <p:cNvSpPr>
            <a:spLocks noGrp="1"/>
          </p:cNvSpPr>
          <p:nvPr>
            <p:ph type="tbl" sz="quarter" idx="12"/>
          </p:nvPr>
        </p:nvSpPr>
        <p:spPr>
          <a:xfrm>
            <a:off x="406400" y="1598738"/>
            <a:ext cx="11379200" cy="4800600"/>
          </a:xfrm>
          <a:prstGeom prst="rect">
            <a:avLst/>
          </a:prstGeom>
        </p:spPr>
        <p:txBody>
          <a:bodyPr>
            <a:normAutofit/>
          </a:bodyPr>
          <a:lstStyle>
            <a:lvl1pPr>
              <a:defRPr sz="2398"/>
            </a:lvl1pPr>
          </a:lstStyle>
          <a:p>
            <a:endParaRPr lang="en-US"/>
          </a:p>
        </p:txBody>
      </p:sp>
      <p:sp>
        <p:nvSpPr>
          <p:cNvPr id="5"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8375169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raphic Background Color">
    <p:spTree>
      <p:nvGrpSpPr>
        <p:cNvPr id="1" name=""/>
        <p:cNvGrpSpPr/>
        <p:nvPr/>
      </p:nvGrpSpPr>
      <p:grpSpPr>
        <a:xfrm>
          <a:off x="0" y="0"/>
          <a:ext cx="0" cy="0"/>
          <a:chOff x="0" y="0"/>
          <a:chExt cx="0" cy="0"/>
        </a:xfrm>
      </p:grpSpPr>
      <p:sp>
        <p:nvSpPr>
          <p:cNvPr id="5" name="SmartArt Placeholder 4"/>
          <p:cNvSpPr>
            <a:spLocks noGrp="1"/>
          </p:cNvSpPr>
          <p:nvPr>
            <p:ph type="dgm" sz="quarter" idx="13"/>
          </p:nvPr>
        </p:nvSpPr>
        <p:spPr>
          <a:xfrm>
            <a:off x="406400" y="1601891"/>
            <a:ext cx="11379200" cy="4800600"/>
          </a:xfrm>
          <a:prstGeom prst="rect">
            <a:avLst/>
          </a:prstGeom>
        </p:spPr>
        <p:txBody>
          <a:bodyPr>
            <a:normAutofit/>
          </a:bodyPr>
          <a:lstStyle>
            <a:lvl1pPr>
              <a:defRPr sz="2398"/>
            </a:lvl1pPr>
          </a:lstStyle>
          <a:p>
            <a:endParaRPr lang="en-US"/>
          </a:p>
        </p:txBody>
      </p:sp>
      <p:sp>
        <p:nvSpPr>
          <p:cNvPr id="6"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6342689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edia">
    <p:spTree>
      <p:nvGrpSpPr>
        <p:cNvPr id="1" name=""/>
        <p:cNvGrpSpPr/>
        <p:nvPr/>
      </p:nvGrpSpPr>
      <p:grpSpPr>
        <a:xfrm>
          <a:off x="0" y="0"/>
          <a:ext cx="0" cy="0"/>
          <a:chOff x="0" y="0"/>
          <a:chExt cx="0" cy="0"/>
        </a:xfrm>
      </p:grpSpPr>
      <p:sp>
        <p:nvSpPr>
          <p:cNvPr id="6" name="Media Placeholder 5"/>
          <p:cNvSpPr>
            <a:spLocks noGrp="1"/>
          </p:cNvSpPr>
          <p:nvPr>
            <p:ph type="media" sz="quarter" idx="14"/>
          </p:nvPr>
        </p:nvSpPr>
        <p:spPr>
          <a:xfrm>
            <a:off x="410448" y="1599031"/>
            <a:ext cx="11375152" cy="4800600"/>
          </a:xfrm>
          <a:prstGeom prst="rect">
            <a:avLst/>
          </a:prstGeom>
        </p:spPr>
        <p:txBody>
          <a:bodyPr>
            <a:normAutofit/>
          </a:bodyPr>
          <a:lstStyle>
            <a:lvl1pPr>
              <a:defRPr sz="2398"/>
            </a:lvl1pPr>
          </a:lstStyle>
          <a:p>
            <a:endParaRPr lang="en-US"/>
          </a:p>
        </p:txBody>
      </p:sp>
      <p:sp>
        <p:nvSpPr>
          <p:cNvPr id="5"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9106136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ackground">
    <p:spTree>
      <p:nvGrpSpPr>
        <p:cNvPr id="1" name=""/>
        <p:cNvGrpSpPr/>
        <p:nvPr/>
      </p:nvGrpSpPr>
      <p:grpSpPr>
        <a:xfrm>
          <a:off x="0" y="0"/>
          <a:ext cx="0" cy="0"/>
          <a:chOff x="0" y="0"/>
          <a:chExt cx="0" cy="0"/>
        </a:xfrm>
      </p:grpSpPr>
      <p:sp>
        <p:nvSpPr>
          <p:cNvPr id="7" name="Text Placeholder 6"/>
          <p:cNvSpPr>
            <a:spLocks noGrp="1"/>
          </p:cNvSpPr>
          <p:nvPr>
            <p:ph type="body" sz="quarter" idx="10" hasCustomPrompt="1"/>
          </p:nvPr>
        </p:nvSpPr>
        <p:spPr>
          <a:xfrm>
            <a:off x="609600" y="2108367"/>
            <a:ext cx="4876800" cy="3858284"/>
          </a:xfrm>
          <a:prstGeom prst="rect">
            <a:avLst/>
          </a:prstGeom>
        </p:spPr>
        <p:txBody>
          <a:bodyPr>
            <a:normAutofit/>
          </a:bodyPr>
          <a:lstStyle>
            <a:lvl1pPr marL="0" marR="0" indent="0" algn="l" defTabSz="1218072" rtl="0" eaLnBrk="1" fontAlgn="base" latinLnBrk="0" hangingPunct="1">
              <a:lnSpc>
                <a:spcPct val="100000"/>
              </a:lnSpc>
              <a:spcBef>
                <a:spcPct val="20000"/>
              </a:spcBef>
              <a:spcAft>
                <a:spcPct val="0"/>
              </a:spcAft>
              <a:buClr>
                <a:srgbClr val="FDB813"/>
              </a:buClr>
              <a:buSzTx/>
              <a:buFont typeface="Times" pitchFamily="18" charset="0"/>
              <a:buNone/>
              <a:tabLst/>
              <a:defRPr sz="2131"/>
            </a:lvl1pPr>
            <a:lvl2pPr>
              <a:defRPr sz="2131"/>
            </a:lvl2pPr>
            <a:lvl3pPr>
              <a:defRPr sz="2131"/>
            </a:lvl3pPr>
            <a:lvl4pPr>
              <a:defRPr sz="2131"/>
            </a:lvl4pPr>
            <a:lvl5pPr>
              <a:defRPr sz="2131"/>
            </a:lvl5pPr>
          </a:lstStyle>
          <a:p>
            <a:pPr marL="456777" marR="0" lvl="0" indent="-456777" algn="l" defTabSz="1218072"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16 </a:t>
            </a:r>
            <a:r>
              <a:rPr lang="en-US" err="1"/>
              <a:t>pt</a:t>
            </a:r>
            <a:r>
              <a:rPr lang="en-US"/>
              <a:t>)</a:t>
            </a:r>
          </a:p>
          <a:p>
            <a:pPr lvl="1"/>
            <a:r>
              <a:rPr lang="en-US"/>
              <a:t>Second level</a:t>
            </a:r>
          </a:p>
          <a:p>
            <a:pPr lvl="2"/>
            <a:r>
              <a:rPr lang="en-US"/>
              <a:t>Third level</a:t>
            </a:r>
          </a:p>
          <a:p>
            <a:pPr lvl="3"/>
            <a:r>
              <a:rPr lang="en-US"/>
              <a:t>Fourth level</a:t>
            </a:r>
          </a:p>
          <a:p>
            <a:pPr lvl="4"/>
            <a:r>
              <a:rPr lang="en-US"/>
              <a:t>Fifth level</a:t>
            </a:r>
          </a:p>
        </p:txBody>
      </p:sp>
      <p:sp>
        <p:nvSpPr>
          <p:cNvPr id="8" name="Text Placeholder 6"/>
          <p:cNvSpPr>
            <a:spLocks noGrp="1"/>
          </p:cNvSpPr>
          <p:nvPr>
            <p:ph type="body" sz="quarter" idx="11" hasCustomPrompt="1"/>
          </p:nvPr>
        </p:nvSpPr>
        <p:spPr>
          <a:xfrm>
            <a:off x="6502400" y="2109425"/>
            <a:ext cx="4876800" cy="3858284"/>
          </a:xfrm>
          <a:prstGeom prst="rect">
            <a:avLst/>
          </a:prstGeom>
        </p:spPr>
        <p:txBody>
          <a:bodyPr/>
          <a:lstStyle>
            <a:lvl1pPr marL="0" marR="0" indent="0" algn="l" defTabSz="1218072" rtl="0" eaLnBrk="1" fontAlgn="base" latinLnBrk="0" hangingPunct="1">
              <a:lnSpc>
                <a:spcPct val="100000"/>
              </a:lnSpc>
              <a:spcBef>
                <a:spcPct val="20000"/>
              </a:spcBef>
              <a:spcAft>
                <a:spcPct val="0"/>
              </a:spcAft>
              <a:buClr>
                <a:srgbClr val="FDB813"/>
              </a:buClr>
              <a:buSzTx/>
              <a:buFont typeface="Times" pitchFamily="18" charset="0"/>
              <a:buNone/>
              <a:tabLst/>
              <a:defRPr sz="2131"/>
            </a:lvl1pPr>
            <a:lvl2pPr>
              <a:defRPr sz="2131"/>
            </a:lvl2pPr>
            <a:lvl3pPr>
              <a:defRPr sz="2131"/>
            </a:lvl3pPr>
            <a:lvl4pPr>
              <a:defRPr sz="2131"/>
            </a:lvl4pPr>
            <a:lvl5pPr>
              <a:defRPr sz="2131"/>
            </a:lvl5pPr>
          </a:lstStyle>
          <a:p>
            <a:pPr marL="456777" marR="0" lvl="0" indent="-456777" algn="l" defTabSz="1218072" rtl="0" eaLnBrk="1" fontAlgn="base" latinLnBrk="0" hangingPunct="1">
              <a:lnSpc>
                <a:spcPct val="100000"/>
              </a:lnSpc>
              <a:spcBef>
                <a:spcPct val="20000"/>
              </a:spcBef>
              <a:spcAft>
                <a:spcPct val="0"/>
              </a:spcAft>
              <a:buClr>
                <a:srgbClr val="FDB813"/>
              </a:buClr>
              <a:buSzTx/>
              <a:buFont typeface="Times" pitchFamily="18" charset="0"/>
              <a:buChar char="•"/>
              <a:tabLst/>
              <a:defRPr/>
            </a:pPr>
            <a:r>
              <a:rPr lang="en-US"/>
              <a:t>Click to edit Master text styles (Arial 16 </a:t>
            </a:r>
            <a:r>
              <a:rPr lang="en-US" err="1"/>
              <a:t>pt</a:t>
            </a:r>
            <a:r>
              <a:rPr lang="en-US"/>
              <a:t>)</a:t>
            </a:r>
          </a:p>
          <a:p>
            <a:pPr lvl="1"/>
            <a:r>
              <a:rPr lang="en-US"/>
              <a:t>Second level</a:t>
            </a:r>
          </a:p>
          <a:p>
            <a:pPr lvl="2"/>
            <a:r>
              <a:rPr lang="en-US"/>
              <a:t>Third level</a:t>
            </a:r>
          </a:p>
          <a:p>
            <a:pPr lvl="3"/>
            <a:r>
              <a:rPr lang="en-US"/>
              <a:t>Fourth level</a:t>
            </a:r>
          </a:p>
          <a:p>
            <a:pPr lvl="4"/>
            <a:r>
              <a:rPr lang="en-US"/>
              <a:t>Fifth level</a:t>
            </a:r>
          </a:p>
        </p:txBody>
      </p:sp>
      <p:sp>
        <p:nvSpPr>
          <p:cNvPr id="5" name="Title 1"/>
          <p:cNvSpPr>
            <a:spLocks noGrp="1"/>
          </p:cNvSpPr>
          <p:nvPr>
            <p:ph type="title"/>
          </p:nvPr>
        </p:nvSpPr>
        <p:spPr>
          <a:xfrm>
            <a:off x="303209" y="598413"/>
            <a:ext cx="8839200" cy="609599"/>
          </a:xfrm>
          <a:prstGeom prst="rect">
            <a:avLst/>
          </a:prstGeom>
        </p:spPr>
        <p:txBody>
          <a:bodyPr/>
          <a:lstStyle>
            <a:lvl1pPr>
              <a:defRPr sz="3197" b="1">
                <a:solidFill>
                  <a:srgbClr val="4D4D4D"/>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1645611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4616" y="1601892"/>
            <a:ext cx="9465384" cy="4989203"/>
          </a:xfrm>
          <a:prstGeom prst="rect">
            <a:avLst/>
          </a:prstGeom>
        </p:spPr>
      </p:pic>
      <p:sp>
        <p:nvSpPr>
          <p:cNvPr id="4" name="TextBox 3"/>
          <p:cNvSpPr txBox="1"/>
          <p:nvPr userDrawn="1"/>
        </p:nvSpPr>
        <p:spPr>
          <a:xfrm>
            <a:off x="279400" y="3733517"/>
            <a:ext cx="2946400" cy="3065326"/>
          </a:xfrm>
          <a:prstGeom prst="rect">
            <a:avLst/>
          </a:prstGeom>
          <a:noFill/>
        </p:spPr>
        <p:txBody>
          <a:bodyPr wrap="square" rtlCol="0">
            <a:spAutoFit/>
          </a:bodyPr>
          <a:lstStyle/>
          <a:p>
            <a:r>
              <a:rPr lang="en-US" sz="2664" b="1">
                <a:solidFill>
                  <a:srgbClr val="4D4D4D"/>
                </a:solidFill>
              </a:rPr>
              <a:t>AMERICAS</a:t>
            </a:r>
          </a:p>
          <a:p>
            <a:r>
              <a:rPr lang="en-US" sz="1599" b="1">
                <a:solidFill>
                  <a:srgbClr val="4D4D4D"/>
                </a:solidFill>
              </a:rPr>
              <a:t>NORTH AMERICA</a:t>
            </a:r>
          </a:p>
          <a:p>
            <a:r>
              <a:rPr lang="en-US" sz="1199">
                <a:solidFill>
                  <a:srgbClr val="4D4D4D"/>
                </a:solidFill>
              </a:rPr>
              <a:t>Boston (MA)</a:t>
            </a:r>
          </a:p>
          <a:p>
            <a:r>
              <a:rPr lang="en-US" sz="1199">
                <a:solidFill>
                  <a:srgbClr val="4D4D4D"/>
                </a:solidFill>
              </a:rPr>
              <a:t>Chicago</a:t>
            </a:r>
          </a:p>
          <a:p>
            <a:r>
              <a:rPr lang="en-US" sz="1199">
                <a:solidFill>
                  <a:srgbClr val="4D4D4D"/>
                </a:solidFill>
              </a:rPr>
              <a:t>Atlanta</a:t>
            </a:r>
          </a:p>
          <a:p>
            <a:r>
              <a:rPr lang="en-US" sz="1199">
                <a:solidFill>
                  <a:srgbClr val="4D4D4D"/>
                </a:solidFill>
              </a:rPr>
              <a:t>California </a:t>
            </a:r>
          </a:p>
          <a:p>
            <a:r>
              <a:rPr lang="en-US" sz="1199">
                <a:solidFill>
                  <a:srgbClr val="4D4D4D"/>
                </a:solidFill>
              </a:rPr>
              <a:t>Dallas</a:t>
            </a:r>
          </a:p>
          <a:p>
            <a:r>
              <a:rPr lang="en-US" sz="1199">
                <a:solidFill>
                  <a:srgbClr val="4D4D4D"/>
                </a:solidFill>
              </a:rPr>
              <a:t>New York</a:t>
            </a:r>
          </a:p>
          <a:p>
            <a:r>
              <a:rPr lang="en-US" sz="1199">
                <a:solidFill>
                  <a:srgbClr val="4D4D4D"/>
                </a:solidFill>
              </a:rPr>
              <a:t>New Jersey</a:t>
            </a:r>
          </a:p>
          <a:p>
            <a:r>
              <a:rPr lang="en-US" sz="1199">
                <a:solidFill>
                  <a:srgbClr val="4D4D4D"/>
                </a:solidFill>
              </a:rPr>
              <a:t>Mexico</a:t>
            </a:r>
          </a:p>
          <a:p>
            <a:endParaRPr lang="en-US" sz="1332">
              <a:solidFill>
                <a:schemeClr val="bg1">
                  <a:lumMod val="50000"/>
                </a:schemeClr>
              </a:solidFill>
            </a:endParaRPr>
          </a:p>
          <a:p>
            <a:r>
              <a:rPr lang="en-US" sz="1599" b="1">
                <a:solidFill>
                  <a:srgbClr val="4D4D4D"/>
                </a:solidFill>
              </a:rPr>
              <a:t>SOUTH AMERICA</a:t>
            </a:r>
            <a:endParaRPr lang="en-US" sz="1332" b="1">
              <a:solidFill>
                <a:srgbClr val="4D4D4D"/>
              </a:solidFill>
            </a:endParaRPr>
          </a:p>
          <a:p>
            <a:r>
              <a:rPr lang="en-US" sz="1199">
                <a:solidFill>
                  <a:srgbClr val="4D4D4D"/>
                </a:solidFill>
              </a:rPr>
              <a:t>Brazil</a:t>
            </a:r>
          </a:p>
          <a:p>
            <a:endParaRPr lang="en-US" sz="1332">
              <a:solidFill>
                <a:schemeClr val="bg1">
                  <a:lumMod val="50000"/>
                </a:schemeClr>
              </a:solidFill>
            </a:endParaRPr>
          </a:p>
        </p:txBody>
      </p:sp>
      <p:grpSp>
        <p:nvGrpSpPr>
          <p:cNvPr id="5" name="Group 4"/>
          <p:cNvGrpSpPr/>
          <p:nvPr userDrawn="1"/>
        </p:nvGrpSpPr>
        <p:grpSpPr>
          <a:xfrm>
            <a:off x="9685682" y="2007916"/>
            <a:ext cx="2404719" cy="3700821"/>
            <a:chOff x="7264260" y="1716008"/>
            <a:chExt cx="2032140" cy="2778186"/>
          </a:xfrm>
        </p:grpSpPr>
        <p:sp>
          <p:nvSpPr>
            <p:cNvPr id="6" name="TextBox 5"/>
            <p:cNvSpPr txBox="1"/>
            <p:nvPr/>
          </p:nvSpPr>
          <p:spPr>
            <a:xfrm>
              <a:off x="7264260" y="1716008"/>
              <a:ext cx="2028825" cy="2778186"/>
            </a:xfrm>
            <a:prstGeom prst="rect">
              <a:avLst/>
            </a:prstGeom>
            <a:noFill/>
          </p:spPr>
          <p:txBody>
            <a:bodyPr wrap="square" rtlCol="0">
              <a:spAutoFit/>
            </a:bodyPr>
            <a:lstStyle/>
            <a:p>
              <a:r>
                <a:rPr lang="en-US" sz="2664" b="1">
                  <a:solidFill>
                    <a:srgbClr val="4D4D4D"/>
                  </a:solidFill>
                </a:rPr>
                <a:t>EUROPE</a:t>
              </a:r>
            </a:p>
            <a:p>
              <a:r>
                <a:rPr lang="en-US" sz="1199">
                  <a:solidFill>
                    <a:srgbClr val="4D4D4D"/>
                  </a:solidFill>
                </a:rPr>
                <a:t>United Kingdom</a:t>
              </a:r>
            </a:p>
            <a:p>
              <a:r>
                <a:rPr lang="en-US" sz="1199">
                  <a:solidFill>
                    <a:srgbClr val="4D4D4D"/>
                  </a:solidFill>
                </a:rPr>
                <a:t>Netherlands</a:t>
              </a:r>
            </a:p>
            <a:p>
              <a:r>
                <a:rPr lang="en-US" sz="1199">
                  <a:solidFill>
                    <a:srgbClr val="4D4D4D"/>
                  </a:solidFill>
                </a:rPr>
                <a:t>Belgium</a:t>
              </a:r>
            </a:p>
            <a:p>
              <a:r>
                <a:rPr lang="en-US" sz="1199">
                  <a:solidFill>
                    <a:srgbClr val="4D4D4D"/>
                  </a:solidFill>
                </a:rPr>
                <a:t>Germany</a:t>
              </a:r>
            </a:p>
            <a:p>
              <a:r>
                <a:rPr lang="en-US" sz="1199">
                  <a:solidFill>
                    <a:srgbClr val="4D4D4D"/>
                  </a:solidFill>
                </a:rPr>
                <a:t>France</a:t>
              </a:r>
            </a:p>
            <a:p>
              <a:endParaRPr lang="en-US" sz="1332">
                <a:solidFill>
                  <a:srgbClr val="4D4D4D"/>
                </a:solidFill>
              </a:endParaRPr>
            </a:p>
            <a:p>
              <a:r>
                <a:rPr lang="en-US" sz="2664" b="1">
                  <a:solidFill>
                    <a:srgbClr val="4D4D4D"/>
                  </a:solidFill>
                </a:rPr>
                <a:t>ASIA</a:t>
              </a:r>
            </a:p>
            <a:p>
              <a:r>
                <a:rPr lang="nn-NO" sz="1199">
                  <a:solidFill>
                    <a:srgbClr val="4D4D4D"/>
                  </a:solidFill>
                </a:rPr>
                <a:t>Australia</a:t>
              </a:r>
            </a:p>
            <a:p>
              <a:r>
                <a:rPr lang="pt-BR" sz="1199">
                  <a:solidFill>
                    <a:srgbClr val="4D4D4D"/>
                  </a:solidFill>
                </a:rPr>
                <a:t>Dubai</a:t>
              </a:r>
            </a:p>
            <a:p>
              <a:r>
                <a:rPr lang="nn-NO" sz="1199">
                  <a:solidFill>
                    <a:srgbClr val="4D4D4D"/>
                  </a:solidFill>
                </a:rPr>
                <a:t>Hong Kong</a:t>
              </a:r>
            </a:p>
            <a:p>
              <a:r>
                <a:rPr lang="pt-BR" sz="1199">
                  <a:solidFill>
                    <a:srgbClr val="4D4D4D"/>
                  </a:solidFill>
                </a:rPr>
                <a:t>Japan</a:t>
              </a:r>
            </a:p>
            <a:p>
              <a:r>
                <a:rPr lang="nn-NO" sz="1199">
                  <a:solidFill>
                    <a:srgbClr val="4D4D4D"/>
                  </a:solidFill>
                </a:rPr>
                <a:t>Malaysia</a:t>
              </a:r>
            </a:p>
            <a:p>
              <a:r>
                <a:rPr lang="nn-NO" sz="1199">
                  <a:solidFill>
                    <a:srgbClr val="4D4D4D"/>
                  </a:solidFill>
                </a:rPr>
                <a:t>New Zealand</a:t>
              </a:r>
            </a:p>
            <a:p>
              <a:r>
                <a:rPr lang="nn-NO" sz="1199">
                  <a:solidFill>
                    <a:srgbClr val="4D4D4D"/>
                  </a:solidFill>
                </a:rPr>
                <a:t>Singapore</a:t>
              </a:r>
            </a:p>
            <a:p>
              <a:r>
                <a:rPr lang="pt-BR" sz="1199">
                  <a:solidFill>
                    <a:srgbClr val="4D4D4D"/>
                  </a:solidFill>
                </a:rPr>
                <a:t>Saudi Arabia</a:t>
              </a:r>
            </a:p>
            <a:p>
              <a:endParaRPr lang="nn-NO" sz="1199">
                <a:solidFill>
                  <a:srgbClr val="4D4D4D"/>
                </a:solidFill>
              </a:endParaRPr>
            </a:p>
          </p:txBody>
        </p:sp>
        <p:sp>
          <p:nvSpPr>
            <p:cNvPr id="7" name="TextBox 6"/>
            <p:cNvSpPr txBox="1"/>
            <p:nvPr/>
          </p:nvSpPr>
          <p:spPr>
            <a:xfrm>
              <a:off x="8128598" y="3220224"/>
              <a:ext cx="1167802" cy="1039034"/>
            </a:xfrm>
            <a:prstGeom prst="rect">
              <a:avLst/>
            </a:prstGeom>
            <a:noFill/>
          </p:spPr>
          <p:txBody>
            <a:bodyPr wrap="square" rtlCol="0">
              <a:spAutoFit/>
            </a:bodyPr>
            <a:lstStyle/>
            <a:p>
              <a:r>
                <a:rPr lang="it-IT" sz="1199">
                  <a:solidFill>
                    <a:srgbClr val="4D4D4D"/>
                  </a:solidFill>
                </a:rPr>
                <a:t>India</a:t>
              </a:r>
            </a:p>
            <a:p>
              <a:r>
                <a:rPr lang="it-IT" sz="1199">
                  <a:solidFill>
                    <a:srgbClr val="4D4D4D"/>
                  </a:solidFill>
                </a:rPr>
                <a:t>- Bengaluru</a:t>
              </a:r>
              <a:endParaRPr lang="pt-BR" sz="1199">
                <a:solidFill>
                  <a:srgbClr val="4D4D4D"/>
                </a:solidFill>
              </a:endParaRPr>
            </a:p>
            <a:p>
              <a:r>
                <a:rPr lang="it-IT" sz="1199">
                  <a:solidFill>
                    <a:srgbClr val="4D4D4D"/>
                  </a:solidFill>
                </a:rPr>
                <a:t> - Chennai</a:t>
              </a:r>
            </a:p>
            <a:p>
              <a:r>
                <a:rPr lang="it-IT" sz="1199">
                  <a:solidFill>
                    <a:srgbClr val="4D4D4D"/>
                  </a:solidFill>
                </a:rPr>
                <a:t> - Coimbatore</a:t>
              </a:r>
            </a:p>
            <a:p>
              <a:r>
                <a:rPr lang="it-IT" sz="1199">
                  <a:solidFill>
                    <a:srgbClr val="4D4D4D"/>
                  </a:solidFill>
                </a:rPr>
                <a:t> - Mumbai</a:t>
              </a:r>
            </a:p>
            <a:p>
              <a:r>
                <a:rPr lang="it-IT" sz="1199">
                  <a:solidFill>
                    <a:srgbClr val="4D4D4D"/>
                  </a:solidFill>
                </a:rPr>
                <a:t> - Nagpur</a:t>
              </a:r>
            </a:p>
            <a:p>
              <a:r>
                <a:rPr lang="it-IT" sz="1199">
                  <a:solidFill>
                    <a:srgbClr val="4D4D4D"/>
                  </a:solidFill>
                </a:rPr>
                <a:t> - Pune</a:t>
              </a:r>
            </a:p>
          </p:txBody>
        </p:sp>
      </p:grpSp>
      <p:sp>
        <p:nvSpPr>
          <p:cNvPr id="8" name="TextBox 7"/>
          <p:cNvSpPr txBox="1"/>
          <p:nvPr userDrawn="1"/>
        </p:nvSpPr>
        <p:spPr>
          <a:xfrm>
            <a:off x="3759200" y="5921686"/>
            <a:ext cx="4470400" cy="420243"/>
          </a:xfrm>
          <a:prstGeom prst="rect">
            <a:avLst/>
          </a:prstGeom>
          <a:noFill/>
        </p:spPr>
        <p:txBody>
          <a:bodyPr wrap="square" rtlCol="0">
            <a:spAutoFit/>
          </a:bodyPr>
          <a:lstStyle/>
          <a:p>
            <a:r>
              <a:rPr lang="en-US" sz="2131" b="1">
                <a:solidFill>
                  <a:srgbClr val="4D4D4D"/>
                </a:solidFill>
              </a:rPr>
              <a:t>Global Presence in </a:t>
            </a:r>
            <a:r>
              <a:rPr lang="en-US" sz="2131" b="1">
                <a:solidFill>
                  <a:schemeClr val="accent5"/>
                </a:solidFill>
              </a:rPr>
              <a:t>23 countries</a:t>
            </a:r>
          </a:p>
        </p:txBody>
      </p:sp>
      <p:grpSp>
        <p:nvGrpSpPr>
          <p:cNvPr id="9" name="Group 8"/>
          <p:cNvGrpSpPr/>
          <p:nvPr userDrawn="1"/>
        </p:nvGrpSpPr>
        <p:grpSpPr>
          <a:xfrm>
            <a:off x="1620648" y="2515445"/>
            <a:ext cx="8074384" cy="3552710"/>
            <a:chOff x="1215486" y="1888331"/>
            <a:chExt cx="6055788" cy="2667000"/>
          </a:xfrm>
        </p:grpSpPr>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18642" y="2350760"/>
              <a:ext cx="84962" cy="136220"/>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15670" y="2133111"/>
              <a:ext cx="84962" cy="136220"/>
            </a:xfrm>
            <a:prstGeom prst="rect">
              <a:avLst/>
            </a:prstGeom>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10002" y="3972991"/>
              <a:ext cx="84962" cy="136220"/>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0" y="2040731"/>
              <a:ext cx="84962" cy="136220"/>
            </a:xfrm>
            <a:prstGeom prst="rect">
              <a:avLst/>
            </a:prstGeom>
          </p:spPr>
        </p:pic>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38048" y="2895111"/>
              <a:ext cx="84962" cy="136220"/>
            </a:xfrm>
            <a:prstGeom prst="rect">
              <a:avLst/>
            </a:prstGeom>
          </p:spPr>
        </p:pic>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7600" y="1892096"/>
              <a:ext cx="84962" cy="136220"/>
            </a:xfrm>
            <a:prstGeom prst="rect">
              <a:avLst/>
            </a:prstGeom>
          </p:spPr>
        </p:pic>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800" y="1980711"/>
              <a:ext cx="84962" cy="136220"/>
            </a:xfrm>
            <a:prstGeom prst="rect">
              <a:avLst/>
            </a:prstGeom>
          </p:spPr>
        </p:pic>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8400" y="2607299"/>
              <a:ext cx="84962" cy="136220"/>
            </a:xfrm>
            <a:prstGeom prst="rect">
              <a:avLst/>
            </a:prstGeom>
          </p:spPr>
        </p:pic>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25038" y="2269331"/>
              <a:ext cx="84962" cy="136220"/>
            </a:xfrm>
            <a:prstGeom prst="rect">
              <a:avLst/>
            </a:prstGeom>
          </p:spPr>
        </p:pic>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53176" y="3383691"/>
              <a:ext cx="84962" cy="136220"/>
            </a:xfrm>
            <a:prstGeom prst="rect">
              <a:avLst/>
            </a:prstGeom>
          </p:spPr>
        </p:pic>
        <p:pic>
          <p:nvPicPr>
            <p:cNvPr id="20" name="Pictur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62864" y="2728550"/>
              <a:ext cx="84962" cy="136220"/>
            </a:xfrm>
            <a:prstGeom prst="rect">
              <a:avLst/>
            </a:prstGeom>
          </p:spPr>
        </p:pic>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04818" y="2717457"/>
              <a:ext cx="84962" cy="136220"/>
            </a:xfrm>
            <a:prstGeom prst="rect">
              <a:avLst/>
            </a:prstGeom>
          </p:spPr>
        </p:pic>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86312" y="4419111"/>
              <a:ext cx="84962" cy="136220"/>
            </a:xfrm>
            <a:prstGeom prst="rect">
              <a:avLst/>
            </a:prstGeom>
          </p:spPr>
        </p:pic>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53438" y="1888331"/>
              <a:ext cx="84962" cy="136220"/>
            </a:xfrm>
            <a:prstGeom prst="rect">
              <a:avLst/>
            </a:prstGeom>
          </p:spPr>
        </p:pic>
        <p:pic>
          <p:nvPicPr>
            <p:cNvPr id="24" name="Picture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88628" y="3199911"/>
              <a:ext cx="84962" cy="136220"/>
            </a:xfrm>
            <a:prstGeom prst="rect">
              <a:avLst/>
            </a:prstGeom>
          </p:spPr>
        </p:pic>
        <p:pic>
          <p:nvPicPr>
            <p:cNvPr id="25" name="Picture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73957" y="3414399"/>
              <a:ext cx="84962" cy="136220"/>
            </a:xfrm>
            <a:prstGeom prst="rect">
              <a:avLst/>
            </a:prstGeom>
          </p:spPr>
        </p:pic>
        <p:pic>
          <p:nvPicPr>
            <p:cNvPr id="26" name="Picture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15486" y="2309219"/>
              <a:ext cx="84962" cy="136220"/>
            </a:xfrm>
            <a:prstGeom prst="rect">
              <a:avLst/>
            </a:prstGeom>
          </p:spPr>
        </p:pic>
        <p:pic>
          <p:nvPicPr>
            <p:cNvPr id="27" name="Picture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98068" y="2040731"/>
              <a:ext cx="84962" cy="136220"/>
            </a:xfrm>
            <a:prstGeom prst="rect">
              <a:avLst/>
            </a:prstGeom>
          </p:spPr>
        </p:pic>
        <p:pic>
          <p:nvPicPr>
            <p:cNvPr id="28" name="Picture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04818" y="2567737"/>
              <a:ext cx="84962" cy="136220"/>
            </a:xfrm>
            <a:prstGeom prst="rect">
              <a:avLst/>
            </a:prstGeom>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45364" y="2845763"/>
              <a:ext cx="84962" cy="136220"/>
            </a:xfrm>
            <a:prstGeom prst="rect">
              <a:avLst/>
            </a:prstGeom>
          </p:spPr>
        </p:pic>
        <p:pic>
          <p:nvPicPr>
            <p:cNvPr id="30" name="Picture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24838" y="2044496"/>
              <a:ext cx="84962" cy="136220"/>
            </a:xfrm>
            <a:prstGeom prst="rect">
              <a:avLst/>
            </a:prstGeom>
          </p:spPr>
        </p:pic>
        <p:pic>
          <p:nvPicPr>
            <p:cNvPr id="31" name="Picture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5838" y="1964531"/>
              <a:ext cx="84962" cy="136220"/>
            </a:xfrm>
            <a:prstGeom prst="rect">
              <a:avLst/>
            </a:prstGeom>
          </p:spPr>
        </p:pic>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27282" y="2415333"/>
              <a:ext cx="84962" cy="136220"/>
            </a:xfrm>
            <a:prstGeom prst="rect">
              <a:avLst/>
            </a:prstGeom>
          </p:spPr>
        </p:pic>
      </p:grpSp>
      <p:sp>
        <p:nvSpPr>
          <p:cNvPr id="33" name="Title 4"/>
          <p:cNvSpPr>
            <a:spLocks noGrp="1"/>
          </p:cNvSpPr>
          <p:nvPr>
            <p:ph type="title"/>
          </p:nvPr>
        </p:nvSpPr>
        <p:spPr>
          <a:xfrm>
            <a:off x="303209" y="598413"/>
            <a:ext cx="8839200" cy="609599"/>
          </a:xfrm>
          <a:prstGeom prst="rect">
            <a:avLst/>
          </a:prstGeom>
        </p:spPr>
        <p:txBody>
          <a:bodyPr/>
          <a:lstStyle/>
          <a:p>
            <a:r>
              <a:rPr lang="en-US"/>
              <a:t>Global Footprint</a:t>
            </a:r>
          </a:p>
        </p:txBody>
      </p:sp>
    </p:spTree>
    <p:extLst>
      <p:ext uri="{BB962C8B-B14F-4D97-AF65-F5344CB8AC3E}">
        <p14:creationId xmlns:p14="http://schemas.microsoft.com/office/powerpoint/2010/main" val="392750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10" presetClass="entr" presetSubtype="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par>
                          <p:cTn id="26" fill="hold">
                            <p:stCondLst>
                              <p:cond delay="3500"/>
                            </p:stCondLst>
                            <p:childTnLst>
                              <p:par>
                                <p:cTn id="27" presetID="10" presetClass="entr" presetSubtype="0"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e of art_infra">
    <p:spTree>
      <p:nvGrpSpPr>
        <p:cNvPr id="1" name=""/>
        <p:cNvGrpSpPr/>
        <p:nvPr/>
      </p:nvGrpSpPr>
      <p:grpSpPr>
        <a:xfrm>
          <a:off x="0" y="0"/>
          <a:ext cx="0" cy="0"/>
          <a:chOff x="0" y="0"/>
          <a:chExt cx="0" cy="0"/>
        </a:xfrm>
      </p:grpSpPr>
      <p:sp>
        <p:nvSpPr>
          <p:cNvPr id="3" name="Title 3"/>
          <p:cNvSpPr>
            <a:spLocks noGrp="1"/>
          </p:cNvSpPr>
          <p:nvPr>
            <p:ph type="title"/>
          </p:nvPr>
        </p:nvSpPr>
        <p:spPr>
          <a:xfrm>
            <a:off x="303209" y="688339"/>
            <a:ext cx="8839200" cy="609599"/>
          </a:xfrm>
          <a:prstGeom prst="rect">
            <a:avLst/>
          </a:prstGeom>
        </p:spPr>
        <p:txBody>
          <a:bodyPr>
            <a:normAutofit/>
          </a:bodyPr>
          <a:lstStyle>
            <a:lvl1pPr>
              <a:defRPr sz="3197" b="1">
                <a:solidFill>
                  <a:srgbClr val="4D4D4D"/>
                </a:solidFill>
                <a:latin typeface="Arial" panose="020B0604020202020204" pitchFamily="34" charset="0"/>
                <a:cs typeface="Arial" panose="020B0604020202020204" pitchFamily="34" charset="0"/>
              </a:defRPr>
            </a:lvl1pPr>
          </a:lstStyle>
          <a:p>
            <a:r>
              <a:rPr lang="en-US"/>
              <a:t>State-of-the-Art Infrastructure….</a:t>
            </a:r>
          </a:p>
        </p:txBody>
      </p:sp>
      <p:pic>
        <p:nvPicPr>
          <p:cNvPr id="4" name="Picture 5" descr="E:\GBM\Images\hexaware campus pics\compressed\20140131_175516.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05930" y="1692950"/>
            <a:ext cx="2862121" cy="17296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06400" y="1690511"/>
            <a:ext cx="2844800" cy="1726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352800" y="1692950"/>
            <a:ext cx="2840736" cy="1724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descr="img370/9028/hexawaremahape12lj.jpg">
            <a:hlinkClick r:id="rId5"/>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6329752" y="1687719"/>
            <a:ext cx="2531921" cy="172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userDrawn="1"/>
        </p:nvSpPr>
        <p:spPr>
          <a:xfrm>
            <a:off x="304800" y="1348127"/>
            <a:ext cx="1828800" cy="379335"/>
          </a:xfrm>
          <a:prstGeom prst="rect">
            <a:avLst/>
          </a:prstGeom>
          <a:noFill/>
        </p:spPr>
        <p:txBody>
          <a:bodyPr wrap="square" rtlCol="0">
            <a:spAutoFit/>
          </a:bodyPr>
          <a:lstStyle/>
          <a:p>
            <a:r>
              <a:rPr lang="en-US" sz="1865" b="1">
                <a:solidFill>
                  <a:srgbClr val="5F5F5F"/>
                </a:solidFill>
              </a:rPr>
              <a:t>Chennai</a:t>
            </a:r>
          </a:p>
        </p:txBody>
      </p:sp>
      <p:sp>
        <p:nvSpPr>
          <p:cNvPr id="9" name="TextBox 8"/>
          <p:cNvSpPr txBox="1"/>
          <p:nvPr userDrawn="1"/>
        </p:nvSpPr>
        <p:spPr>
          <a:xfrm>
            <a:off x="6234176" y="1317400"/>
            <a:ext cx="1422400" cy="379335"/>
          </a:xfrm>
          <a:prstGeom prst="rect">
            <a:avLst/>
          </a:prstGeom>
          <a:noFill/>
        </p:spPr>
        <p:txBody>
          <a:bodyPr wrap="square" rtlCol="0">
            <a:spAutoFit/>
          </a:bodyPr>
          <a:lstStyle/>
          <a:p>
            <a:r>
              <a:rPr lang="en-US" sz="1865" b="1">
                <a:solidFill>
                  <a:srgbClr val="5F5F5F"/>
                </a:solidFill>
              </a:rPr>
              <a:t>Mumbai</a:t>
            </a:r>
          </a:p>
        </p:txBody>
      </p:sp>
      <p:sp>
        <p:nvSpPr>
          <p:cNvPr id="10" name="TextBox 9"/>
          <p:cNvSpPr txBox="1"/>
          <p:nvPr userDrawn="1"/>
        </p:nvSpPr>
        <p:spPr>
          <a:xfrm>
            <a:off x="304800" y="4357502"/>
            <a:ext cx="4531360" cy="2029979"/>
          </a:xfrm>
          <a:prstGeom prst="rect">
            <a:avLst/>
          </a:prstGeom>
          <a:noFill/>
        </p:spPr>
        <p:txBody>
          <a:bodyPr wrap="square" rtlCol="0">
            <a:spAutoFit/>
          </a:bodyPr>
          <a:lstStyle/>
          <a:p>
            <a:pPr marL="228389" indent="-228389">
              <a:lnSpc>
                <a:spcPct val="150000"/>
              </a:lnSpc>
              <a:buFont typeface="Arial" panose="020B0604020202020204" pitchFamily="34" charset="0"/>
              <a:buChar char="•"/>
            </a:pPr>
            <a:r>
              <a:rPr lang="en-US" sz="1199">
                <a:solidFill>
                  <a:srgbClr val="5F5F5F"/>
                </a:solidFill>
              </a:rPr>
              <a:t>State of the art NOC - Network Operations Centre</a:t>
            </a:r>
          </a:p>
          <a:p>
            <a:pPr marL="228389" indent="-228389">
              <a:lnSpc>
                <a:spcPct val="150000"/>
              </a:lnSpc>
              <a:buFont typeface="Arial" panose="020B0604020202020204" pitchFamily="34" charset="0"/>
              <a:buChar char="•"/>
            </a:pPr>
            <a:r>
              <a:rPr lang="en-US" sz="1199">
                <a:solidFill>
                  <a:srgbClr val="5F5F5F"/>
                </a:solidFill>
              </a:rPr>
              <a:t>Best in class Security &amp; disaster recovery systems in place</a:t>
            </a:r>
          </a:p>
          <a:p>
            <a:pPr marL="228389" indent="-228389">
              <a:lnSpc>
                <a:spcPct val="150000"/>
              </a:lnSpc>
              <a:buFont typeface="Arial" panose="020B0604020202020204" pitchFamily="34" charset="0"/>
              <a:buChar char="•"/>
            </a:pPr>
            <a:r>
              <a:rPr lang="en-US" sz="1199">
                <a:solidFill>
                  <a:srgbClr val="5F5F5F"/>
                </a:solidFill>
              </a:rPr>
              <a:t>Integrated IT-BPO services</a:t>
            </a:r>
          </a:p>
          <a:p>
            <a:pPr marL="228389" indent="-228389">
              <a:lnSpc>
                <a:spcPct val="150000"/>
              </a:lnSpc>
              <a:buFont typeface="Arial" panose="020B0604020202020204" pitchFamily="34" charset="0"/>
              <a:buChar char="•"/>
            </a:pPr>
            <a:r>
              <a:rPr lang="en-US" sz="1199">
                <a:solidFill>
                  <a:srgbClr val="5F5F5F"/>
                </a:solidFill>
              </a:rPr>
              <a:t>On-shore/ Off-shore delivery model</a:t>
            </a:r>
          </a:p>
          <a:p>
            <a:pPr marL="228389" indent="-228389">
              <a:lnSpc>
                <a:spcPct val="150000"/>
              </a:lnSpc>
              <a:buFont typeface="Arial" panose="020B0604020202020204" pitchFamily="34" charset="0"/>
              <a:buChar char="•"/>
            </a:pPr>
            <a:r>
              <a:rPr lang="en-US" sz="1199">
                <a:solidFill>
                  <a:srgbClr val="5F5F5F"/>
                </a:solidFill>
              </a:rPr>
              <a:t>Dedicated  ODC’s</a:t>
            </a:r>
          </a:p>
          <a:p>
            <a:pPr marL="228389" indent="-228389">
              <a:lnSpc>
                <a:spcPct val="150000"/>
              </a:lnSpc>
              <a:buFont typeface="Arial" panose="020B0604020202020204" pitchFamily="34" charset="0"/>
              <a:buChar char="•"/>
            </a:pPr>
            <a:r>
              <a:rPr lang="en-US" sz="1199">
                <a:solidFill>
                  <a:srgbClr val="5F5F5F"/>
                </a:solidFill>
              </a:rPr>
              <a:t>Flexible &amp; Scalable physical infra</a:t>
            </a:r>
          </a:p>
          <a:p>
            <a:pPr marL="228389" indent="-228389">
              <a:lnSpc>
                <a:spcPct val="150000"/>
              </a:lnSpc>
              <a:buFont typeface="Arial" panose="020B0604020202020204" pitchFamily="34" charset="0"/>
              <a:buChar char="•"/>
            </a:pPr>
            <a:endParaRPr lang="en-US" sz="1199">
              <a:solidFill>
                <a:srgbClr val="5F5F5F"/>
              </a:solidFill>
            </a:endParaRPr>
          </a:p>
        </p:txBody>
      </p:sp>
      <p:grpSp>
        <p:nvGrpSpPr>
          <p:cNvPr id="11" name="Group 10"/>
          <p:cNvGrpSpPr/>
          <p:nvPr userDrawn="1"/>
        </p:nvGrpSpPr>
        <p:grpSpPr>
          <a:xfrm>
            <a:off x="5283201" y="3677607"/>
            <a:ext cx="2535183" cy="561435"/>
            <a:chOff x="3124200" y="2842058"/>
            <a:chExt cx="1825187" cy="504378"/>
          </a:xfrm>
        </p:grpSpPr>
        <p:sp>
          <p:nvSpPr>
            <p:cNvPr id="12" name="Rounded Rectangle 11"/>
            <p:cNvSpPr/>
            <p:nvPr/>
          </p:nvSpPr>
          <p:spPr>
            <a:xfrm>
              <a:off x="3124200" y="2842058"/>
              <a:ext cx="1825187" cy="504378"/>
            </a:xfrm>
            <a:prstGeom prst="roundRect">
              <a:avLst/>
            </a:prstGeom>
            <a:solidFill>
              <a:schemeClr val="tx1">
                <a:lumMod val="75000"/>
                <a:lumOff val="25000"/>
              </a:schemeClr>
            </a:solidFill>
            <a:ln/>
          </p:spPr>
          <p:style>
            <a:lnRef idx="3">
              <a:schemeClr val="lt1"/>
            </a:lnRef>
            <a:fillRef idx="1">
              <a:schemeClr val="accent5"/>
            </a:fillRef>
            <a:effectRef idx="1">
              <a:schemeClr val="accent5"/>
            </a:effectRef>
            <a:fontRef idx="minor">
              <a:schemeClr val="lt1"/>
            </a:fontRef>
          </p:style>
          <p:txBody>
            <a:bodyPr rtlCol="0" anchor="t" anchorCtr="1"/>
            <a:lstStyle/>
            <a:p>
              <a:pPr algn="ctr" fontAlgn="base">
                <a:spcBef>
                  <a:spcPct val="0"/>
                </a:spcBef>
                <a:spcAft>
                  <a:spcPct val="0"/>
                </a:spcAft>
              </a:pPr>
              <a:endParaRPr lang="en-IN" sz="2531">
                <a:solidFill>
                  <a:prstClr val="white"/>
                </a:solidFill>
                <a:latin typeface="+mj-lt"/>
                <a:cs typeface="Arial" panose="020B0604020202020204" pitchFamily="34" charset="0"/>
              </a:endParaRPr>
            </a:p>
          </p:txBody>
        </p:sp>
        <p:sp>
          <p:nvSpPr>
            <p:cNvPr id="13" name="TextBox 12"/>
            <p:cNvSpPr txBox="1"/>
            <p:nvPr/>
          </p:nvSpPr>
          <p:spPr>
            <a:xfrm>
              <a:off x="3124200" y="2906732"/>
              <a:ext cx="1825187" cy="377535"/>
            </a:xfrm>
            <a:prstGeom prst="rect">
              <a:avLst/>
            </a:prstGeom>
            <a:noFill/>
          </p:spPr>
          <p:txBody>
            <a:bodyPr wrap="square" rtlCol="0" anchor="t" anchorCtr="1">
              <a:spAutoFit/>
            </a:bodyPr>
            <a:lstStyle/>
            <a:p>
              <a:r>
                <a:rPr lang="en-US" sz="2131" b="1">
                  <a:solidFill>
                    <a:schemeClr val="bg1"/>
                  </a:solidFill>
                </a:rPr>
                <a:t>Infrastructure</a:t>
              </a:r>
            </a:p>
          </p:txBody>
        </p:sp>
      </p:grpSp>
      <p:sp>
        <p:nvSpPr>
          <p:cNvPr id="14" name="TextBox 13"/>
          <p:cNvSpPr txBox="1"/>
          <p:nvPr userDrawn="1"/>
        </p:nvSpPr>
        <p:spPr>
          <a:xfrm>
            <a:off x="5212081" y="4330590"/>
            <a:ext cx="4439920" cy="1527278"/>
          </a:xfrm>
          <a:prstGeom prst="rect">
            <a:avLst/>
          </a:prstGeom>
          <a:noFill/>
        </p:spPr>
        <p:txBody>
          <a:bodyPr wrap="square" rtlCol="0">
            <a:spAutoFit/>
          </a:bodyPr>
          <a:lstStyle/>
          <a:p>
            <a:r>
              <a:rPr lang="en-US" sz="1332" b="1">
                <a:solidFill>
                  <a:srgbClr val="5F5F5F"/>
                </a:solidFill>
              </a:rPr>
              <a:t>Chennai Campus – </a:t>
            </a:r>
            <a:r>
              <a:rPr lang="en-US" sz="1332">
                <a:solidFill>
                  <a:srgbClr val="5F5F5F"/>
                </a:solidFill>
              </a:rPr>
              <a:t>Campus on 27 acres land </a:t>
            </a:r>
          </a:p>
          <a:p>
            <a:pPr marL="228389" indent="-228389">
              <a:buFont typeface="Arial" panose="020B0604020202020204" pitchFamily="34" charset="0"/>
              <a:buChar char="•"/>
            </a:pPr>
            <a:endParaRPr lang="en-US" sz="1332">
              <a:solidFill>
                <a:srgbClr val="5F5F5F"/>
              </a:solidFill>
            </a:endParaRPr>
          </a:p>
          <a:p>
            <a:r>
              <a:rPr lang="en-US" sz="1332" b="1">
                <a:solidFill>
                  <a:srgbClr val="5F5F5F"/>
                </a:solidFill>
              </a:rPr>
              <a:t>Pune Campus –  </a:t>
            </a:r>
            <a:r>
              <a:rPr lang="en-US" sz="1332">
                <a:solidFill>
                  <a:srgbClr val="5F5F5F"/>
                </a:solidFill>
              </a:rPr>
              <a:t>Building on 25 acres land</a:t>
            </a:r>
          </a:p>
          <a:p>
            <a:pPr marL="228389" indent="-228389">
              <a:buFont typeface="Arial" panose="020B0604020202020204" pitchFamily="34" charset="0"/>
              <a:buChar char="•"/>
            </a:pPr>
            <a:endParaRPr lang="en-US" sz="1332">
              <a:solidFill>
                <a:srgbClr val="5F5F5F"/>
              </a:solidFill>
            </a:endParaRPr>
          </a:p>
          <a:p>
            <a:r>
              <a:rPr lang="en-US" sz="1332" b="1" err="1">
                <a:solidFill>
                  <a:srgbClr val="5F5F5F"/>
                </a:solidFill>
              </a:rPr>
              <a:t>Navi</a:t>
            </a:r>
            <a:r>
              <a:rPr lang="en-US" sz="1332" b="1">
                <a:solidFill>
                  <a:srgbClr val="5F5F5F"/>
                </a:solidFill>
              </a:rPr>
              <a:t> Mumbai Campus – </a:t>
            </a:r>
            <a:r>
              <a:rPr lang="en-US" sz="1332">
                <a:solidFill>
                  <a:srgbClr val="5F5F5F"/>
                </a:solidFill>
              </a:rPr>
              <a:t>Building on 14 acres land</a:t>
            </a:r>
          </a:p>
          <a:p>
            <a:pPr marL="228389" indent="-228389">
              <a:buFont typeface="Arial" panose="020B0604020202020204" pitchFamily="34" charset="0"/>
              <a:buChar char="•"/>
            </a:pPr>
            <a:endParaRPr lang="en-US" sz="1332">
              <a:solidFill>
                <a:srgbClr val="5F5F5F"/>
              </a:solidFill>
            </a:endParaRPr>
          </a:p>
          <a:p>
            <a:r>
              <a:rPr lang="en-US" sz="1332" b="1">
                <a:solidFill>
                  <a:srgbClr val="5F5F5F"/>
                </a:solidFill>
              </a:rPr>
              <a:t>Nagpur Campus – </a:t>
            </a:r>
            <a:r>
              <a:rPr lang="en-US" sz="1332">
                <a:solidFill>
                  <a:srgbClr val="5F5F5F"/>
                </a:solidFill>
              </a:rPr>
              <a:t>Building on 10 acres</a:t>
            </a:r>
          </a:p>
        </p:txBody>
      </p:sp>
      <p:grpSp>
        <p:nvGrpSpPr>
          <p:cNvPr id="15" name="Group 14"/>
          <p:cNvGrpSpPr/>
          <p:nvPr userDrawn="1"/>
        </p:nvGrpSpPr>
        <p:grpSpPr>
          <a:xfrm>
            <a:off x="406401" y="3653589"/>
            <a:ext cx="2535183" cy="561435"/>
            <a:chOff x="3124200" y="2842058"/>
            <a:chExt cx="1825187" cy="504378"/>
          </a:xfrm>
        </p:grpSpPr>
        <p:sp>
          <p:nvSpPr>
            <p:cNvPr id="16" name="Rounded Rectangle 15"/>
            <p:cNvSpPr/>
            <p:nvPr/>
          </p:nvSpPr>
          <p:spPr>
            <a:xfrm>
              <a:off x="3124200" y="2842058"/>
              <a:ext cx="1825187" cy="504378"/>
            </a:xfrm>
            <a:prstGeom prst="roundRect">
              <a:avLst/>
            </a:prstGeom>
            <a:solidFill>
              <a:schemeClr val="tx1">
                <a:lumMod val="75000"/>
                <a:lumOff val="25000"/>
              </a:schemeClr>
            </a:solidFill>
            <a:ln/>
          </p:spPr>
          <p:style>
            <a:lnRef idx="3">
              <a:schemeClr val="lt1"/>
            </a:lnRef>
            <a:fillRef idx="1">
              <a:schemeClr val="accent5"/>
            </a:fillRef>
            <a:effectRef idx="1">
              <a:schemeClr val="accent5"/>
            </a:effectRef>
            <a:fontRef idx="minor">
              <a:schemeClr val="lt1"/>
            </a:fontRef>
          </p:style>
          <p:txBody>
            <a:bodyPr rtlCol="0" anchor="t" anchorCtr="1"/>
            <a:lstStyle/>
            <a:p>
              <a:pPr algn="ctr" fontAlgn="base">
                <a:spcBef>
                  <a:spcPct val="0"/>
                </a:spcBef>
                <a:spcAft>
                  <a:spcPct val="0"/>
                </a:spcAft>
              </a:pPr>
              <a:endParaRPr lang="en-IN" sz="2531">
                <a:solidFill>
                  <a:prstClr val="white"/>
                </a:solidFill>
                <a:latin typeface="+mj-lt"/>
                <a:cs typeface="Arial" panose="020B0604020202020204" pitchFamily="34" charset="0"/>
              </a:endParaRPr>
            </a:p>
          </p:txBody>
        </p:sp>
        <p:sp>
          <p:nvSpPr>
            <p:cNvPr id="17" name="TextBox 16"/>
            <p:cNvSpPr txBox="1"/>
            <p:nvPr/>
          </p:nvSpPr>
          <p:spPr>
            <a:xfrm>
              <a:off x="3124200" y="2906732"/>
              <a:ext cx="1825187" cy="377535"/>
            </a:xfrm>
            <a:prstGeom prst="rect">
              <a:avLst/>
            </a:prstGeom>
            <a:noFill/>
          </p:spPr>
          <p:txBody>
            <a:bodyPr wrap="square" rtlCol="0" anchor="t" anchorCtr="1">
              <a:spAutoFit/>
            </a:bodyPr>
            <a:lstStyle/>
            <a:p>
              <a:r>
                <a:rPr lang="en-US" sz="2131" b="1">
                  <a:solidFill>
                    <a:schemeClr val="bg1"/>
                  </a:solidFill>
                </a:rPr>
                <a:t>Knowledge Park</a:t>
              </a:r>
            </a:p>
          </p:txBody>
        </p:sp>
      </p:grpSp>
      <p:cxnSp>
        <p:nvCxnSpPr>
          <p:cNvPr id="18" name="Straight Connector 17"/>
          <p:cNvCxnSpPr/>
          <p:nvPr userDrawn="1"/>
        </p:nvCxnSpPr>
        <p:spPr bwMode="auto">
          <a:xfrm>
            <a:off x="4876800" y="3749594"/>
            <a:ext cx="0" cy="2668103"/>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646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ission and vision">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97374"/>
            <a:ext cx="8546059" cy="5256110"/>
          </a:xfrm>
          <a:prstGeom prst="rect">
            <a:avLst/>
          </a:prstGeom>
        </p:spPr>
      </p:pic>
      <p:sp>
        <p:nvSpPr>
          <p:cNvPr id="4" name="TextBox 3"/>
          <p:cNvSpPr txBox="1"/>
          <p:nvPr userDrawn="1"/>
        </p:nvSpPr>
        <p:spPr>
          <a:xfrm>
            <a:off x="597780" y="2278493"/>
            <a:ext cx="4470400" cy="1937262"/>
          </a:xfrm>
          <a:prstGeom prst="rect">
            <a:avLst/>
          </a:prstGeom>
          <a:noFill/>
        </p:spPr>
        <p:txBody>
          <a:bodyPr wrap="square" rtlCol="0">
            <a:spAutoFit/>
          </a:bodyPr>
          <a:lstStyle/>
          <a:p>
            <a:pPr marL="228389" indent="-228389">
              <a:buFont typeface="Wingdings" panose="05000000000000000000" pitchFamily="2" charset="2"/>
              <a:buChar char="ü"/>
            </a:pPr>
            <a:r>
              <a:rPr lang="en-US" sz="1332">
                <a:solidFill>
                  <a:srgbClr val="4D4D4D"/>
                </a:solidFill>
              </a:rPr>
              <a:t>We ensure customer satisfaction by adding value and  honoring commitments at all times. </a:t>
            </a:r>
            <a:br>
              <a:rPr lang="en-US" sz="1332">
                <a:solidFill>
                  <a:srgbClr val="4D4D4D"/>
                </a:solidFill>
              </a:rPr>
            </a:br>
            <a:endParaRPr lang="en-US" sz="1332">
              <a:solidFill>
                <a:srgbClr val="4D4D4D"/>
              </a:solidFill>
            </a:endParaRPr>
          </a:p>
          <a:p>
            <a:pPr marL="228389" indent="-228389">
              <a:buFont typeface="Wingdings" panose="05000000000000000000" pitchFamily="2" charset="2"/>
              <a:buChar char="ü"/>
            </a:pPr>
            <a:r>
              <a:rPr lang="en-US" sz="1332">
                <a:solidFill>
                  <a:srgbClr val="4D4D4D"/>
                </a:solidFill>
              </a:rPr>
              <a:t>We are committed to building shareholder value and maintaining high standards of corporate governance.</a:t>
            </a:r>
            <a:br>
              <a:rPr lang="en-US" sz="1332">
                <a:solidFill>
                  <a:srgbClr val="4D4D4D"/>
                </a:solidFill>
              </a:rPr>
            </a:br>
            <a:endParaRPr lang="en-US" sz="1332">
              <a:solidFill>
                <a:srgbClr val="4D4D4D"/>
              </a:solidFill>
            </a:endParaRPr>
          </a:p>
          <a:p>
            <a:pPr marL="228389" indent="-228389">
              <a:buFont typeface="Wingdings" panose="05000000000000000000" pitchFamily="2" charset="2"/>
              <a:buChar char="ü"/>
            </a:pPr>
            <a:r>
              <a:rPr lang="en-US" sz="1332">
                <a:solidFill>
                  <a:srgbClr val="4D4D4D"/>
                </a:solidFill>
              </a:rPr>
              <a:t>We strive to be an eco-friendly organization, inculcating good corporate citizenship</a:t>
            </a:r>
          </a:p>
          <a:p>
            <a:pPr marL="228389" indent="-228389">
              <a:buFont typeface="Wingdings" panose="05000000000000000000" pitchFamily="2" charset="2"/>
              <a:buChar char="ü"/>
            </a:pPr>
            <a:endParaRPr lang="en-US" sz="1332">
              <a:solidFill>
                <a:srgbClr val="5F5F5F"/>
              </a:solidFill>
            </a:endParaRPr>
          </a:p>
        </p:txBody>
      </p:sp>
      <p:sp>
        <p:nvSpPr>
          <p:cNvPr id="5" name="TextBox 4"/>
          <p:cNvSpPr txBox="1"/>
          <p:nvPr userDrawn="1"/>
        </p:nvSpPr>
        <p:spPr>
          <a:xfrm>
            <a:off x="8193808" y="2894983"/>
            <a:ext cx="3744193" cy="912301"/>
          </a:xfrm>
          <a:prstGeom prst="rect">
            <a:avLst/>
          </a:prstGeom>
          <a:noFill/>
        </p:spPr>
        <p:txBody>
          <a:bodyPr wrap="square" rtlCol="0">
            <a:spAutoFit/>
          </a:bodyPr>
          <a:lstStyle/>
          <a:p>
            <a:pPr marL="228389" indent="-228389">
              <a:buFont typeface="Wingdings" panose="05000000000000000000" pitchFamily="2" charset="2"/>
              <a:buChar char="ü"/>
            </a:pPr>
            <a:r>
              <a:rPr lang="en-US" sz="1332">
                <a:solidFill>
                  <a:srgbClr val="5F5F5F"/>
                </a:solidFill>
              </a:rPr>
              <a:t>To be competitive and proactive in providing software solutions to customers by continuously striving to exceed their expectations</a:t>
            </a:r>
          </a:p>
        </p:txBody>
      </p:sp>
      <p:sp>
        <p:nvSpPr>
          <p:cNvPr id="6" name="TextBox 5"/>
          <p:cNvSpPr txBox="1"/>
          <p:nvPr userDrawn="1"/>
        </p:nvSpPr>
        <p:spPr>
          <a:xfrm>
            <a:off x="597780" y="1527585"/>
            <a:ext cx="1805302" cy="666336"/>
          </a:xfrm>
          <a:prstGeom prst="rect">
            <a:avLst/>
          </a:prstGeom>
          <a:noFill/>
        </p:spPr>
        <p:txBody>
          <a:bodyPr wrap="none" rtlCol="0">
            <a:spAutoFit/>
          </a:bodyPr>
          <a:lstStyle/>
          <a:p>
            <a:r>
              <a:rPr lang="en-US" sz="3730" b="1">
                <a:solidFill>
                  <a:srgbClr val="4D4D4D"/>
                </a:solidFill>
              </a:rPr>
              <a:t>VISION</a:t>
            </a:r>
          </a:p>
        </p:txBody>
      </p:sp>
      <p:sp>
        <p:nvSpPr>
          <p:cNvPr id="7" name="TextBox 6"/>
          <p:cNvSpPr txBox="1"/>
          <p:nvPr userDrawn="1"/>
        </p:nvSpPr>
        <p:spPr>
          <a:xfrm>
            <a:off x="8128001" y="2102324"/>
            <a:ext cx="3507508" cy="666336"/>
          </a:xfrm>
          <a:prstGeom prst="rect">
            <a:avLst/>
          </a:prstGeom>
          <a:noFill/>
        </p:spPr>
        <p:txBody>
          <a:bodyPr wrap="square" rtlCol="0">
            <a:spAutoFit/>
          </a:bodyPr>
          <a:lstStyle/>
          <a:p>
            <a:r>
              <a:rPr lang="en-US" sz="3730" b="1">
                <a:solidFill>
                  <a:srgbClr val="4D4D4D"/>
                </a:solidFill>
              </a:rPr>
              <a:t>MISSION</a:t>
            </a:r>
          </a:p>
        </p:txBody>
      </p:sp>
    </p:spTree>
    <p:extLst>
      <p:ext uri="{BB962C8B-B14F-4D97-AF65-F5344CB8AC3E}">
        <p14:creationId xmlns:p14="http://schemas.microsoft.com/office/powerpoint/2010/main" val="29742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17" fill="hold">
                            <p:stCondLst>
                              <p:cond delay="1500"/>
                            </p:stCondLst>
                            <p:childTnLst>
                              <p:par>
                                <p:cTn id="18" presetID="2" presetClass="entr" presetSubtype="2"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1+#ppt_w/2"/>
                                          </p:val>
                                        </p:tav>
                                        <p:tav tm="100000">
                                          <p:val>
                                            <p:strVal val="#ppt_x"/>
                                          </p:val>
                                        </p:tav>
                                      </p:tavLst>
                                    </p:anim>
                                    <p:anim calcmode="lin" valueType="num">
                                      <p:cBhvr additive="base">
                                        <p:cTn id="21" dur="500" fill="hold"/>
                                        <p:tgtEl>
                                          <p:spTgt spid="7"/>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ankyou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173"/>
            <a:ext cx="12192000" cy="6851655"/>
          </a:xfrm>
          <a:prstGeom prst="rect">
            <a:avLst/>
          </a:prstGeom>
        </p:spPr>
      </p:pic>
      <p:sp>
        <p:nvSpPr>
          <p:cNvPr id="14" name="Text Box 72"/>
          <p:cNvSpPr txBox="1">
            <a:spLocks noChangeArrowheads="1"/>
          </p:cNvSpPr>
          <p:nvPr userDrawn="1"/>
        </p:nvSpPr>
        <p:spPr bwMode="auto">
          <a:xfrm>
            <a:off x="11582400" y="6400800"/>
            <a:ext cx="508000" cy="304800"/>
          </a:xfrm>
          <a:prstGeom prst="rect">
            <a:avLst/>
          </a:prstGeom>
          <a:noFill/>
          <a:ln w="9525">
            <a:noFill/>
            <a:miter lim="800000"/>
            <a:headEnd/>
            <a:tailEnd/>
          </a:ln>
        </p:spPr>
        <p:txBody>
          <a:bodyPr anchor="ctr"/>
          <a:lstStyle/>
          <a:p>
            <a:pPr algn="r" eaLnBrk="1" hangingPunct="1">
              <a:spcBef>
                <a:spcPct val="50000"/>
              </a:spcBef>
            </a:pPr>
            <a:endParaRPr lang="en-US" sz="1599">
              <a:solidFill>
                <a:srgbClr val="DD6021"/>
              </a:solidFill>
              <a:latin typeface="HelveticaNeue Condensed"/>
            </a:endParaRPr>
          </a:p>
        </p:txBody>
      </p:sp>
      <p:sp>
        <p:nvSpPr>
          <p:cNvPr id="5" name="TextBox 4"/>
          <p:cNvSpPr txBox="1"/>
          <p:nvPr userDrawn="1"/>
        </p:nvSpPr>
        <p:spPr>
          <a:xfrm>
            <a:off x="397568" y="3733518"/>
            <a:ext cx="4165600" cy="748346"/>
          </a:xfrm>
          <a:prstGeom prst="rect">
            <a:avLst/>
          </a:prstGeom>
          <a:noFill/>
        </p:spPr>
        <p:txBody>
          <a:bodyPr wrap="square" rtlCol="0">
            <a:spAutoFit/>
          </a:bodyPr>
          <a:lstStyle/>
          <a:p>
            <a:r>
              <a:rPr lang="en-US" sz="4263" b="1"/>
              <a:t>Thank you</a:t>
            </a:r>
          </a:p>
        </p:txBody>
      </p:sp>
    </p:spTree>
    <p:extLst>
      <p:ext uri="{BB962C8B-B14F-4D97-AF65-F5344CB8AC3E}">
        <p14:creationId xmlns:p14="http://schemas.microsoft.com/office/powerpoint/2010/main" val="34205881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COVERS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3234070722"/>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4008B22-1F1A-42CA-86D6-2EEC52257BE2}" type="datetime1">
              <a:rPr lang="en-US" smtClean="0"/>
              <a:t>7/17/2026</a:t>
            </a:fld>
            <a:endParaRPr lang="en-US"/>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2026–2027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3" cstate="screen">
            <a:alphaModFix/>
            <a:extLst>
              <a:ext uri="{28A0092B-C50C-407E-A947-70E740481C1C}">
                <a14:useLocalDpi xmlns:a14="http://schemas.microsoft.com/office/drawing/2010/main"/>
              </a:ext>
            </a:extLst>
          </a:blip>
          <a:srcRect l="-2" r="-9"/>
          <a:stretch/>
        </p:blipFill>
        <p:spPr>
          <a:xfrm>
            <a:off x="5221960" y="-2"/>
            <a:ext cx="6970040" cy="6858002"/>
          </a:xfrm>
          <a:prstGeom prst="rect">
            <a:avLst/>
          </a:prstGeom>
        </p:spPr>
      </p:pic>
      <p:pic>
        <p:nvPicPr>
          <p:cNvPr id="9" name="Picture 8" descr="A black and white logo  AI-generated content may be incorrect.">
            <a:extLst>
              <a:ext uri="{FF2B5EF4-FFF2-40B4-BE49-F238E27FC236}">
                <a16:creationId xmlns:a16="http://schemas.microsoft.com/office/drawing/2014/main" id="{1A72F6C2-6473-9CEF-CCE9-5857F2D4F71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26328" y="469634"/>
            <a:ext cx="1189762" cy="443049"/>
          </a:xfrm>
          <a:prstGeom prst="rect">
            <a:avLst/>
          </a:prstGeom>
        </p:spPr>
      </p:pic>
    </p:spTree>
    <p:extLst>
      <p:ext uri="{BB962C8B-B14F-4D97-AF65-F5344CB8AC3E}">
        <p14:creationId xmlns:p14="http://schemas.microsoft.com/office/powerpoint/2010/main" val="3140824233"/>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a:t>Click to add extra long presentation </a:t>
            </a:r>
            <a:br>
              <a:rPr lang="en-US"/>
            </a:br>
            <a:r>
              <a:rPr lang="en-US"/>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6006919E-A1C4-4723-B7F5-E5B2D654EF7A}" type="datetime1">
              <a:rPr lang="en-US" smtClean="0"/>
              <a:t>7/17/2026</a:t>
            </a:fld>
            <a:endParaRPr lang="en-US"/>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2026–2027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a:p>
        </p:txBody>
      </p:sp>
      <p:pic>
        <p:nvPicPr>
          <p:cNvPr id="4" name="Picture 3" descr="A black and white logo  AI-generated content may be incorrect.">
            <a:extLst>
              <a:ext uri="{FF2B5EF4-FFF2-40B4-BE49-F238E27FC236}">
                <a16:creationId xmlns:a16="http://schemas.microsoft.com/office/drawing/2014/main" id="{A079E7FE-EB09-2AAD-C69E-9A20290C191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337560" y="972167"/>
            <a:ext cx="1799855" cy="670238"/>
          </a:xfrm>
          <a:prstGeom prst="rect">
            <a:avLst/>
          </a:prstGeom>
        </p:spPr>
      </p:pic>
    </p:spTree>
    <p:extLst>
      <p:ext uri="{BB962C8B-B14F-4D97-AF65-F5344CB8AC3E}">
        <p14:creationId xmlns:p14="http://schemas.microsoft.com/office/powerpoint/2010/main" val="3478617025"/>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content</a:t>
            </a:r>
          </a:p>
          <a:p>
            <a:pPr lvl="1"/>
            <a:r>
              <a:rPr lang="en-US"/>
              <a:t>2nd level text</a:t>
            </a:r>
          </a:p>
          <a:p>
            <a:pPr lvl="2"/>
            <a:r>
              <a:rPr lang="en-US"/>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DD63F18A-6D32-4DDF-A569-BCC2E23A2A0E}" type="datetime1">
              <a:rPr lang="en-US" smtClean="0"/>
              <a:t>7/17/2026</a:t>
            </a:fld>
            <a:endParaRPr lang="en-US"/>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2026–2027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34B26646-8B18-112C-36F1-6B907773F1F9}"/>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9540240" y="6401694"/>
            <a:ext cx="881849" cy="328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579684"/>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text</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9FDF81B-85BC-4C80-A9B6-86A2B016002E}" type="datetime1">
              <a:rPr lang="en-US" smtClean="0"/>
              <a:t>7/17/2026</a:t>
            </a:fld>
            <a:endParaRPr lang="en-US"/>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2026–2027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pic>
        <p:nvPicPr>
          <p:cNvPr id="7" name="Picture 6" descr="A black and white logo  AI-generated content may be incorrect.">
            <a:extLst>
              <a:ext uri="{FF2B5EF4-FFF2-40B4-BE49-F238E27FC236}">
                <a16:creationId xmlns:a16="http://schemas.microsoft.com/office/drawing/2014/main" id="{AB756A1C-BDE6-46FD-1CEC-D44E8E45365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512670" y="6441370"/>
            <a:ext cx="791944" cy="294908"/>
          </a:xfrm>
          <a:prstGeom prst="rect">
            <a:avLst/>
          </a:prstGeom>
        </p:spPr>
      </p:pic>
    </p:spTree>
    <p:extLst>
      <p:ext uri="{BB962C8B-B14F-4D97-AF65-F5344CB8AC3E}">
        <p14:creationId xmlns:p14="http://schemas.microsoft.com/office/powerpoint/2010/main" val="215697648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a:t>Presenter’s name will go here</a:t>
            </a:r>
            <a:br>
              <a:rPr lang="en-US"/>
            </a:br>
            <a:r>
              <a:rPr lang="en-US"/>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71D88813-36A0-4303-A3E4-C9F2FAC88DAC}" type="datetime1">
              <a:rPr lang="en-US" smtClean="0"/>
              <a:t>7/17/2026</a:t>
            </a:fld>
            <a:endParaRPr lang="en-US"/>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2026–2027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a:p>
        </p:txBody>
      </p:sp>
      <p:pic>
        <p:nvPicPr>
          <p:cNvPr id="6" name="Picture 5" descr="A black and white logo  AI-generated content may be incorrect.">
            <a:extLst>
              <a:ext uri="{FF2B5EF4-FFF2-40B4-BE49-F238E27FC236}">
                <a16:creationId xmlns:a16="http://schemas.microsoft.com/office/drawing/2014/main" id="{8C2F71B1-D980-CCA2-D9B3-2DB23064CED0}"/>
              </a:ext>
            </a:extLst>
          </p:cNvPr>
          <p:cNvPicPr>
            <a:picLocks noChangeAspect="1"/>
          </p:cNvPicPr>
          <p:nvPr userDrawn="1"/>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626328" y="469634"/>
            <a:ext cx="1189762" cy="443049"/>
          </a:xfrm>
          <a:prstGeom prst="rect">
            <a:avLst/>
          </a:prstGeom>
        </p:spPr>
      </p:pic>
    </p:spTree>
    <p:extLst>
      <p:ext uri="{BB962C8B-B14F-4D97-AF65-F5344CB8AC3E}">
        <p14:creationId xmlns:p14="http://schemas.microsoft.com/office/powerpoint/2010/main" val="41250147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DIVIDERS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359793641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97184D0-0BCA-4C2D-B3E2-2B2CC92968F9}"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pic>
        <p:nvPicPr>
          <p:cNvPr id="5" name="Picture 4">
            <a:extLst>
              <a:ext uri="{FF2B5EF4-FFF2-40B4-BE49-F238E27FC236}">
                <a16:creationId xmlns:a16="http://schemas.microsoft.com/office/drawing/2014/main" id="{627AF615-B6F1-7B21-B607-76BF73CBD016}"/>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9540240" y="6401694"/>
            <a:ext cx="881849" cy="328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2282576"/>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ECC9AE-7CEF-4021-B4AD-28F1A61C1F7E}"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pic>
        <p:nvPicPr>
          <p:cNvPr id="5" name="Picture 4">
            <a:extLst>
              <a:ext uri="{FF2B5EF4-FFF2-40B4-BE49-F238E27FC236}">
                <a16:creationId xmlns:a16="http://schemas.microsoft.com/office/drawing/2014/main" id="{3A8E7213-7833-31CE-3879-F59E956D76AE}"/>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9540240" y="6401694"/>
            <a:ext cx="881849" cy="328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711764"/>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3D839B69-71EB-40DE-B523-B68B59FB4081}"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pic>
        <p:nvPicPr>
          <p:cNvPr id="3" name="Picture 2">
            <a:extLst>
              <a:ext uri="{FF2B5EF4-FFF2-40B4-BE49-F238E27FC236}">
                <a16:creationId xmlns:a16="http://schemas.microsoft.com/office/drawing/2014/main" id="{54FA787C-A5B3-2B47-BAD6-A309CB47FFC7}"/>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9540240" y="6401694"/>
            <a:ext cx="881849" cy="328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496853"/>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F454375E-D4C6-4BBC-8315-C2E4539FAE73}"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pic>
        <p:nvPicPr>
          <p:cNvPr id="5" name="Picture 4">
            <a:extLst>
              <a:ext uri="{FF2B5EF4-FFF2-40B4-BE49-F238E27FC236}">
                <a16:creationId xmlns:a16="http://schemas.microsoft.com/office/drawing/2014/main" id="{C9B7A0C8-27D3-7A8B-E6BA-9B25CD608CAD}"/>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p:blipFill>
        <p:spPr bwMode="auto">
          <a:xfrm>
            <a:off x="9540240" y="6400837"/>
            <a:ext cx="881849" cy="33012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460417"/>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9CEE3F6B-555E-4B18-9797-E66ECD173082}"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pic>
        <p:nvPicPr>
          <p:cNvPr id="5" name="Picture 4">
            <a:extLst>
              <a:ext uri="{FF2B5EF4-FFF2-40B4-BE49-F238E27FC236}">
                <a16:creationId xmlns:a16="http://schemas.microsoft.com/office/drawing/2014/main" id="{136D4200-795E-D568-FAF5-13145363E31C}"/>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p:blipFill>
        <p:spPr bwMode="auto">
          <a:xfrm>
            <a:off x="9540240" y="6400837"/>
            <a:ext cx="881849" cy="33012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61559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67FB7787-8B56-4EE9-8DED-295975848777}"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pic>
        <p:nvPicPr>
          <p:cNvPr id="5" name="Picture 4">
            <a:extLst>
              <a:ext uri="{FF2B5EF4-FFF2-40B4-BE49-F238E27FC236}">
                <a16:creationId xmlns:a16="http://schemas.microsoft.com/office/drawing/2014/main" id="{67547048-5CD5-66E3-AFE7-C1FAFDD643B9}"/>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p:blipFill>
        <p:spPr bwMode="auto">
          <a:xfrm>
            <a:off x="9540240" y="6400837"/>
            <a:ext cx="881849" cy="33012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056066"/>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0A005F3-EF6B-4162-99C3-108E8EB09701}"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pic>
        <p:nvPicPr>
          <p:cNvPr id="3" name="Picture 2">
            <a:extLst>
              <a:ext uri="{FF2B5EF4-FFF2-40B4-BE49-F238E27FC236}">
                <a16:creationId xmlns:a16="http://schemas.microsoft.com/office/drawing/2014/main" id="{6DC0CB73-4D1C-238D-33D7-22F1995D457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9540240" y="6400837"/>
            <a:ext cx="881849" cy="33012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792699"/>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5FA25820-5DAE-4461-91B5-C7D3BAA97EE3}"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pic>
        <p:nvPicPr>
          <p:cNvPr id="3" name="Picture 2">
            <a:extLst>
              <a:ext uri="{FF2B5EF4-FFF2-40B4-BE49-F238E27FC236}">
                <a16:creationId xmlns:a16="http://schemas.microsoft.com/office/drawing/2014/main" id="{BF0B2F9D-C670-A94B-F6B8-FB79E44C1ADE}"/>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9540240" y="6400837"/>
            <a:ext cx="881849" cy="33012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9881827"/>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AF26175C-889F-446C-B880-496F7075DADD}"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pic>
        <p:nvPicPr>
          <p:cNvPr id="3" name="Picture 2">
            <a:extLst>
              <a:ext uri="{FF2B5EF4-FFF2-40B4-BE49-F238E27FC236}">
                <a16:creationId xmlns:a16="http://schemas.microsoft.com/office/drawing/2014/main" id="{36CA34C9-4C17-8EF7-5CF4-C8EB40F385CE}"/>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9540240" y="6400837"/>
            <a:ext cx="881849" cy="33012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378585"/>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0131058F-C0E9-4A4D-936A-238B10AEDF57}"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pic>
        <p:nvPicPr>
          <p:cNvPr id="2" name="Picture 1">
            <a:extLst>
              <a:ext uri="{FF2B5EF4-FFF2-40B4-BE49-F238E27FC236}">
                <a16:creationId xmlns:a16="http://schemas.microsoft.com/office/drawing/2014/main" id="{8A5C3CEE-FA15-69E2-AFBC-88F99FDBE9FB}"/>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9540240" y="6400837"/>
            <a:ext cx="881849" cy="33012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3453218"/>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AF4200F2-08E0-4E62-AC5E-A12E783ACB56}"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pic>
        <p:nvPicPr>
          <p:cNvPr id="5" name="Picture 4">
            <a:extLst>
              <a:ext uri="{FF2B5EF4-FFF2-40B4-BE49-F238E27FC236}">
                <a16:creationId xmlns:a16="http://schemas.microsoft.com/office/drawing/2014/main" id="{D861B40F-DAA1-6396-A905-75F017A2581C}"/>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9540240" y="6400837"/>
            <a:ext cx="881849" cy="33012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255261"/>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F08A47D-2E44-4F80-A3FC-CBD066F0432B}" type="datetime1">
              <a:rPr lang="en-US" smtClean="0"/>
              <a:t>7/17/2026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2026–2027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pic>
        <p:nvPicPr>
          <p:cNvPr id="5" name="Picture 4">
            <a:extLst>
              <a:ext uri="{FF2B5EF4-FFF2-40B4-BE49-F238E27FC236}">
                <a16:creationId xmlns:a16="http://schemas.microsoft.com/office/drawing/2014/main" id="{19651BF4-ACFE-7B6B-C694-9E5D64F9B1E6}"/>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auto">
          <a:xfrm>
            <a:off x="9540240" y="6400837"/>
            <a:ext cx="881849" cy="330128"/>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467106"/>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CONTENT</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987302609"/>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a:xfrm>
            <a:off x="457200" y="457200"/>
            <a:ext cx="11277600" cy="304699"/>
          </a:xfrm>
        </p:spPr>
        <p:txBody>
          <a:bodyPr/>
          <a:lstStyle>
            <a:lvl1pPr>
              <a:defRPr sz="2200"/>
            </a:lvl1pPr>
          </a:lstStyle>
          <a:p>
            <a:r>
              <a:rPr lang="en-US"/>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E0F52C96-EE78-4D25-B414-F431C83511A2}" type="datetime1">
              <a:rPr lang="en-US" smtClean="0"/>
              <a:t>7/17/2026</a:t>
            </a:fld>
            <a:endParaRPr lang="en-US"/>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2026–2027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5" name="Picture 4" descr="new AI liability insurance product ...">
            <a:extLst>
              <a:ext uri="{FF2B5EF4-FFF2-40B4-BE49-F238E27FC236}">
                <a16:creationId xmlns:a16="http://schemas.microsoft.com/office/drawing/2014/main" id="{6308DE70-DF6C-F69F-87CE-92BD76B67EA8}"/>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9540240" y="6334060"/>
            <a:ext cx="881849" cy="463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75590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9D745FE7-F116-4949-8C9A-3951389BC373}" type="datetime1">
              <a:rPr lang="en-US" smtClean="0"/>
              <a:t>7/17/2026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2026–2027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3" name="Picture 2" descr="new AI liability insurance product ...">
            <a:extLst>
              <a:ext uri="{FF2B5EF4-FFF2-40B4-BE49-F238E27FC236}">
                <a16:creationId xmlns:a16="http://schemas.microsoft.com/office/drawing/2014/main" id="{C0D12A3A-97B5-CD01-8D12-BE06F3A08127}"/>
              </a:ext>
            </a:extLst>
          </p:cNvPr>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9540240" y="6334060"/>
            <a:ext cx="881849" cy="463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27180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44" name="Text Placeholder 43">
            <a:extLst>
              <a:ext uri="{FF2B5EF4-FFF2-40B4-BE49-F238E27FC236}">
                <a16:creationId xmlns:a16="http://schemas.microsoft.com/office/drawing/2014/main" id="{02850D44-C53D-F042-9718-0ADB1158E033}"/>
              </a:ext>
            </a:extLst>
          </p:cNvPr>
          <p:cNvSpPr>
            <a:spLocks noGrp="1"/>
          </p:cNvSpPr>
          <p:nvPr>
            <p:ph type="body" sz="quarter" idx="19" hasCustomPrompt="1"/>
          </p:nvPr>
        </p:nvSpPr>
        <p:spPr>
          <a:xfrm>
            <a:off x="717090" y="2934445"/>
            <a:ext cx="2685028" cy="370837"/>
          </a:xfrm>
        </p:spPr>
        <p:txBody>
          <a:bodyPr/>
          <a:lstStyle>
            <a:lvl1pPr marL="0" indent="0" algn="ctr" defTabSz="914400" rtl="0" eaLnBrk="1" latinLnBrk="0" hangingPunct="1">
              <a:lnSpc>
                <a:spcPct val="100000"/>
              </a:lnSpc>
              <a:spcBef>
                <a:spcPts val="1000"/>
              </a:spcBef>
              <a:buFont typeface="Arial" panose="020B0604020202020204" pitchFamily="34" charset="0"/>
              <a:buNone/>
              <a:tabLst/>
              <a:defRPr lang="en-AU" sz="1400" b="0" kern="1200" dirty="0">
                <a:solidFill>
                  <a:schemeClr val="accent3"/>
                </a:solidFill>
                <a:latin typeface="+mn-lt"/>
                <a:ea typeface="+mn-ea"/>
                <a:cs typeface="+mn-cs"/>
              </a:defRPr>
            </a:lvl1pPr>
            <a:lvl2pPr>
              <a:defRPr lang="en-GB" sz="1200" kern="1200" dirty="0" smtClean="0">
                <a:solidFill>
                  <a:srgbClr val="0033A0"/>
                </a:solidFill>
                <a:latin typeface="Arial" panose="020B0604020202020204" pitchFamily="34" charset="0"/>
                <a:ea typeface="Helvetica Neue" panose="02000503000000020004" pitchFamily="2" charset="0"/>
                <a:cs typeface="Arial" panose="020B0604020202020204" pitchFamily="34" charset="0"/>
              </a:defRPr>
            </a:lvl2pPr>
          </a:lstStyle>
          <a:p>
            <a:pPr lvl="0"/>
            <a:r>
              <a:rPr lang="en-GB"/>
              <a:t>Role, Practice</a:t>
            </a:r>
            <a:endParaRPr lang="en-AU"/>
          </a:p>
        </p:txBody>
      </p:sp>
      <p:sp>
        <p:nvSpPr>
          <p:cNvPr id="42" name="Text Placeholder 41">
            <a:extLst>
              <a:ext uri="{FF2B5EF4-FFF2-40B4-BE49-F238E27FC236}">
                <a16:creationId xmlns:a16="http://schemas.microsoft.com/office/drawing/2014/main" id="{7ABBE9FF-6BC6-834B-9D20-D7608ABEB73F}"/>
              </a:ext>
            </a:extLst>
          </p:cNvPr>
          <p:cNvSpPr>
            <a:spLocks noGrp="1"/>
          </p:cNvSpPr>
          <p:nvPr>
            <p:ph type="body" sz="quarter" idx="18" hasCustomPrompt="1"/>
          </p:nvPr>
        </p:nvSpPr>
        <p:spPr>
          <a:xfrm>
            <a:off x="717090" y="2348985"/>
            <a:ext cx="2685040" cy="534691"/>
          </a:xfrm>
        </p:spPr>
        <p:txBody>
          <a:bodyPr anchor="b" anchorCtr="0"/>
          <a:lstStyle>
            <a:lvl1pPr marL="0" indent="0" algn="ctr" defTabSz="914400" rtl="0" eaLnBrk="1" latinLnBrk="0" hangingPunct="1">
              <a:lnSpc>
                <a:spcPct val="100000"/>
              </a:lnSpc>
              <a:spcBef>
                <a:spcPct val="0"/>
              </a:spcBef>
              <a:buNone/>
              <a:defRPr lang="en-AU" sz="1800" b="1" kern="1200" dirty="0">
                <a:solidFill>
                  <a:schemeClr val="tx1"/>
                </a:solidFill>
                <a:latin typeface="+mj-lt"/>
                <a:ea typeface="+mj-ea"/>
                <a:cs typeface="+mj-cs"/>
              </a:defRPr>
            </a:lvl1pPr>
          </a:lstStyle>
          <a:p>
            <a:pPr lvl="0"/>
            <a:r>
              <a:rPr lang="en-GB"/>
              <a:t>First name Last name</a:t>
            </a:r>
            <a:endParaRPr lang="en-AU"/>
          </a:p>
        </p:txBody>
      </p:sp>
      <p:sp>
        <p:nvSpPr>
          <p:cNvPr id="29" name="Picture Placeholder 28">
            <a:extLst>
              <a:ext uri="{FF2B5EF4-FFF2-40B4-BE49-F238E27FC236}">
                <a16:creationId xmlns:a16="http://schemas.microsoft.com/office/drawing/2014/main" id="{34CD4A2D-91C6-644A-BA03-2F12796560D9}"/>
              </a:ext>
            </a:extLst>
          </p:cNvPr>
          <p:cNvSpPr>
            <a:spLocks noGrp="1" noChangeAspect="1"/>
          </p:cNvSpPr>
          <p:nvPr>
            <p:ph type="pic" sz="quarter" idx="13"/>
          </p:nvPr>
        </p:nvSpPr>
        <p:spPr>
          <a:xfrm>
            <a:off x="1391329" y="977901"/>
            <a:ext cx="1336547" cy="1335600"/>
          </a:xfrm>
          <a:prstGeom prst="ellipse">
            <a:avLst/>
          </a:prstGeom>
        </p:spPr>
        <p:txBody>
          <a:bodyPr>
            <a:noAutofit/>
          </a:bodyPr>
          <a:lstStyle>
            <a:lvl1pPr marL="0" indent="0">
              <a:buNone/>
              <a:defRPr sz="1000"/>
            </a:lvl1pPr>
          </a:lstStyle>
          <a:p>
            <a:r>
              <a:rPr lang="en-US"/>
              <a:t>Click icon to add picture</a:t>
            </a:r>
            <a:endParaRPr lang="en-AU"/>
          </a:p>
        </p:txBody>
      </p:sp>
      <p:cxnSp>
        <p:nvCxnSpPr>
          <p:cNvPr id="8" name="Straight Connector 7">
            <a:extLst>
              <a:ext uri="{FF2B5EF4-FFF2-40B4-BE49-F238E27FC236}">
                <a16:creationId xmlns:a16="http://schemas.microsoft.com/office/drawing/2014/main" id="{4B693416-C725-1C49-806D-54FE2C16115C}"/>
              </a:ext>
            </a:extLst>
          </p:cNvPr>
          <p:cNvCxnSpPr>
            <a:cxnSpLocks/>
          </p:cNvCxnSpPr>
          <p:nvPr userDrawn="1"/>
        </p:nvCxnSpPr>
        <p:spPr>
          <a:xfrm>
            <a:off x="3979676" y="578330"/>
            <a:ext cx="0" cy="5760084"/>
          </a:xfrm>
          <a:prstGeom prst="line">
            <a:avLst/>
          </a:prstGeom>
          <a:ln>
            <a:solidFill>
              <a:srgbClr val="D9D9D9"/>
            </a:solidFill>
          </a:ln>
        </p:spPr>
        <p:style>
          <a:lnRef idx="1">
            <a:schemeClr val="accent1"/>
          </a:lnRef>
          <a:fillRef idx="0">
            <a:schemeClr val="accent1"/>
          </a:fillRef>
          <a:effectRef idx="0">
            <a:schemeClr val="accent1"/>
          </a:effectRef>
          <a:fontRef idx="minor">
            <a:schemeClr val="tx1"/>
          </a:fontRef>
        </p:style>
      </p:cxnSp>
      <p:sp>
        <p:nvSpPr>
          <p:cNvPr id="32" name="Text Placeholder 31">
            <a:extLst>
              <a:ext uri="{FF2B5EF4-FFF2-40B4-BE49-F238E27FC236}">
                <a16:creationId xmlns:a16="http://schemas.microsoft.com/office/drawing/2014/main" id="{0D408515-4A94-964D-9AD1-50DA6DF3BC98}"/>
              </a:ext>
            </a:extLst>
          </p:cNvPr>
          <p:cNvSpPr>
            <a:spLocks noGrp="1"/>
          </p:cNvSpPr>
          <p:nvPr>
            <p:ph type="body" sz="quarter" idx="14" hasCustomPrompt="1"/>
          </p:nvPr>
        </p:nvSpPr>
        <p:spPr>
          <a:xfrm>
            <a:off x="4119328" y="2494294"/>
            <a:ext cx="7615473" cy="2889251"/>
          </a:xfrm>
        </p:spPr>
        <p:txBody>
          <a:bodyPr>
            <a:normAutofit/>
          </a:bodyPr>
          <a:lstStyle>
            <a:lvl1pPr marL="0" indent="0" algn="just">
              <a:spcBef>
                <a:spcPts val="400"/>
              </a:spcBef>
              <a:buNone/>
              <a:defRPr lang="en-US" sz="1200" kern="1200" dirty="0">
                <a:solidFill>
                  <a:schemeClr val="tx1"/>
                </a:solidFill>
                <a:latin typeface="+mn-lt"/>
                <a:ea typeface="+mn-ea"/>
                <a:cs typeface="+mn-cs"/>
              </a:defRPr>
            </a:lvl1pPr>
            <a:lvl2pPr marL="349250" indent="0" algn="l" defTabSz="914400" rtl="0" eaLnBrk="1" latinLnBrk="0" hangingPunct="1">
              <a:lnSpc>
                <a:spcPct val="100000"/>
              </a:lnSpc>
              <a:spcBef>
                <a:spcPct val="0"/>
              </a:spcBef>
              <a:buNone/>
              <a:defRPr lang="en-US" sz="1200" b="1" kern="1200" dirty="0">
                <a:solidFill>
                  <a:schemeClr val="tx1"/>
                </a:solidFill>
                <a:latin typeface="+mj-lt"/>
                <a:ea typeface="+mj-ea"/>
                <a:cs typeface="+mj-cs"/>
              </a:defRPr>
            </a:lvl2pPr>
            <a:lvl3pPr marL="474121" indent="-237061">
              <a:buFont typeface="Arial" panose="020B0604020202020204" pitchFamily="34" charset="0"/>
              <a:buChar char="•"/>
              <a:defRPr lang="en-US" sz="1200" kern="1200" dirty="0">
                <a:solidFill>
                  <a:schemeClr val="tx2"/>
                </a:solidFill>
                <a:latin typeface="Arial" panose="020B0604020202020204" pitchFamily="34" charset="0"/>
                <a:ea typeface="+mn-ea"/>
                <a:cs typeface="Arial" panose="020B0604020202020204" pitchFamily="34" charset="0"/>
              </a:defRPr>
            </a:lvl3pPr>
            <a:lvl4pPr>
              <a:defRPr sz="1100">
                <a:solidFill>
                  <a:schemeClr val="tx1">
                    <a:lumMod val="75000"/>
                    <a:lumOff val="25000"/>
                  </a:schemeClr>
                </a:solidFill>
                <a:latin typeface="Arial" panose="020B0604020202020204" pitchFamily="34" charset="0"/>
                <a:cs typeface="Arial" panose="020B0604020202020204" pitchFamily="34" charset="0"/>
              </a:defRPr>
            </a:lvl4pPr>
            <a:lvl5pPr>
              <a:defRPr sz="1100">
                <a:solidFill>
                  <a:schemeClr val="tx1">
                    <a:lumMod val="75000"/>
                    <a:lumOff val="25000"/>
                  </a:schemeClr>
                </a:solidFill>
                <a:latin typeface="Arial" panose="020B0604020202020204" pitchFamily="34" charset="0"/>
                <a:cs typeface="Arial" panose="020B0604020202020204" pitchFamily="34" charset="0"/>
              </a:defRPr>
            </a:lvl5pPr>
          </a:lstStyle>
          <a:p>
            <a:pPr lvl="1"/>
            <a:r>
              <a:rPr lang="en-US" b="1"/>
              <a:t>Project – Industry – Role</a:t>
            </a:r>
          </a:p>
          <a:p>
            <a:pPr marL="228594" marR="0" lvl="0" indent="-228594" algn="l" defTabSz="914377" rtl="0" eaLnBrk="1" fontAlgn="auto" latinLnBrk="0" hangingPunct="1">
              <a:lnSpc>
                <a:spcPct val="90000"/>
              </a:lnSpc>
              <a:spcBef>
                <a:spcPts val="200"/>
              </a:spcBef>
              <a:spcAft>
                <a:spcPts val="0"/>
              </a:spcAft>
              <a:buClrTx/>
              <a:buSzTx/>
              <a:buFont typeface="Arial" panose="020B0604020202020204" pitchFamily="34" charset="0"/>
              <a:buChar char="•"/>
              <a:tabLst/>
              <a:defRPr/>
            </a:pPr>
            <a:r>
              <a:rPr lang="en-US" sz="1200">
                <a:solidFill>
                  <a:schemeClr val="tx2"/>
                </a:solidFill>
              </a:rPr>
              <a:t>Value/ purpose of project</a:t>
            </a:r>
          </a:p>
          <a:p>
            <a:pPr marL="228594" marR="0" lvl="0" indent="-228594" algn="l" defTabSz="914377" rtl="0" eaLnBrk="1" fontAlgn="auto" latinLnBrk="0" hangingPunct="1">
              <a:lnSpc>
                <a:spcPct val="90000"/>
              </a:lnSpc>
              <a:spcBef>
                <a:spcPts val="200"/>
              </a:spcBef>
              <a:spcAft>
                <a:spcPts val="0"/>
              </a:spcAft>
              <a:buClrTx/>
              <a:buSzTx/>
              <a:buFont typeface="Arial" panose="020B0604020202020204" pitchFamily="34" charset="0"/>
              <a:buChar char="•"/>
              <a:tabLst/>
              <a:defRPr/>
            </a:pPr>
            <a:r>
              <a:rPr lang="en-US" sz="1200">
                <a:solidFill>
                  <a:schemeClr val="tx2"/>
                </a:solidFill>
              </a:rPr>
              <a:t>Role played/ key achievements</a:t>
            </a:r>
          </a:p>
        </p:txBody>
      </p:sp>
      <p:sp>
        <p:nvSpPr>
          <p:cNvPr id="34" name="Text Placeholder 33">
            <a:extLst>
              <a:ext uri="{FF2B5EF4-FFF2-40B4-BE49-F238E27FC236}">
                <a16:creationId xmlns:a16="http://schemas.microsoft.com/office/drawing/2014/main" id="{8D97467A-517C-3047-9A98-405A6B2BD976}"/>
              </a:ext>
            </a:extLst>
          </p:cNvPr>
          <p:cNvSpPr>
            <a:spLocks noGrp="1"/>
          </p:cNvSpPr>
          <p:nvPr>
            <p:ph type="body" sz="quarter" idx="15" hasCustomPrompt="1"/>
          </p:nvPr>
        </p:nvSpPr>
        <p:spPr>
          <a:xfrm>
            <a:off x="4119328" y="876301"/>
            <a:ext cx="7615473" cy="859947"/>
          </a:xfrm>
        </p:spPr>
        <p:txBody>
          <a:bodyPr>
            <a:noAutofit/>
          </a:bodyPr>
          <a:lstStyle>
            <a:lvl1pPr marL="0" marR="0" indent="0" algn="just" defTabSz="914377" rtl="0" eaLnBrk="1" fontAlgn="auto" latinLnBrk="0" hangingPunct="1">
              <a:lnSpc>
                <a:spcPct val="90000"/>
              </a:lnSpc>
              <a:spcBef>
                <a:spcPts val="1000"/>
              </a:spcBef>
              <a:spcAft>
                <a:spcPts val="0"/>
              </a:spcAft>
              <a:buClrTx/>
              <a:buSzTx/>
              <a:buFont typeface="Arial" panose="020B0604020202020204" pitchFamily="34" charset="0"/>
              <a:buNone/>
              <a:tabLst/>
              <a:defRPr lang="en-GB" sz="1200" kern="1200" dirty="0">
                <a:solidFill>
                  <a:schemeClr val="tx1"/>
                </a:solidFill>
                <a:latin typeface="+mn-lt"/>
                <a:ea typeface="+mn-ea"/>
                <a:cs typeface="+mn-cs"/>
              </a:defRPr>
            </a:lvl1pPr>
            <a:lvl2pPr marL="457189" indent="0">
              <a:buNone/>
              <a:defRPr sz="1100">
                <a:solidFill>
                  <a:schemeClr val="tx1">
                    <a:lumMod val="75000"/>
                    <a:lumOff val="25000"/>
                  </a:schemeClr>
                </a:solidFill>
                <a:latin typeface="Arial" panose="020B0604020202020204" pitchFamily="34" charset="0"/>
                <a:cs typeface="Arial" panose="020B0604020202020204" pitchFamily="34" charset="0"/>
              </a:defRPr>
            </a:lvl2pPr>
            <a:lvl3pPr>
              <a:defRPr sz="1100">
                <a:solidFill>
                  <a:schemeClr val="tx1">
                    <a:lumMod val="75000"/>
                    <a:lumOff val="25000"/>
                  </a:schemeClr>
                </a:solidFill>
                <a:latin typeface="Arial" panose="020B0604020202020204" pitchFamily="34" charset="0"/>
                <a:cs typeface="Arial" panose="020B0604020202020204" pitchFamily="34" charset="0"/>
              </a:defRPr>
            </a:lvl3pPr>
            <a:lvl4pPr>
              <a:defRPr sz="1100">
                <a:solidFill>
                  <a:schemeClr val="tx1">
                    <a:lumMod val="75000"/>
                    <a:lumOff val="25000"/>
                  </a:schemeClr>
                </a:solidFill>
                <a:latin typeface="Arial" panose="020B0604020202020204" pitchFamily="34" charset="0"/>
                <a:cs typeface="Arial" panose="020B0604020202020204" pitchFamily="34" charset="0"/>
              </a:defRPr>
            </a:lvl4pPr>
            <a:lvl5pPr>
              <a:defRPr sz="1100">
                <a:solidFill>
                  <a:schemeClr val="tx1">
                    <a:lumMod val="75000"/>
                    <a:lumOff val="25000"/>
                  </a:schemeClr>
                </a:solidFill>
                <a:latin typeface="Arial" panose="020B0604020202020204" pitchFamily="34" charset="0"/>
                <a:cs typeface="Arial" panose="020B0604020202020204" pitchFamily="34" charset="0"/>
              </a:defRPr>
            </a:lvl5pPr>
          </a:lstStyle>
          <a:p>
            <a:pPr marL="228594" marR="0" lvl="0" indent="-228594" algn="l" defTabSz="914377" rtl="0" eaLnBrk="1" fontAlgn="auto" latinLnBrk="0" hangingPunct="1">
              <a:lnSpc>
                <a:spcPct val="90000"/>
              </a:lnSpc>
              <a:spcBef>
                <a:spcPts val="200"/>
              </a:spcBef>
              <a:spcAft>
                <a:spcPts val="0"/>
              </a:spcAft>
              <a:buClrTx/>
              <a:buSzTx/>
              <a:buFont typeface="Arial" panose="020B0604020202020204" pitchFamily="34" charset="0"/>
              <a:buChar char="•"/>
              <a:tabLst/>
              <a:defRPr/>
            </a:pPr>
            <a:r>
              <a:rPr lang="en-GB"/>
              <a:t>What do you do in Cognizant Consulting? What is your area of expertise? What industries have you worked in the past? What are you passionate about? Perhaps some words about your character?</a:t>
            </a:r>
          </a:p>
        </p:txBody>
      </p:sp>
      <p:sp>
        <p:nvSpPr>
          <p:cNvPr id="36" name="Text Placeholder 35">
            <a:extLst>
              <a:ext uri="{FF2B5EF4-FFF2-40B4-BE49-F238E27FC236}">
                <a16:creationId xmlns:a16="http://schemas.microsoft.com/office/drawing/2014/main" id="{563785A5-6713-E944-B737-D9CE3ADA79AC}"/>
              </a:ext>
            </a:extLst>
          </p:cNvPr>
          <p:cNvSpPr>
            <a:spLocks noGrp="1"/>
          </p:cNvSpPr>
          <p:nvPr>
            <p:ph type="body" sz="quarter" idx="16" hasCustomPrompt="1"/>
          </p:nvPr>
        </p:nvSpPr>
        <p:spPr>
          <a:xfrm>
            <a:off x="4119328" y="5680075"/>
            <a:ext cx="7615473" cy="793805"/>
          </a:xfrm>
        </p:spPr>
        <p:txBody>
          <a:bodyPr>
            <a:noAutofit/>
          </a:bodyPr>
          <a:lstStyle>
            <a:lvl1pPr marL="228594" marR="0" indent="-228594"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lang="en-GB" sz="1200" kern="1200" dirty="0">
                <a:solidFill>
                  <a:schemeClr val="tx1"/>
                </a:solidFill>
                <a:latin typeface="+mn-lt"/>
                <a:ea typeface="+mn-ea"/>
                <a:cs typeface="+mn-cs"/>
              </a:defRPr>
            </a:lvl1pPr>
            <a:lvl2pPr>
              <a:defRPr sz="1100">
                <a:solidFill>
                  <a:schemeClr val="tx1">
                    <a:lumMod val="75000"/>
                    <a:lumOff val="25000"/>
                  </a:schemeClr>
                </a:solidFill>
                <a:latin typeface="Arial" panose="020B0604020202020204" pitchFamily="34" charset="0"/>
                <a:cs typeface="Arial" panose="020B0604020202020204" pitchFamily="34" charset="0"/>
              </a:defRPr>
            </a:lvl2pPr>
            <a:lvl3pPr>
              <a:defRPr sz="1100">
                <a:solidFill>
                  <a:schemeClr val="tx1">
                    <a:lumMod val="75000"/>
                    <a:lumOff val="25000"/>
                  </a:schemeClr>
                </a:solidFill>
                <a:latin typeface="Arial" panose="020B0604020202020204" pitchFamily="34" charset="0"/>
                <a:cs typeface="Arial" panose="020B0604020202020204" pitchFamily="34" charset="0"/>
              </a:defRPr>
            </a:lvl3pPr>
            <a:lvl4pPr>
              <a:defRPr sz="1100">
                <a:solidFill>
                  <a:schemeClr val="tx1">
                    <a:lumMod val="75000"/>
                    <a:lumOff val="25000"/>
                  </a:schemeClr>
                </a:solidFill>
                <a:latin typeface="Arial" panose="020B0604020202020204" pitchFamily="34" charset="0"/>
                <a:cs typeface="Arial" panose="020B0604020202020204" pitchFamily="34" charset="0"/>
              </a:defRPr>
            </a:lvl4pPr>
            <a:lvl5pPr>
              <a:defRPr sz="1100">
                <a:solidFill>
                  <a:schemeClr val="tx1">
                    <a:lumMod val="75000"/>
                    <a:lumOff val="25000"/>
                  </a:schemeClr>
                </a:solidFill>
                <a:latin typeface="Arial" panose="020B0604020202020204" pitchFamily="34" charset="0"/>
                <a:cs typeface="Arial" panose="020B0604020202020204" pitchFamily="34" charset="0"/>
              </a:defRPr>
            </a:lvl5pPr>
          </a:lstStyle>
          <a:p>
            <a:pPr marL="228594" marR="0" lvl="0" indent="-228594" algn="l" defTabSz="914377" rtl="0" eaLnBrk="1" fontAlgn="auto" latinLnBrk="0" hangingPunct="1">
              <a:lnSpc>
                <a:spcPct val="90000"/>
              </a:lnSpc>
              <a:spcBef>
                <a:spcPts val="200"/>
              </a:spcBef>
              <a:spcAft>
                <a:spcPts val="0"/>
              </a:spcAft>
              <a:buClrTx/>
              <a:buSzTx/>
              <a:buFont typeface="Arial" panose="020B0604020202020204" pitchFamily="34" charset="0"/>
              <a:buChar char="•"/>
              <a:tabLst/>
              <a:defRPr/>
            </a:pPr>
            <a:r>
              <a:rPr lang="en-GB"/>
              <a:t>Any degrees you have, Any certifications you have, Any publications you have published</a:t>
            </a:r>
          </a:p>
        </p:txBody>
      </p:sp>
      <p:pic>
        <p:nvPicPr>
          <p:cNvPr id="24" name="Picture 5">
            <a:hlinkClick r:id="rId2"/>
          </p:cNvPr>
          <p:cNvPicPr>
            <a:picLocks noChangeAspect="1" noChangeArrowheads="1"/>
          </p:cNvPicPr>
          <p:nvPr userDrawn="1"/>
        </p:nvPicPr>
        <p:blipFill>
          <a:blip r:embed="rId3">
            <a:extLst>
              <a:ext uri="{28A0092B-C50C-407E-A947-70E740481C1C}">
                <a14:useLocalDpi xmlns:a14="http://schemas.microsoft.com/office/drawing/2010/main" val="0"/>
              </a:ext>
            </a:extLst>
          </a:blip>
          <a:srcRect l="-3165" t="-19530" r="-34810" b="-32997"/>
          <a:stretch>
            <a:fillRect/>
          </a:stretch>
        </p:blipFill>
        <p:spPr bwMode="auto">
          <a:xfrm>
            <a:off x="423333" y="6184479"/>
            <a:ext cx="324800" cy="3360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F6C91241-51FC-2B4A-9B47-E2D5F372D03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23333" y="5979144"/>
            <a:ext cx="283200" cy="192000"/>
          </a:xfrm>
          <a:prstGeom prst="rect">
            <a:avLst/>
          </a:prstGeom>
        </p:spPr>
      </p:pic>
      <p:sp>
        <p:nvSpPr>
          <p:cNvPr id="3" name="Text Placeholder 2"/>
          <p:cNvSpPr>
            <a:spLocks noGrp="1"/>
          </p:cNvSpPr>
          <p:nvPr>
            <p:ph type="body" sz="quarter" idx="20" hasCustomPrompt="1"/>
          </p:nvPr>
        </p:nvSpPr>
        <p:spPr>
          <a:xfrm>
            <a:off x="748133" y="5961902"/>
            <a:ext cx="3113616" cy="226484"/>
          </a:xfrm>
        </p:spPr>
        <p:txBody>
          <a:bodyPr anchor="ctr">
            <a:noAutofit/>
          </a:bodyPr>
          <a:lstStyle>
            <a:lvl1pPr>
              <a:defRPr lang="en-GB" sz="1050" kern="1200" dirty="0">
                <a:solidFill>
                  <a:schemeClr val="tx1"/>
                </a:solidFill>
                <a:latin typeface="+mn-lt"/>
                <a:ea typeface="+mn-ea"/>
                <a:cs typeface="+mn-cs"/>
              </a:defRPr>
            </a:lvl1pPr>
            <a:lvl2pPr>
              <a:defRPr sz="1467"/>
            </a:lvl2pPr>
            <a:lvl3pPr>
              <a:defRPr sz="1400"/>
            </a:lvl3pPr>
            <a:lvl4pPr>
              <a:defRPr sz="1200"/>
            </a:lvl4pPr>
            <a:lvl5pPr>
              <a:defRPr sz="933"/>
            </a:lvl5pPr>
          </a:lstStyle>
          <a:p>
            <a:pPr lvl="0"/>
            <a:r>
              <a:rPr lang="en-US"/>
              <a:t>Edit email address</a:t>
            </a:r>
            <a:endParaRPr lang="en-GB"/>
          </a:p>
        </p:txBody>
      </p:sp>
      <p:sp>
        <p:nvSpPr>
          <p:cNvPr id="27" name="Text Placeholder 2"/>
          <p:cNvSpPr>
            <a:spLocks noGrp="1"/>
          </p:cNvSpPr>
          <p:nvPr>
            <p:ph type="body" sz="quarter" idx="21" hasCustomPrompt="1"/>
          </p:nvPr>
        </p:nvSpPr>
        <p:spPr>
          <a:xfrm>
            <a:off x="748133" y="6225172"/>
            <a:ext cx="3113616" cy="226484"/>
          </a:xfrm>
        </p:spPr>
        <p:txBody>
          <a:bodyPr anchor="ctr">
            <a:noAutofit/>
          </a:bodyPr>
          <a:lstStyle>
            <a:lvl1pPr>
              <a:defRPr lang="en-GB" sz="1050" kern="1200" dirty="0">
                <a:solidFill>
                  <a:schemeClr val="tx1"/>
                </a:solidFill>
                <a:latin typeface="+mn-lt"/>
                <a:ea typeface="+mn-ea"/>
                <a:cs typeface="+mn-cs"/>
              </a:defRPr>
            </a:lvl1pPr>
            <a:lvl2pPr>
              <a:defRPr sz="1467"/>
            </a:lvl2pPr>
            <a:lvl3pPr>
              <a:defRPr sz="1400"/>
            </a:lvl3pPr>
            <a:lvl4pPr>
              <a:defRPr sz="1200"/>
            </a:lvl4pPr>
            <a:lvl5pPr>
              <a:defRPr sz="933"/>
            </a:lvl5pPr>
          </a:lstStyle>
          <a:p>
            <a:pPr marL="0" lvl="0" indent="0" algn="l" defTabSz="914400" rtl="0" eaLnBrk="1" latinLnBrk="0" hangingPunct="1">
              <a:lnSpc>
                <a:spcPct val="100000"/>
              </a:lnSpc>
              <a:spcBef>
                <a:spcPts val="1000"/>
              </a:spcBef>
              <a:buFont typeface="Arial" panose="020B0604020202020204" pitchFamily="34" charset="0"/>
              <a:buNone/>
              <a:tabLst/>
            </a:pPr>
            <a:r>
              <a:rPr lang="en-US"/>
              <a:t>Edit personal LinkedIn address</a:t>
            </a:r>
            <a:endParaRPr lang="en-GB"/>
          </a:p>
        </p:txBody>
      </p:sp>
      <p:pic>
        <p:nvPicPr>
          <p:cNvPr id="23" name="Picture 5">
            <a:extLst>
              <a:ext uri="{FF2B5EF4-FFF2-40B4-BE49-F238E27FC236}">
                <a16:creationId xmlns:a16="http://schemas.microsoft.com/office/drawing/2014/main" id="{5B522A80-3887-4DF2-B192-8925883B26C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28" name="Logo">
            <a:extLst>
              <a:ext uri="{FF2B5EF4-FFF2-40B4-BE49-F238E27FC236}">
                <a16:creationId xmlns:a16="http://schemas.microsoft.com/office/drawing/2014/main" id="{55227915-9C1C-47D3-9AED-40FA9339889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2" name="Picture 1" descr="new AI liability insurance product ...">
            <a:extLst>
              <a:ext uri="{FF2B5EF4-FFF2-40B4-BE49-F238E27FC236}">
                <a16:creationId xmlns:a16="http://schemas.microsoft.com/office/drawing/2014/main" id="{CC780374-5453-85A7-1169-4E46F1D48517}"/>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9540240" y="6334060"/>
            <a:ext cx="881849" cy="463682"/>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1">
            <a:extLst>
              <a:ext uri="{FF2B5EF4-FFF2-40B4-BE49-F238E27FC236}">
                <a16:creationId xmlns:a16="http://schemas.microsoft.com/office/drawing/2014/main" id="{63B92358-A9CD-FA79-64B2-3D9FF0782435}"/>
              </a:ext>
            </a:extLst>
          </p:cNvPr>
          <p:cNvSpPr>
            <a:spLocks noGrp="1"/>
          </p:cNvSpPr>
          <p:nvPr>
            <p:ph type="dt" sz="half" idx="10"/>
          </p:nvPr>
        </p:nvSpPr>
        <p:spPr>
          <a:xfrm>
            <a:off x="2651760" y="6400800"/>
            <a:ext cx="1371600" cy="228600"/>
          </a:xfrm>
        </p:spPr>
        <p:txBody>
          <a:bodyPr/>
          <a:lstStyle/>
          <a:p>
            <a:fld id="{7686463B-0BEA-4A57-BAC5-A3F635AA849B}" type="datetime1">
              <a:rPr lang="en-US" smtClean="0"/>
              <a:t>7/17/2026</a:t>
            </a:fld>
            <a:endParaRPr lang="en-US"/>
          </a:p>
        </p:txBody>
      </p:sp>
      <p:sp>
        <p:nvSpPr>
          <p:cNvPr id="5" name="Footer Placeholder 6">
            <a:extLst>
              <a:ext uri="{FF2B5EF4-FFF2-40B4-BE49-F238E27FC236}">
                <a16:creationId xmlns:a16="http://schemas.microsoft.com/office/drawing/2014/main" id="{6ECDAD4E-1A2E-D0B5-EA20-85F00D982045}"/>
              </a:ext>
            </a:extLst>
          </p:cNvPr>
          <p:cNvSpPr>
            <a:spLocks noGrp="1"/>
          </p:cNvSpPr>
          <p:nvPr>
            <p:ph type="ftr" sz="quarter" idx="11"/>
          </p:nvPr>
        </p:nvSpPr>
        <p:spPr>
          <a:xfrm>
            <a:off x="1005840" y="6400800"/>
            <a:ext cx="1371600" cy="228600"/>
          </a:xfrm>
        </p:spPr>
        <p:txBody>
          <a:bodyPr/>
          <a:lstStyle/>
          <a:p>
            <a:r>
              <a:rPr lang="en-US"/>
              <a:t>© 2026–2027 Cognizant | Private</a:t>
            </a:r>
          </a:p>
        </p:txBody>
      </p:sp>
      <p:sp>
        <p:nvSpPr>
          <p:cNvPr id="6" name="Slide Number Placeholder 7">
            <a:extLst>
              <a:ext uri="{FF2B5EF4-FFF2-40B4-BE49-F238E27FC236}">
                <a16:creationId xmlns:a16="http://schemas.microsoft.com/office/drawing/2014/main" id="{6C2EEDD4-D30B-2DE8-3A76-88627D813A98}"/>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736109694"/>
      </p:ext>
    </p:extLst>
  </p:cSld>
  <p:clrMapOvr>
    <a:masterClrMapping/>
  </p:clrMapOvr>
  <p:extLst>
    <p:ext uri="{DCECCB84-F9BA-43D5-87BE-67443E8EF086}">
      <p15:sldGuideLst xmlns:p15="http://schemas.microsoft.com/office/powerpoint/2012/main">
        <p15:guide id="1" orient="horz" pos="459">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12BC10C9-CC57-429D-A11C-683F6E24A66C}" type="datetime1">
              <a:rPr lang="en-US" smtClean="0"/>
              <a:t>7/17/2026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2026–2027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pic>
        <p:nvPicPr>
          <p:cNvPr id="3" name="Picture 2" descr="new AI liability insurance product ...">
            <a:extLst>
              <a:ext uri="{FF2B5EF4-FFF2-40B4-BE49-F238E27FC236}">
                <a16:creationId xmlns:a16="http://schemas.microsoft.com/office/drawing/2014/main" id="{55F4BF64-25D0-8654-E17A-79811C7E13C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540240" y="6334060"/>
            <a:ext cx="881849" cy="463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954059"/>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BA291D5C-0249-4B7E-AD80-3E615454C6C5}" type="datetime1">
              <a:rPr lang="en-US" smtClean="0"/>
              <a:t>7/17/2026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2026–2027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pic>
        <p:nvPicPr>
          <p:cNvPr id="5" name="Picture 4" descr="new AI liability insurance product ...">
            <a:extLst>
              <a:ext uri="{FF2B5EF4-FFF2-40B4-BE49-F238E27FC236}">
                <a16:creationId xmlns:a16="http://schemas.microsoft.com/office/drawing/2014/main" id="{25541224-B216-6ECC-3D47-8DD82E52DEC4}"/>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540240" y="6334060"/>
            <a:ext cx="881849" cy="463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558297"/>
      </p:ext>
    </p:extLst>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DARK 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943416909"/>
      </p:ext>
    </p:extLst>
  </p:cSld>
  <p:clrMapOvr>
    <a:overrideClrMapping bg1="dk1" tx1="lt1" bg2="dk2" tx2="lt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465B982D-F8D2-439C-A061-F45BF18CCEBE}" type="datetime1">
              <a:rPr lang="en-US" smtClean="0"/>
              <a:t>7/17/2026</a:t>
            </a:fld>
            <a:endParaRPr lang="en-US"/>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2026–2027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pic>
        <p:nvPicPr>
          <p:cNvPr id="4" name="Picture 3">
            <a:extLst>
              <a:ext uri="{FF2B5EF4-FFF2-40B4-BE49-F238E27FC236}">
                <a16:creationId xmlns:a16="http://schemas.microsoft.com/office/drawing/2014/main" id="{11736B17-A383-44CE-A7A5-BFA7FC3DDC5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p:blipFill>
        <p:spPr bwMode="auto">
          <a:xfrm>
            <a:off x="9540240" y="6400837"/>
            <a:ext cx="881849" cy="330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001996"/>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A0C6FD58-4A78-44CD-8C8E-480F9E2F9684}" type="datetime1">
              <a:rPr lang="en-US" smtClean="0"/>
              <a:t>7/17/2026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2026–2027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pic>
        <p:nvPicPr>
          <p:cNvPr id="3" name="Picture 2">
            <a:extLst>
              <a:ext uri="{FF2B5EF4-FFF2-40B4-BE49-F238E27FC236}">
                <a16:creationId xmlns:a16="http://schemas.microsoft.com/office/drawing/2014/main" id="{77CCF7A8-C007-48C5-8D4E-36A102D7143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p:blipFill>
        <p:spPr bwMode="auto">
          <a:xfrm>
            <a:off x="9540240" y="6400837"/>
            <a:ext cx="881849" cy="330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757672"/>
      </p:ext>
    </p:extLst>
  </p:cSld>
  <p:clrMapOvr>
    <a:overrideClrMapping bg1="dk1" tx1="lt1" bg2="dk2" tx2="lt2" accent1="accent1" accent2="accent2" accent3="accent3" accent4="accent4" accent5="accent5" accent6="accent6" hlink="hlink" folHlink="folHlink"/>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407699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245879821"/>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482419" y="6352479"/>
            <a:ext cx="1362108" cy="408632"/>
          </a:xfrm>
          <a:prstGeom prst="rect">
            <a:avLst/>
          </a:prstGeom>
        </p:spPr>
      </p:pic>
    </p:spTree>
    <p:extLst>
      <p:ext uri="{BB962C8B-B14F-4D97-AF65-F5344CB8AC3E}">
        <p14:creationId xmlns:p14="http://schemas.microsoft.com/office/powerpoint/2010/main" val="3174721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 Type="http://schemas.openxmlformats.org/officeDocument/2006/relationships/slideLayout" Target="../slideLayouts/slideLayout46.xml"/><Relationship Id="rId21" Type="http://schemas.openxmlformats.org/officeDocument/2006/relationships/slideLayout" Target="../slideLayouts/slideLayout64.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image" Target="../media/image19.svg"/><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29" Type="http://schemas.openxmlformats.org/officeDocument/2006/relationships/slideLayout" Target="../slideLayouts/slideLayout7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theme" Target="../theme/theme3.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8"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4">
            <a:alphaModFix amt="53000"/>
            <a:lum/>
          </a:blip>
          <a:srcRect/>
          <a:stretch>
            <a:fillRect/>
          </a:stretch>
        </a:blipFill>
        <a:effectLst/>
      </p:bgPr>
    </p:bg>
    <p:spTree>
      <p:nvGrpSpPr>
        <p:cNvPr id="1" name=""/>
        <p:cNvGrpSpPr/>
        <p:nvPr/>
      </p:nvGrpSpPr>
      <p:grpSpPr>
        <a:xfrm>
          <a:off x="0" y="0"/>
          <a:ext cx="0" cy="0"/>
          <a:chOff x="0" y="0"/>
          <a:chExt cx="0" cy="0"/>
        </a:xfrm>
      </p:grpSpPr>
      <p:sp>
        <p:nvSpPr>
          <p:cNvPr id="36" name="AutoShape 24"/>
          <p:cNvSpPr>
            <a:spLocks noChangeAspect="1" noChangeArrowheads="1" noTextEdit="1"/>
          </p:cNvSpPr>
          <p:nvPr userDrawn="1"/>
        </p:nvSpPr>
        <p:spPr bwMode="auto">
          <a:xfrm>
            <a:off x="3" y="1466718"/>
            <a:ext cx="9584503" cy="5391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Title Placeholder 1"/>
          <p:cNvSpPr>
            <a:spLocks noGrp="1"/>
          </p:cNvSpPr>
          <p:nvPr>
            <p:ph type="title"/>
          </p:nvPr>
        </p:nvSpPr>
        <p:spPr>
          <a:xfrm>
            <a:off x="624395" y="3133"/>
            <a:ext cx="10972800" cy="1141943"/>
          </a:xfrm>
          <a:prstGeom prst="rect">
            <a:avLst/>
          </a:prstGeom>
        </p:spPr>
        <p:txBody>
          <a:bodyPr vert="horz" lIns="68570" tIns="34285" rIns="68570" bIns="34285" rtlCol="0" anchor="ctr">
            <a:normAutofit/>
          </a:bodyPr>
          <a:lstStyle/>
          <a:p>
            <a:r>
              <a:rPr lang="en-US"/>
              <a:t>Click to edit Master title style</a:t>
            </a:r>
          </a:p>
        </p:txBody>
      </p:sp>
      <p:sp>
        <p:nvSpPr>
          <p:cNvPr id="8" name="Text Placeholder 2"/>
          <p:cNvSpPr>
            <a:spLocks noGrp="1"/>
          </p:cNvSpPr>
          <p:nvPr>
            <p:ph type="body" idx="1"/>
          </p:nvPr>
        </p:nvSpPr>
        <p:spPr>
          <a:xfrm>
            <a:off x="609600" y="1598721"/>
            <a:ext cx="10972800" cy="4521775"/>
          </a:xfrm>
          <a:prstGeom prst="rect">
            <a:avLst/>
          </a:prstGeom>
        </p:spPr>
        <p:txBody>
          <a:bodyPr vert="horz" lIns="68570" tIns="34285" rIns="68570" bIns="3428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Slide Number Placeholder 5"/>
          <p:cNvSpPr txBox="1">
            <a:spLocks/>
          </p:cNvSpPr>
          <p:nvPr/>
        </p:nvSpPr>
        <p:spPr>
          <a:xfrm>
            <a:off x="11852580" y="6607997"/>
            <a:ext cx="472973" cy="364788"/>
          </a:xfrm>
          <a:prstGeom prst="rect">
            <a:avLst/>
          </a:prstGeom>
        </p:spPr>
        <p:txBody>
          <a:bodyPr lIns="91415" tIns="45708" rIns="91415" bIns="45708"/>
          <a:lstStyle>
            <a:defPPr>
              <a:defRPr lang="en-US"/>
            </a:defPPr>
            <a:lvl1pPr marL="0" algn="l" defTabSz="685891" rtl="0" eaLnBrk="1" latinLnBrk="0" hangingPunct="1">
              <a:defRPr sz="1400" kern="1200">
                <a:solidFill>
                  <a:schemeClr val="tx1"/>
                </a:solidFill>
                <a:latin typeface="+mn-lt"/>
                <a:ea typeface="+mn-ea"/>
                <a:cs typeface="+mn-cs"/>
              </a:defRPr>
            </a:lvl1pPr>
            <a:lvl2pPr marL="342946" algn="l" defTabSz="685891" rtl="0" eaLnBrk="1" latinLnBrk="0" hangingPunct="1">
              <a:defRPr sz="1400" kern="1200">
                <a:solidFill>
                  <a:schemeClr val="tx1"/>
                </a:solidFill>
                <a:latin typeface="+mn-lt"/>
                <a:ea typeface="+mn-ea"/>
                <a:cs typeface="+mn-cs"/>
              </a:defRPr>
            </a:lvl2pPr>
            <a:lvl3pPr marL="685891" algn="l" defTabSz="685891" rtl="0" eaLnBrk="1" latinLnBrk="0" hangingPunct="1">
              <a:defRPr sz="1400" kern="1200">
                <a:solidFill>
                  <a:schemeClr val="tx1"/>
                </a:solidFill>
                <a:latin typeface="+mn-lt"/>
                <a:ea typeface="+mn-ea"/>
                <a:cs typeface="+mn-cs"/>
              </a:defRPr>
            </a:lvl3pPr>
            <a:lvl4pPr marL="1028837" algn="l" defTabSz="685891" rtl="0" eaLnBrk="1" latinLnBrk="0" hangingPunct="1">
              <a:defRPr sz="1400" kern="1200">
                <a:solidFill>
                  <a:schemeClr val="tx1"/>
                </a:solidFill>
                <a:latin typeface="+mn-lt"/>
                <a:ea typeface="+mn-ea"/>
                <a:cs typeface="+mn-cs"/>
              </a:defRPr>
            </a:lvl4pPr>
            <a:lvl5pPr marL="1371783" algn="l" defTabSz="685891" rtl="0" eaLnBrk="1" latinLnBrk="0" hangingPunct="1">
              <a:defRPr sz="1400" kern="1200">
                <a:solidFill>
                  <a:schemeClr val="tx1"/>
                </a:solidFill>
                <a:latin typeface="+mn-lt"/>
                <a:ea typeface="+mn-ea"/>
                <a:cs typeface="+mn-cs"/>
              </a:defRPr>
            </a:lvl5pPr>
            <a:lvl6pPr marL="1714729" algn="l" defTabSz="685891" rtl="0" eaLnBrk="1" latinLnBrk="0" hangingPunct="1">
              <a:defRPr sz="1400" kern="1200">
                <a:solidFill>
                  <a:schemeClr val="tx1"/>
                </a:solidFill>
                <a:latin typeface="+mn-lt"/>
                <a:ea typeface="+mn-ea"/>
                <a:cs typeface="+mn-cs"/>
              </a:defRPr>
            </a:lvl6pPr>
            <a:lvl7pPr marL="2057674" algn="l" defTabSz="685891" rtl="0" eaLnBrk="1" latinLnBrk="0" hangingPunct="1">
              <a:defRPr sz="1400" kern="1200">
                <a:solidFill>
                  <a:schemeClr val="tx1"/>
                </a:solidFill>
                <a:latin typeface="+mn-lt"/>
                <a:ea typeface="+mn-ea"/>
                <a:cs typeface="+mn-cs"/>
              </a:defRPr>
            </a:lvl7pPr>
            <a:lvl8pPr marL="2400620" algn="l" defTabSz="685891" rtl="0" eaLnBrk="1" latinLnBrk="0" hangingPunct="1">
              <a:defRPr sz="1400" kern="1200">
                <a:solidFill>
                  <a:schemeClr val="tx1"/>
                </a:solidFill>
                <a:latin typeface="+mn-lt"/>
                <a:ea typeface="+mn-ea"/>
                <a:cs typeface="+mn-cs"/>
              </a:defRPr>
            </a:lvl8pPr>
            <a:lvl9pPr marL="2743566" algn="l" defTabSz="685891" rtl="0" eaLnBrk="1" latinLnBrk="0" hangingPunct="1">
              <a:defRPr sz="1400" kern="1200">
                <a:solidFill>
                  <a:schemeClr val="tx1"/>
                </a:solidFill>
                <a:latin typeface="+mn-lt"/>
                <a:ea typeface="+mn-ea"/>
                <a:cs typeface="+mn-cs"/>
              </a:defRPr>
            </a:lvl9pPr>
          </a:lstStyle>
          <a:p>
            <a:endParaRPr lang="en-US" sz="1500">
              <a:solidFill>
                <a:schemeClr val="bg1"/>
              </a:solidFill>
              <a:latin typeface="Helvetica Condensed" pitchFamily="34" charset="0"/>
            </a:endParaRPr>
          </a:p>
        </p:txBody>
      </p:sp>
    </p:spTree>
    <p:extLst>
      <p:ext uri="{BB962C8B-B14F-4D97-AF65-F5344CB8AC3E}">
        <p14:creationId xmlns:p14="http://schemas.microsoft.com/office/powerpoint/2010/main" val="414456687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703" r:id="rId15"/>
    <p:sldLayoutId id="2147483704" r:id="rId16"/>
    <p:sldLayoutId id="2147483692" r:id="rId17"/>
    <p:sldLayoutId id="2147483693" r:id="rId18"/>
    <p:sldLayoutId id="2147483694" r:id="rId19"/>
    <p:sldLayoutId id="2147483695" r:id="rId20"/>
    <p:sldLayoutId id="2147483701" r:id="rId21"/>
    <p:sldLayoutId id="2147483871" r:id="rId22"/>
  </p:sldLayoutIdLst>
  <p:transition>
    <p:fade/>
  </p:transition>
  <p:txStyles>
    <p:titleStyle>
      <a:lvl1pPr algn="l" rtl="0" eaLnBrk="1" fontAlgn="base" hangingPunct="1">
        <a:spcBef>
          <a:spcPct val="0"/>
        </a:spcBef>
        <a:spcAft>
          <a:spcPct val="0"/>
        </a:spcAft>
        <a:defRPr sz="3200">
          <a:solidFill>
            <a:srgbClr val="4D4D4D"/>
          </a:solidFill>
          <a:latin typeface="Arial" panose="020B0604020202020204" pitchFamily="34" charset="0"/>
          <a:ea typeface="+mj-ea"/>
          <a:cs typeface="Arial" panose="020B0604020202020204" pitchFamily="34" charset="0"/>
        </a:defRPr>
      </a:lvl1pPr>
      <a:lvl2pPr algn="l" rtl="0" eaLnBrk="1" fontAlgn="base" hangingPunct="1">
        <a:spcBef>
          <a:spcPct val="0"/>
        </a:spcBef>
        <a:spcAft>
          <a:spcPct val="0"/>
        </a:spcAft>
        <a:defRPr sz="4300">
          <a:solidFill>
            <a:srgbClr val="002A4A"/>
          </a:solidFill>
          <a:latin typeface="HelveticaNeue Condensed"/>
          <a:ea typeface="ＭＳ Ｐゴシック"/>
          <a:cs typeface="ＭＳ Ｐゴシック"/>
        </a:defRPr>
      </a:lvl2pPr>
      <a:lvl3pPr algn="l" rtl="0" eaLnBrk="1" fontAlgn="base" hangingPunct="1">
        <a:spcBef>
          <a:spcPct val="0"/>
        </a:spcBef>
        <a:spcAft>
          <a:spcPct val="0"/>
        </a:spcAft>
        <a:defRPr sz="4300">
          <a:solidFill>
            <a:srgbClr val="002A4A"/>
          </a:solidFill>
          <a:latin typeface="HelveticaNeue Condensed"/>
          <a:ea typeface="ＭＳ Ｐゴシック"/>
          <a:cs typeface="ＭＳ Ｐゴシック"/>
        </a:defRPr>
      </a:lvl3pPr>
      <a:lvl4pPr algn="l" rtl="0" eaLnBrk="1" fontAlgn="base" hangingPunct="1">
        <a:spcBef>
          <a:spcPct val="0"/>
        </a:spcBef>
        <a:spcAft>
          <a:spcPct val="0"/>
        </a:spcAft>
        <a:defRPr sz="4300">
          <a:solidFill>
            <a:srgbClr val="002A4A"/>
          </a:solidFill>
          <a:latin typeface="HelveticaNeue Condensed"/>
          <a:ea typeface="ＭＳ Ｐゴシック"/>
          <a:cs typeface="ＭＳ Ｐゴシック"/>
        </a:defRPr>
      </a:lvl4pPr>
      <a:lvl5pPr algn="l" rtl="0" eaLnBrk="1" fontAlgn="base" hangingPunct="1">
        <a:spcBef>
          <a:spcPct val="0"/>
        </a:spcBef>
        <a:spcAft>
          <a:spcPct val="0"/>
        </a:spcAft>
        <a:defRPr sz="4300">
          <a:solidFill>
            <a:srgbClr val="002A4A"/>
          </a:solidFill>
          <a:latin typeface="HelveticaNeue Condensed"/>
          <a:ea typeface="ＭＳ Ｐゴシック"/>
          <a:cs typeface="ＭＳ Ｐゴシック"/>
        </a:defRPr>
      </a:lvl5pPr>
      <a:lvl6pPr marL="608874" algn="l" rtl="0" eaLnBrk="1" fontAlgn="base" hangingPunct="1">
        <a:spcBef>
          <a:spcPct val="0"/>
        </a:spcBef>
        <a:spcAft>
          <a:spcPct val="0"/>
        </a:spcAft>
        <a:defRPr sz="4300">
          <a:solidFill>
            <a:srgbClr val="002A4A"/>
          </a:solidFill>
          <a:latin typeface="HelveticaNeue Condensed"/>
          <a:ea typeface="ＭＳ Ｐゴシック"/>
          <a:cs typeface="ＭＳ Ｐゴシック"/>
        </a:defRPr>
      </a:lvl6pPr>
      <a:lvl7pPr marL="1217747" algn="l" rtl="0" eaLnBrk="1" fontAlgn="base" hangingPunct="1">
        <a:spcBef>
          <a:spcPct val="0"/>
        </a:spcBef>
        <a:spcAft>
          <a:spcPct val="0"/>
        </a:spcAft>
        <a:defRPr sz="4300">
          <a:solidFill>
            <a:srgbClr val="002A4A"/>
          </a:solidFill>
          <a:latin typeface="HelveticaNeue Condensed"/>
          <a:ea typeface="ＭＳ Ｐゴシック"/>
          <a:cs typeface="ＭＳ Ｐゴシック"/>
        </a:defRPr>
      </a:lvl7pPr>
      <a:lvl8pPr marL="1826620" algn="l" rtl="0" eaLnBrk="1" fontAlgn="base" hangingPunct="1">
        <a:spcBef>
          <a:spcPct val="0"/>
        </a:spcBef>
        <a:spcAft>
          <a:spcPct val="0"/>
        </a:spcAft>
        <a:defRPr sz="4300">
          <a:solidFill>
            <a:srgbClr val="002A4A"/>
          </a:solidFill>
          <a:latin typeface="HelveticaNeue Condensed"/>
          <a:ea typeface="ＭＳ Ｐゴシック"/>
          <a:cs typeface="ＭＳ Ｐゴシック"/>
        </a:defRPr>
      </a:lvl8pPr>
      <a:lvl9pPr marL="2435493" algn="l" rtl="0" eaLnBrk="1" fontAlgn="base" hangingPunct="1">
        <a:spcBef>
          <a:spcPct val="0"/>
        </a:spcBef>
        <a:spcAft>
          <a:spcPct val="0"/>
        </a:spcAft>
        <a:defRPr sz="4300">
          <a:solidFill>
            <a:srgbClr val="002A4A"/>
          </a:solidFill>
          <a:latin typeface="HelveticaNeue Condensed"/>
          <a:ea typeface="ＭＳ Ｐゴシック"/>
          <a:cs typeface="ＭＳ Ｐゴシック"/>
        </a:defRPr>
      </a:lvl9pPr>
    </p:titleStyle>
    <p:bodyStyle>
      <a:lvl1pPr marL="456655" indent="-456655" algn="l" rtl="0" eaLnBrk="1" fontAlgn="base" hangingPunct="1">
        <a:spcBef>
          <a:spcPct val="20000"/>
        </a:spcBef>
        <a:spcAft>
          <a:spcPct val="0"/>
        </a:spcAft>
        <a:buClr>
          <a:srgbClr val="4D4D4D"/>
        </a:buClr>
        <a:buFont typeface="Times" pitchFamily="18" charset="0"/>
        <a:buChar char="•"/>
        <a:defRPr sz="2400">
          <a:solidFill>
            <a:srgbClr val="4D4D4D"/>
          </a:solidFill>
          <a:latin typeface="Arial" panose="020B0604020202020204" pitchFamily="34" charset="0"/>
          <a:ea typeface="+mn-ea"/>
          <a:cs typeface="Arial" panose="020B0604020202020204" pitchFamily="34" charset="0"/>
        </a:defRPr>
      </a:lvl1pPr>
      <a:lvl2pPr marL="989420" indent="-380546" algn="l" rtl="0" eaLnBrk="1" fontAlgn="base" hangingPunct="1">
        <a:spcBef>
          <a:spcPct val="20000"/>
        </a:spcBef>
        <a:spcAft>
          <a:spcPct val="0"/>
        </a:spcAft>
        <a:buClr>
          <a:srgbClr val="4D4D4D"/>
        </a:buClr>
        <a:buChar char="–"/>
        <a:defRPr sz="2100">
          <a:solidFill>
            <a:srgbClr val="4D4D4D"/>
          </a:solidFill>
          <a:latin typeface="Arial" panose="020B0604020202020204" pitchFamily="34" charset="0"/>
          <a:ea typeface="+mn-ea"/>
          <a:cs typeface="Arial" panose="020B0604020202020204" pitchFamily="34" charset="0"/>
        </a:defRPr>
      </a:lvl2pPr>
      <a:lvl3pPr marL="1522184" indent="-304437" algn="l" rtl="0" eaLnBrk="1" fontAlgn="base" hangingPunct="1">
        <a:spcBef>
          <a:spcPct val="20000"/>
        </a:spcBef>
        <a:spcAft>
          <a:spcPct val="0"/>
        </a:spcAft>
        <a:buClr>
          <a:srgbClr val="4D4D4D"/>
        </a:buClr>
        <a:buChar char="•"/>
        <a:defRPr sz="2100">
          <a:solidFill>
            <a:srgbClr val="4D4D4D"/>
          </a:solidFill>
          <a:latin typeface="Arial" panose="020B0604020202020204" pitchFamily="34" charset="0"/>
          <a:ea typeface="+mn-ea"/>
          <a:cs typeface="Arial" panose="020B0604020202020204" pitchFamily="34" charset="0"/>
        </a:defRPr>
      </a:lvl3pPr>
      <a:lvl4pPr marL="2131058" indent="-304437" algn="l" rtl="0" eaLnBrk="1" fontAlgn="base" hangingPunct="1">
        <a:spcBef>
          <a:spcPct val="20000"/>
        </a:spcBef>
        <a:spcAft>
          <a:spcPct val="0"/>
        </a:spcAft>
        <a:buClr>
          <a:srgbClr val="4D4D4D"/>
        </a:buClr>
        <a:buChar char="–"/>
        <a:defRPr sz="2100">
          <a:solidFill>
            <a:srgbClr val="4D4D4D"/>
          </a:solidFill>
          <a:latin typeface="Arial" panose="020B0604020202020204" pitchFamily="34" charset="0"/>
          <a:ea typeface="+mn-ea"/>
          <a:cs typeface="Arial" panose="020B0604020202020204" pitchFamily="34" charset="0"/>
        </a:defRPr>
      </a:lvl4pPr>
      <a:lvl5pPr marL="2739932" indent="-304437" algn="l" rtl="0" eaLnBrk="1" fontAlgn="base" hangingPunct="1">
        <a:spcBef>
          <a:spcPct val="20000"/>
        </a:spcBef>
        <a:spcAft>
          <a:spcPct val="0"/>
        </a:spcAft>
        <a:buClr>
          <a:srgbClr val="4D4D4D"/>
        </a:buClr>
        <a:buFont typeface="Times" pitchFamily="18" charset="0"/>
        <a:buChar char="•"/>
        <a:defRPr sz="2100">
          <a:solidFill>
            <a:srgbClr val="4D4D4D"/>
          </a:solidFill>
          <a:latin typeface="Arial" panose="020B0604020202020204" pitchFamily="34" charset="0"/>
          <a:ea typeface="+mn-ea"/>
          <a:cs typeface="Arial" panose="020B0604020202020204" pitchFamily="34" charset="0"/>
        </a:defRPr>
      </a:lvl5pPr>
      <a:lvl6pPr marL="3348805" indent="-304437" algn="l" rtl="0" eaLnBrk="1" fontAlgn="base" hangingPunct="1">
        <a:spcBef>
          <a:spcPct val="20000"/>
        </a:spcBef>
        <a:spcAft>
          <a:spcPct val="0"/>
        </a:spcAft>
        <a:buClr>
          <a:srgbClr val="ECBD40"/>
        </a:buClr>
        <a:buFont typeface="Times" pitchFamily="18" charset="0"/>
        <a:buChar char="•"/>
        <a:defRPr sz="2700">
          <a:solidFill>
            <a:srgbClr val="002A4A"/>
          </a:solidFill>
          <a:latin typeface="+mn-lt"/>
          <a:ea typeface="+mn-ea"/>
          <a:cs typeface="+mn-cs"/>
        </a:defRPr>
      </a:lvl6pPr>
      <a:lvl7pPr marL="3957679" indent="-304437" algn="l" rtl="0" eaLnBrk="1" fontAlgn="base" hangingPunct="1">
        <a:spcBef>
          <a:spcPct val="20000"/>
        </a:spcBef>
        <a:spcAft>
          <a:spcPct val="0"/>
        </a:spcAft>
        <a:buClr>
          <a:srgbClr val="ECBD40"/>
        </a:buClr>
        <a:buFont typeface="Times" pitchFamily="18" charset="0"/>
        <a:buChar char="•"/>
        <a:defRPr sz="2700">
          <a:solidFill>
            <a:srgbClr val="002A4A"/>
          </a:solidFill>
          <a:latin typeface="+mn-lt"/>
          <a:ea typeface="+mn-ea"/>
          <a:cs typeface="+mn-cs"/>
        </a:defRPr>
      </a:lvl7pPr>
      <a:lvl8pPr marL="4566553" indent="-304437" algn="l" rtl="0" eaLnBrk="1" fontAlgn="base" hangingPunct="1">
        <a:spcBef>
          <a:spcPct val="20000"/>
        </a:spcBef>
        <a:spcAft>
          <a:spcPct val="0"/>
        </a:spcAft>
        <a:buClr>
          <a:srgbClr val="ECBD40"/>
        </a:buClr>
        <a:buFont typeface="Times" pitchFamily="18" charset="0"/>
        <a:buChar char="•"/>
        <a:defRPr sz="2700">
          <a:solidFill>
            <a:srgbClr val="002A4A"/>
          </a:solidFill>
          <a:latin typeface="+mn-lt"/>
          <a:ea typeface="+mn-ea"/>
          <a:cs typeface="+mn-cs"/>
        </a:defRPr>
      </a:lvl8pPr>
      <a:lvl9pPr marL="5175426" indent="-304437" algn="l" rtl="0" eaLnBrk="1" fontAlgn="base" hangingPunct="1">
        <a:spcBef>
          <a:spcPct val="20000"/>
        </a:spcBef>
        <a:spcAft>
          <a:spcPct val="0"/>
        </a:spcAft>
        <a:buClr>
          <a:srgbClr val="ECBD40"/>
        </a:buClr>
        <a:buFont typeface="Times" pitchFamily="18" charset="0"/>
        <a:buChar char="•"/>
        <a:defRPr sz="2700">
          <a:solidFill>
            <a:srgbClr val="002A4A"/>
          </a:solidFill>
          <a:latin typeface="+mn-lt"/>
          <a:ea typeface="+mn-ea"/>
          <a:cs typeface="+mn-cs"/>
        </a:defRPr>
      </a:lvl9pPr>
    </p:bodyStyle>
    <p:otherStyle>
      <a:defPPr>
        <a:defRPr lang="en-US"/>
      </a:defPPr>
      <a:lvl1pPr marL="0" algn="l" defTabSz="1217747" rtl="0" eaLnBrk="1" latinLnBrk="0" hangingPunct="1">
        <a:defRPr sz="2400" kern="1200">
          <a:solidFill>
            <a:schemeClr val="tx1"/>
          </a:solidFill>
          <a:latin typeface="+mn-lt"/>
          <a:ea typeface="+mn-ea"/>
          <a:cs typeface="+mn-cs"/>
        </a:defRPr>
      </a:lvl1pPr>
      <a:lvl2pPr marL="608874" algn="l" defTabSz="1217747" rtl="0" eaLnBrk="1" latinLnBrk="0" hangingPunct="1">
        <a:defRPr sz="2400" kern="1200">
          <a:solidFill>
            <a:schemeClr val="tx1"/>
          </a:solidFill>
          <a:latin typeface="+mn-lt"/>
          <a:ea typeface="+mn-ea"/>
          <a:cs typeface="+mn-cs"/>
        </a:defRPr>
      </a:lvl2pPr>
      <a:lvl3pPr marL="1217747" algn="l" defTabSz="1217747" rtl="0" eaLnBrk="1" latinLnBrk="0" hangingPunct="1">
        <a:defRPr sz="2400" kern="1200">
          <a:solidFill>
            <a:schemeClr val="tx1"/>
          </a:solidFill>
          <a:latin typeface="+mn-lt"/>
          <a:ea typeface="+mn-ea"/>
          <a:cs typeface="+mn-cs"/>
        </a:defRPr>
      </a:lvl3pPr>
      <a:lvl4pPr marL="1826620" algn="l" defTabSz="1217747" rtl="0" eaLnBrk="1" latinLnBrk="0" hangingPunct="1">
        <a:defRPr sz="2400" kern="1200">
          <a:solidFill>
            <a:schemeClr val="tx1"/>
          </a:solidFill>
          <a:latin typeface="+mn-lt"/>
          <a:ea typeface="+mn-ea"/>
          <a:cs typeface="+mn-cs"/>
        </a:defRPr>
      </a:lvl4pPr>
      <a:lvl5pPr marL="2435493" algn="l" defTabSz="1217747" rtl="0" eaLnBrk="1" latinLnBrk="0" hangingPunct="1">
        <a:defRPr sz="2400" kern="1200">
          <a:solidFill>
            <a:schemeClr val="tx1"/>
          </a:solidFill>
          <a:latin typeface="+mn-lt"/>
          <a:ea typeface="+mn-ea"/>
          <a:cs typeface="+mn-cs"/>
        </a:defRPr>
      </a:lvl5pPr>
      <a:lvl6pPr marL="3044368" algn="l" defTabSz="1217747" rtl="0" eaLnBrk="1" latinLnBrk="0" hangingPunct="1">
        <a:defRPr sz="2400" kern="1200">
          <a:solidFill>
            <a:schemeClr val="tx1"/>
          </a:solidFill>
          <a:latin typeface="+mn-lt"/>
          <a:ea typeface="+mn-ea"/>
          <a:cs typeface="+mn-cs"/>
        </a:defRPr>
      </a:lvl6pPr>
      <a:lvl7pPr marL="3653242" algn="l" defTabSz="1217747" rtl="0" eaLnBrk="1" latinLnBrk="0" hangingPunct="1">
        <a:defRPr sz="2400" kern="1200">
          <a:solidFill>
            <a:schemeClr val="tx1"/>
          </a:solidFill>
          <a:latin typeface="+mn-lt"/>
          <a:ea typeface="+mn-ea"/>
          <a:cs typeface="+mn-cs"/>
        </a:defRPr>
      </a:lvl7pPr>
      <a:lvl8pPr marL="4262116" algn="l" defTabSz="1217747" rtl="0" eaLnBrk="1" latinLnBrk="0" hangingPunct="1">
        <a:defRPr sz="2400" kern="1200">
          <a:solidFill>
            <a:schemeClr val="tx1"/>
          </a:solidFill>
          <a:latin typeface="+mn-lt"/>
          <a:ea typeface="+mn-ea"/>
          <a:cs typeface="+mn-cs"/>
        </a:defRPr>
      </a:lvl8pPr>
      <a:lvl9pPr marL="4870989" algn="l" defTabSz="121774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900490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869" r:id="rId3"/>
    <p:sldLayoutId id="2147483710"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a:p>
            <a:pPr lvl="5"/>
            <a:r>
              <a:rPr lang="en-US"/>
              <a:t>6th level text</a:t>
            </a:r>
          </a:p>
          <a:p>
            <a:pPr lvl="6"/>
            <a:r>
              <a:rPr lang="en-US"/>
              <a:t>7th level text</a:t>
            </a:r>
          </a:p>
          <a:p>
            <a:pPr lvl="7"/>
            <a:r>
              <a:rPr lang="en-US"/>
              <a:t>8th level text</a:t>
            </a:r>
          </a:p>
          <a:p>
            <a:pPr lvl="8"/>
            <a:r>
              <a:rPr lang="en-US"/>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2026–2027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7E4EAC19-EBBD-47F4-AFCC-2B007F668CC5}" type="datetime1">
              <a:rPr lang="en-US" smtClean="0"/>
              <a:t>7/17/2026</a:t>
            </a:fld>
            <a:endParaRPr lang="en-US"/>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1165828386"/>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 id="2147483885" r:id="rId12"/>
    <p:sldLayoutId id="2147483886" r:id="rId13"/>
    <p:sldLayoutId id="2147483887" r:id="rId14"/>
    <p:sldLayoutId id="2147483888" r:id="rId15"/>
    <p:sldLayoutId id="2147483889" r:id="rId16"/>
    <p:sldLayoutId id="2147483890" r:id="rId17"/>
    <p:sldLayoutId id="2147483891" r:id="rId18"/>
    <p:sldLayoutId id="2147483892" r:id="rId19"/>
    <p:sldLayoutId id="2147483893" r:id="rId20"/>
    <p:sldLayoutId id="2147483894" r:id="rId21"/>
    <p:sldLayoutId id="2147483895" r:id="rId22"/>
    <p:sldLayoutId id="2147483896" r:id="rId23"/>
    <p:sldLayoutId id="2147483897" r:id="rId24"/>
    <p:sldLayoutId id="2147483898" r:id="rId25"/>
    <p:sldLayoutId id="2147483899" r:id="rId26"/>
    <p:sldLayoutId id="2147483900" r:id="rId27"/>
    <p:sldLayoutId id="2147483901" r:id="rId28"/>
    <p:sldLayoutId id="2147483903" r:id="rId29"/>
    <p:sldLayoutId id="2147483904" r:id="rId30"/>
    <p:sldLayoutId id="2147483905" r:id="rId31"/>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5.xml"/></Relationships>
</file>

<file path=ppt/slides/_rels/slide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5.xml"/></Relationships>
</file>

<file path=ppt/slides/_rels/slide4.xml.rels><?xml version="1.0" encoding="UTF-8" standalone="yes"?>
<Relationships xmlns="http://schemas.openxmlformats.org/package/2006/relationships"><Relationship Id="rId8" Type="http://schemas.openxmlformats.org/officeDocument/2006/relationships/image" Target="../media/image48.png"/><Relationship Id="rId13" Type="http://schemas.microsoft.com/office/2007/relationships/hdphoto" Target="../media/hdphoto9.wdp"/><Relationship Id="rId18" Type="http://schemas.openxmlformats.org/officeDocument/2006/relationships/image" Target="../media/image54.png"/><Relationship Id="rId3" Type="http://schemas.microsoft.com/office/2007/relationships/hdphoto" Target="../media/hdphoto4.wdp"/><Relationship Id="rId21" Type="http://schemas.microsoft.com/office/2007/relationships/hdphoto" Target="../media/hdphoto12.wdp"/><Relationship Id="rId7" Type="http://schemas.microsoft.com/office/2007/relationships/hdphoto" Target="../media/hdphoto6.wdp"/><Relationship Id="rId12" Type="http://schemas.openxmlformats.org/officeDocument/2006/relationships/image" Target="../media/image50.png"/><Relationship Id="rId17" Type="http://schemas.openxmlformats.org/officeDocument/2006/relationships/image" Target="../media/image53.png"/><Relationship Id="rId2" Type="http://schemas.openxmlformats.org/officeDocument/2006/relationships/image" Target="../media/image45.png"/><Relationship Id="rId16" Type="http://schemas.openxmlformats.org/officeDocument/2006/relationships/image" Target="../media/image52.png"/><Relationship Id="rId20" Type="http://schemas.openxmlformats.org/officeDocument/2006/relationships/image" Target="../media/image55.png"/><Relationship Id="rId1" Type="http://schemas.openxmlformats.org/officeDocument/2006/relationships/slideLayout" Target="../slideLayouts/slideLayout73.xml"/><Relationship Id="rId6" Type="http://schemas.openxmlformats.org/officeDocument/2006/relationships/image" Target="../media/image47.png"/><Relationship Id="rId11" Type="http://schemas.microsoft.com/office/2007/relationships/hdphoto" Target="../media/hdphoto8.wdp"/><Relationship Id="rId5" Type="http://schemas.microsoft.com/office/2007/relationships/hdphoto" Target="../media/hdphoto5.wdp"/><Relationship Id="rId15" Type="http://schemas.microsoft.com/office/2007/relationships/hdphoto" Target="../media/hdphoto10.wdp"/><Relationship Id="rId10" Type="http://schemas.openxmlformats.org/officeDocument/2006/relationships/image" Target="../media/image49.png"/><Relationship Id="rId19" Type="http://schemas.microsoft.com/office/2007/relationships/hdphoto" Target="../media/hdphoto11.wdp"/><Relationship Id="rId4" Type="http://schemas.openxmlformats.org/officeDocument/2006/relationships/image" Target="../media/image46.png"/><Relationship Id="rId9" Type="http://schemas.microsoft.com/office/2007/relationships/hdphoto" Target="../media/hdphoto7.wdp"/><Relationship Id="rId14" Type="http://schemas.openxmlformats.org/officeDocument/2006/relationships/image" Target="../media/image5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7.png"/><Relationship Id="rId7" Type="http://schemas.microsoft.com/office/2007/relationships/hdphoto" Target="../media/hdphoto14.wdp"/><Relationship Id="rId2" Type="http://schemas.openxmlformats.org/officeDocument/2006/relationships/image" Target="../media/image56.png"/><Relationship Id="rId1" Type="http://schemas.openxmlformats.org/officeDocument/2006/relationships/slideLayout" Target="../slideLayouts/slideLayout65.xml"/><Relationship Id="rId6" Type="http://schemas.openxmlformats.org/officeDocument/2006/relationships/image" Target="../media/image59.png"/><Relationship Id="rId5" Type="http://schemas.microsoft.com/office/2007/relationships/hdphoto" Target="../media/hdphoto13.wdp"/><Relationship Id="rId4" Type="http://schemas.openxmlformats.org/officeDocument/2006/relationships/image" Target="../media/image58.png"/><Relationship Id="rId9" Type="http://schemas.microsoft.com/office/2007/relationships/hdphoto" Target="../media/hdphoto15.wd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1455163" y="2702681"/>
            <a:ext cx="10524743" cy="725143"/>
          </a:xfrm>
        </p:spPr>
        <p:txBody>
          <a:bodyPr>
            <a:normAutofit fontScale="90000"/>
          </a:bodyPr>
          <a:lstStyle/>
          <a:p>
            <a:br>
              <a:rPr lang="en-US" sz="2400">
                <a:latin typeface="Arial"/>
                <a:ea typeface="Arial" pitchFamily="34" charset="-122"/>
                <a:cs typeface="Arial"/>
              </a:rPr>
            </a:br>
            <a:br>
              <a:rPr lang="en-US" sz="2400">
                <a:latin typeface="Arial"/>
                <a:ea typeface="Arial" pitchFamily="34" charset="-122"/>
                <a:cs typeface="Arial"/>
              </a:rPr>
            </a:br>
            <a:r>
              <a:rPr lang="en-US" sz="2400">
                <a:solidFill>
                  <a:srgbClr val="FFFFFF"/>
                </a:solidFill>
                <a:latin typeface="Arial"/>
                <a:ea typeface="Arial" pitchFamily="34" charset="-122"/>
                <a:cs typeface="Arial"/>
              </a:rPr>
              <a:t>Systems Integration Framework &amp; APIM High-Level Design</a:t>
            </a:r>
            <a:endParaRPr lang="en-US" sz="2800">
              <a:latin typeface="Arial"/>
              <a:cs typeface="Arial"/>
            </a:endParaRPr>
          </a:p>
        </p:txBody>
      </p:sp>
      <p:sp>
        <p:nvSpPr>
          <p:cNvPr id="6" name="Text Placeholder 5">
            <a:extLst>
              <a:ext uri="{FF2B5EF4-FFF2-40B4-BE49-F238E27FC236}">
                <a16:creationId xmlns:a16="http://schemas.microsoft.com/office/drawing/2014/main" id="{F9762D68-47B3-C750-F834-1559EFFC6D12}"/>
              </a:ext>
            </a:extLst>
          </p:cNvPr>
          <p:cNvSpPr>
            <a:spLocks noGrp="1"/>
          </p:cNvSpPr>
          <p:nvPr>
            <p:ph type="body" sz="quarter" idx="13"/>
          </p:nvPr>
        </p:nvSpPr>
        <p:spPr>
          <a:xfrm>
            <a:off x="766354" y="5149351"/>
            <a:ext cx="4582160" cy="315461"/>
          </a:xfrm>
        </p:spPr>
        <p:txBody>
          <a:bodyPr vert="horz" wrap="square" lIns="68570" tIns="34285" rIns="68570" bIns="34285" rtlCol="0" anchor="t">
            <a:spAutoFit/>
          </a:bodyPr>
          <a:lstStyle/>
          <a:p>
            <a:r>
              <a:rPr lang="en-IN" sz="1600">
                <a:solidFill>
                  <a:schemeClr val="tx1"/>
                </a:solidFill>
                <a:latin typeface="Arial"/>
                <a:cs typeface="Arial"/>
              </a:rPr>
              <a:t>July 17</a:t>
            </a:r>
            <a:r>
              <a:rPr lang="en-IN" sz="1600" baseline="30000">
                <a:solidFill>
                  <a:schemeClr val="tx1"/>
                </a:solidFill>
                <a:latin typeface="Arial"/>
                <a:cs typeface="Arial"/>
              </a:rPr>
              <a:t>th</a:t>
            </a:r>
            <a:r>
              <a:rPr lang="en-IN" sz="1600">
                <a:solidFill>
                  <a:schemeClr val="tx1"/>
                </a:solidFill>
                <a:latin typeface="Arial"/>
                <a:cs typeface="Arial"/>
              </a:rPr>
              <a:t>, 2026</a:t>
            </a:r>
          </a:p>
        </p:txBody>
      </p:sp>
      <p:sp>
        <p:nvSpPr>
          <p:cNvPr id="7" name="Footer Placeholder 6">
            <a:extLst>
              <a:ext uri="{FF2B5EF4-FFF2-40B4-BE49-F238E27FC236}">
                <a16:creationId xmlns:a16="http://schemas.microsoft.com/office/drawing/2014/main" id="{F5DF570C-C7D2-E913-4B97-7127B3FED60D}"/>
              </a:ext>
            </a:extLst>
          </p:cNvPr>
          <p:cNvSpPr>
            <a:spLocks noGrp="1"/>
          </p:cNvSpPr>
          <p:nvPr>
            <p:ph type="ftr" sz="quarter" idx="15"/>
          </p:nvPr>
        </p:nvSpPr>
        <p:spPr>
          <a:xfrm>
            <a:off x="846183" y="6277428"/>
            <a:ext cx="1821543" cy="439057"/>
          </a:xfrm>
        </p:spPr>
        <p:txBody>
          <a:bodyPr lIns="91440" tIns="45720" rIns="91440" bIns="45720" anchor="t"/>
          <a:lstStyle/>
          <a:p>
            <a:r>
              <a:rPr lang="en-US"/>
              <a:t> </a:t>
            </a:r>
            <a:r>
              <a:rPr lang="en-US" sz="900"/>
              <a:t>2026–2027 Cognizant | Private</a:t>
            </a:r>
          </a:p>
        </p:txBody>
      </p:sp>
      <p:sp>
        <p:nvSpPr>
          <p:cNvPr id="2" name="Slide Number Placeholder 2">
            <a:extLst>
              <a:ext uri="{FF2B5EF4-FFF2-40B4-BE49-F238E27FC236}">
                <a16:creationId xmlns:a16="http://schemas.microsoft.com/office/drawing/2014/main" id="{E62550A8-A58C-E435-4FA7-B9D05BB54DFE}"/>
              </a:ext>
            </a:extLst>
          </p:cNvPr>
          <p:cNvSpPr txBox="1">
            <a:spLocks/>
          </p:cNvSpPr>
          <p:nvPr/>
        </p:nvSpPr>
        <p:spPr>
          <a:xfrm>
            <a:off x="480423" y="6339225"/>
            <a:ext cx="365760" cy="315461"/>
          </a:xfrm>
          <a:prstGeom prst="rect">
            <a:avLst/>
          </a:prstGeom>
        </p:spPr>
        <p:txBody>
          <a:bodyPr vert="horz" lIns="0" tIns="0" rIns="0" bIns="0" rtlCol="0" anchor="ctr"/>
          <a:lstStyle>
            <a:defPPr>
              <a:defRPr lang="en-US"/>
            </a:defPPr>
            <a:lvl1pPr>
              <a:defRPr sz="700" b="0"/>
            </a:lvl1pPr>
            <a:lvl2pPr marL="457077" algn="l" defTabSz="914156" rtl="0" eaLnBrk="1" latinLnBrk="0" hangingPunct="1">
              <a:defRPr sz="1900" kern="1200">
                <a:solidFill>
                  <a:schemeClr val="tx1"/>
                </a:solidFill>
                <a:latin typeface="+mn-lt"/>
                <a:ea typeface="+mn-ea"/>
                <a:cs typeface="+mn-cs"/>
              </a:defRPr>
            </a:lvl2pPr>
            <a:lvl3pPr marL="914156" algn="l" defTabSz="914156" rtl="0" eaLnBrk="1" latinLnBrk="0" hangingPunct="1">
              <a:defRPr sz="1900" kern="1200">
                <a:solidFill>
                  <a:schemeClr val="tx1"/>
                </a:solidFill>
                <a:latin typeface="+mn-lt"/>
                <a:ea typeface="+mn-ea"/>
                <a:cs typeface="+mn-cs"/>
              </a:defRPr>
            </a:lvl3pPr>
            <a:lvl4pPr marL="1371234" algn="l" defTabSz="914156" rtl="0" eaLnBrk="1" latinLnBrk="0" hangingPunct="1">
              <a:defRPr sz="1900" kern="1200">
                <a:solidFill>
                  <a:schemeClr val="tx1"/>
                </a:solidFill>
                <a:latin typeface="+mn-lt"/>
                <a:ea typeface="+mn-ea"/>
                <a:cs typeface="+mn-cs"/>
              </a:defRPr>
            </a:lvl4pPr>
            <a:lvl5pPr marL="1828312" algn="l" defTabSz="914156" rtl="0" eaLnBrk="1" latinLnBrk="0" hangingPunct="1">
              <a:defRPr sz="1900" kern="1200">
                <a:solidFill>
                  <a:schemeClr val="tx1"/>
                </a:solidFill>
                <a:latin typeface="+mn-lt"/>
                <a:ea typeface="+mn-ea"/>
                <a:cs typeface="+mn-cs"/>
              </a:defRPr>
            </a:lvl5pPr>
            <a:lvl6pPr marL="2285389" algn="l" defTabSz="914156" rtl="0" eaLnBrk="1" latinLnBrk="0" hangingPunct="1">
              <a:defRPr sz="1900" kern="1200">
                <a:solidFill>
                  <a:schemeClr val="tx1"/>
                </a:solidFill>
                <a:latin typeface="+mn-lt"/>
                <a:ea typeface="+mn-ea"/>
                <a:cs typeface="+mn-cs"/>
              </a:defRPr>
            </a:lvl6pPr>
            <a:lvl7pPr marL="2742468" algn="l" defTabSz="914156" rtl="0" eaLnBrk="1" latinLnBrk="0" hangingPunct="1">
              <a:defRPr sz="1900" kern="1200">
                <a:solidFill>
                  <a:schemeClr val="tx1"/>
                </a:solidFill>
                <a:latin typeface="+mn-lt"/>
                <a:ea typeface="+mn-ea"/>
                <a:cs typeface="+mn-cs"/>
              </a:defRPr>
            </a:lvl7pPr>
            <a:lvl8pPr marL="3199546" algn="l" defTabSz="914156" rtl="0" eaLnBrk="1" latinLnBrk="0" hangingPunct="1">
              <a:defRPr sz="1900" kern="1200">
                <a:solidFill>
                  <a:schemeClr val="tx1"/>
                </a:solidFill>
                <a:latin typeface="+mn-lt"/>
                <a:ea typeface="+mn-ea"/>
                <a:cs typeface="+mn-cs"/>
              </a:defRPr>
            </a:lvl8pPr>
            <a:lvl9pPr marL="3656625" algn="l" defTabSz="914156" rtl="0" eaLnBrk="1" latinLnBrk="0" hangingPunct="1">
              <a:defRPr sz="1900" kern="1200">
                <a:solidFill>
                  <a:schemeClr val="tx1"/>
                </a:solidFill>
                <a:latin typeface="+mn-lt"/>
                <a:ea typeface="+mn-ea"/>
                <a:cs typeface="+mn-cs"/>
              </a:defRPr>
            </a:lvl9pPr>
          </a:lstStyle>
          <a:p>
            <a:fld id="{38826FC0-333C-E549-9FA3-0EE43DF298A3}" type="slidenum">
              <a:rPr lang="en-US" smtClean="0"/>
              <a:pPr/>
              <a:t>1</a:t>
            </a:fld>
            <a:endParaRPr lang="en-US"/>
          </a:p>
        </p:txBody>
      </p:sp>
    </p:spTree>
    <p:extLst>
      <p:ext uri="{BB962C8B-B14F-4D97-AF65-F5344CB8AC3E}">
        <p14:creationId xmlns:p14="http://schemas.microsoft.com/office/powerpoint/2010/main" val="3682074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9F325AE-12C9-34BB-C555-25B721CDE951}"/>
              </a:ext>
            </a:extLst>
          </p:cNvPr>
          <p:cNvSpPr>
            <a:spLocks noGrp="1"/>
          </p:cNvSpPr>
          <p:nvPr>
            <p:ph type="ftr" sz="quarter" idx="11"/>
          </p:nvPr>
        </p:nvSpPr>
        <p:spPr/>
        <p:txBody>
          <a:bodyPr/>
          <a:lstStyle/>
          <a:p>
            <a:r>
              <a:rPr lang="en-US"/>
              <a:t>© 2026–2027 Cognizant | Private</a:t>
            </a:r>
          </a:p>
        </p:txBody>
      </p:sp>
      <p:sp>
        <p:nvSpPr>
          <p:cNvPr id="3" name="Slide Number Placeholder 2">
            <a:extLst>
              <a:ext uri="{FF2B5EF4-FFF2-40B4-BE49-F238E27FC236}">
                <a16:creationId xmlns:a16="http://schemas.microsoft.com/office/drawing/2014/main" id="{96B82D34-646C-A1DA-E3C6-388B0271829E}"/>
              </a:ext>
            </a:extLst>
          </p:cNvPr>
          <p:cNvSpPr>
            <a:spLocks noGrp="1"/>
          </p:cNvSpPr>
          <p:nvPr>
            <p:ph type="sldNum" sz="quarter" idx="12"/>
          </p:nvPr>
        </p:nvSpPr>
        <p:spPr/>
        <p:txBody>
          <a:bodyPr/>
          <a:lstStyle/>
          <a:p>
            <a:fld id="{38826FC0-333C-E549-9FA3-0EE43DF298A3}" type="slidenum">
              <a:rPr lang="en-US" smtClean="0"/>
              <a:pPr/>
              <a:t>2</a:t>
            </a:fld>
            <a:endParaRPr lang="en-US"/>
          </a:p>
        </p:txBody>
      </p:sp>
      <p:sp>
        <p:nvSpPr>
          <p:cNvPr id="5" name="TextBox 4">
            <a:extLst>
              <a:ext uri="{FF2B5EF4-FFF2-40B4-BE49-F238E27FC236}">
                <a16:creationId xmlns:a16="http://schemas.microsoft.com/office/drawing/2014/main" id="{846E670C-AC50-714F-B01C-697BDD06C0CB}"/>
              </a:ext>
            </a:extLst>
          </p:cNvPr>
          <p:cNvSpPr txBox="1"/>
          <p:nvPr/>
        </p:nvSpPr>
        <p:spPr>
          <a:xfrm>
            <a:off x="456648" y="1137322"/>
            <a:ext cx="7500000" cy="4205703"/>
          </a:xfrm>
          <a:prstGeom prst="rect">
            <a:avLst/>
          </a:prstGeom>
          <a:noFill/>
        </p:spPr>
        <p:txBody>
          <a:bodyPr wrap="square" lIns="91440" tIns="45720" rIns="91440" bIns="45720" anchor="t">
            <a:spAutoFit/>
          </a:bodyPr>
          <a:lstStyle/>
          <a:p>
            <a:pPr marL="342900" indent="-342900" fontAlgn="t">
              <a:lnSpc>
                <a:spcPct val="170000"/>
              </a:lnSpc>
              <a:buFont typeface="Wingdings" panose="05000000000000000000" pitchFamily="2" charset="2"/>
              <a:buChar char="Ø"/>
            </a:pPr>
            <a:r>
              <a:rPr lang="en-GB" sz="2000" b="1" dirty="0"/>
              <a:t>Executive Summary</a:t>
            </a:r>
          </a:p>
          <a:p>
            <a:pPr marL="342900" indent="-342900" fontAlgn="t">
              <a:lnSpc>
                <a:spcPct val="170000"/>
              </a:lnSpc>
              <a:buFont typeface="Wingdings" panose="05000000000000000000" pitchFamily="2" charset="2"/>
              <a:buChar char="Ø"/>
            </a:pPr>
            <a:r>
              <a:rPr lang="en-GB" sz="2000" b="1" dirty="0"/>
              <a:t>Cognizant Microsoft Integration Capabilities</a:t>
            </a:r>
          </a:p>
          <a:p>
            <a:pPr marL="342900" indent="-342900" fontAlgn="t">
              <a:lnSpc>
                <a:spcPct val="170000"/>
              </a:lnSpc>
              <a:buFont typeface="Wingdings" panose="05000000000000000000" pitchFamily="2" charset="2"/>
              <a:buChar char="Ø"/>
            </a:pPr>
            <a:r>
              <a:rPr lang="en-GB" sz="2000" b="1" dirty="0"/>
              <a:t>Engagement Scope</a:t>
            </a:r>
          </a:p>
          <a:p>
            <a:pPr marL="342900" indent="-342900">
              <a:lnSpc>
                <a:spcPct val="170000"/>
              </a:lnSpc>
              <a:buFont typeface="Wingdings" panose="05000000000000000000" pitchFamily="2" charset="2"/>
              <a:buChar char="Ø"/>
            </a:pPr>
            <a:r>
              <a:rPr lang="en-GB" sz="2000" b="1" dirty="0"/>
              <a:t>Case</a:t>
            </a:r>
            <a:r>
              <a:rPr lang="en-GB" sz="2000" b="1" dirty="0">
                <a:cs typeface="Arial" panose="020B0604020202020204"/>
              </a:rPr>
              <a:t> Studies</a:t>
            </a:r>
          </a:p>
          <a:p>
            <a:pPr marL="342900" indent="-342900">
              <a:lnSpc>
                <a:spcPct val="170000"/>
              </a:lnSpc>
              <a:buFont typeface="Wingdings" panose="05000000000000000000" pitchFamily="2" charset="2"/>
              <a:buChar char="Ø"/>
            </a:pPr>
            <a:r>
              <a:rPr lang="en-GB" sz="2000" b="1" dirty="0">
                <a:cs typeface="Arial" panose="020B0604020202020204"/>
              </a:rPr>
              <a:t>Delivery</a:t>
            </a:r>
            <a:r>
              <a:rPr lang="en-GB" sz="2000" b="1" dirty="0"/>
              <a:t> Approach &amp; Methodology</a:t>
            </a:r>
            <a:endParaRPr lang="en-GB" dirty="0"/>
          </a:p>
          <a:p>
            <a:pPr marL="342900" indent="-342900">
              <a:lnSpc>
                <a:spcPct val="170000"/>
              </a:lnSpc>
              <a:buFont typeface="Wingdings" panose="05000000000000000000" pitchFamily="2" charset="2"/>
              <a:buChar char="Ø"/>
            </a:pPr>
            <a:r>
              <a:rPr lang="en-GB" sz="2000" b="1" dirty="0"/>
              <a:t>High-Level</a:t>
            </a:r>
            <a:r>
              <a:rPr lang="en-GB" sz="2000" b="1" dirty="0">
                <a:cs typeface="Arial" panose="020B0604020202020204"/>
              </a:rPr>
              <a:t> Delivery Plan</a:t>
            </a:r>
          </a:p>
          <a:p>
            <a:pPr marL="342900" indent="-342900">
              <a:lnSpc>
                <a:spcPct val="170000"/>
              </a:lnSpc>
              <a:buFont typeface="Wingdings" panose="05000000000000000000" pitchFamily="2" charset="2"/>
              <a:buChar char="Ø"/>
            </a:pPr>
            <a:r>
              <a:rPr lang="en-GB" sz="2000" b="1" dirty="0">
                <a:cs typeface="Arial" panose="020B0604020202020204"/>
              </a:rPr>
              <a:t>Resource Plan</a:t>
            </a:r>
          </a:p>
          <a:p>
            <a:pPr marL="342900" indent="-342900">
              <a:lnSpc>
                <a:spcPct val="170000"/>
              </a:lnSpc>
              <a:buFont typeface="Wingdings" panose="05000000000000000000" pitchFamily="2" charset="2"/>
              <a:buChar char="Ø"/>
            </a:pPr>
            <a:r>
              <a:rPr lang="en-GB" sz="2000" b="1" dirty="0">
                <a:cs typeface="Arial" panose="020B0604020202020204"/>
              </a:rPr>
              <a:t>Q&amp;A</a:t>
            </a:r>
          </a:p>
        </p:txBody>
      </p:sp>
      <p:sp>
        <p:nvSpPr>
          <p:cNvPr id="6" name="Title 6">
            <a:extLst>
              <a:ext uri="{FF2B5EF4-FFF2-40B4-BE49-F238E27FC236}">
                <a16:creationId xmlns:a16="http://schemas.microsoft.com/office/drawing/2014/main" id="{02547DE1-CE4C-4745-2AD1-E7D44B342DA8}"/>
              </a:ext>
            </a:extLst>
          </p:cNvPr>
          <p:cNvSpPr txBox="1">
            <a:spLocks/>
          </p:cNvSpPr>
          <p:nvPr/>
        </p:nvSpPr>
        <p:spPr>
          <a:xfrm>
            <a:off x="823454" y="304502"/>
            <a:ext cx="8932184" cy="609599"/>
          </a:xfrm>
          <a:prstGeom prst="rect">
            <a:avLst/>
          </a:prstGeom>
        </p:spPr>
        <p:txBody>
          <a:bodyPr lIns="91440" tIns="45720" rIns="91440" bIns="45720" anchor="t">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r>
              <a:rPr lang="en-GB" sz="2800" u="sng">
                <a:solidFill>
                  <a:srgbClr val="000000"/>
                </a:solidFill>
                <a:latin typeface="Calibri"/>
                <a:ea typeface="Calibri"/>
                <a:cs typeface="Calibri"/>
              </a:rPr>
              <a:t>Agenda</a:t>
            </a:r>
          </a:p>
        </p:txBody>
      </p:sp>
      <p:grpSp>
        <p:nvGrpSpPr>
          <p:cNvPr id="4" name="Group 3">
            <a:extLst>
              <a:ext uri="{FF2B5EF4-FFF2-40B4-BE49-F238E27FC236}">
                <a16:creationId xmlns:a16="http://schemas.microsoft.com/office/drawing/2014/main" id="{4211477E-8CC4-BB60-C76D-DB2680D4CA63}"/>
              </a:ext>
            </a:extLst>
          </p:cNvPr>
          <p:cNvGrpSpPr/>
          <p:nvPr/>
        </p:nvGrpSpPr>
        <p:grpSpPr>
          <a:xfrm>
            <a:off x="6702015" y="1329360"/>
            <a:ext cx="3819372" cy="3817580"/>
            <a:chOff x="607757" y="1814995"/>
            <a:chExt cx="3197800" cy="3196300"/>
          </a:xfrm>
        </p:grpSpPr>
        <p:sp>
          <p:nvSpPr>
            <p:cNvPr id="7" name="Arc 6">
              <a:extLst>
                <a:ext uri="{FF2B5EF4-FFF2-40B4-BE49-F238E27FC236}">
                  <a16:creationId xmlns:a16="http://schemas.microsoft.com/office/drawing/2014/main" id="{472C7133-6AC9-93AF-2006-DB1CE1B02E0F}"/>
                </a:ext>
              </a:extLst>
            </p:cNvPr>
            <p:cNvSpPr/>
            <p:nvPr/>
          </p:nvSpPr>
          <p:spPr>
            <a:xfrm rot="7200000">
              <a:off x="778923" y="1985288"/>
              <a:ext cx="2855470" cy="2855714"/>
            </a:xfrm>
            <a:prstGeom prst="arc">
              <a:avLst>
                <a:gd name="adj1" fmla="val 11194565"/>
                <a:gd name="adj2" fmla="val 5609307"/>
              </a:avLst>
            </a:prstGeom>
            <a:solidFill>
              <a:srgbClr val="000048"/>
            </a:solidFill>
            <a:ln w="12700" cap="flat" cmpd="sng" algn="ctr">
              <a:solidFill>
                <a:srgbClr val="92BBE6"/>
              </a:solidFill>
              <a:prstDash val="solid"/>
              <a:miter lim="800000"/>
              <a:headEnd type="oval" w="med" len="med"/>
              <a:tailEnd type="oval" w="med" len="med"/>
            </a:ln>
            <a:effectLst/>
          </p:spPr>
          <p:txBody>
            <a:bodyPr rtlCol="0" anchor="ctr"/>
            <a:lstStyle/>
            <a:p>
              <a:pPr marL="0" marR="0" lvl="0" indent="0" algn="ctr" defTabSz="903131" rtl="0" eaLnBrk="1" fontAlgn="auto" latinLnBrk="0" hangingPunct="1">
                <a:lnSpc>
                  <a:spcPct val="100000"/>
                </a:lnSpc>
                <a:spcBef>
                  <a:spcPts val="0"/>
                </a:spcBef>
                <a:spcAft>
                  <a:spcPts val="0"/>
                </a:spcAft>
                <a:buClrTx/>
                <a:buSzTx/>
                <a:buFontTx/>
                <a:buNone/>
                <a:tabLst/>
                <a:defRPr/>
              </a:pPr>
              <a:endParaRPr kumimoji="0" lang="en-US" sz="1779" b="0" i="0" u="none" strike="noStrike" kern="0" cap="none" spc="0" normalizeH="0" baseline="0" noProof="0">
                <a:ln>
                  <a:noFill/>
                </a:ln>
                <a:solidFill>
                  <a:srgbClr val="000000"/>
                </a:solidFill>
                <a:effectLst/>
                <a:uLnTx/>
                <a:uFillTx/>
                <a:latin typeface="Arial" panose="020B0604020202020204"/>
                <a:ea typeface="+mn-ea"/>
                <a:cs typeface="+mn-cs"/>
              </a:endParaRPr>
            </a:p>
          </p:txBody>
        </p:sp>
        <p:grpSp>
          <p:nvGrpSpPr>
            <p:cNvPr id="8" name="Group 7">
              <a:extLst>
                <a:ext uri="{FF2B5EF4-FFF2-40B4-BE49-F238E27FC236}">
                  <a16:creationId xmlns:a16="http://schemas.microsoft.com/office/drawing/2014/main" id="{DE2A69DC-6D38-F0CA-EB8F-DE0987B4B9B0}"/>
                </a:ext>
              </a:extLst>
            </p:cNvPr>
            <p:cNvGrpSpPr/>
            <p:nvPr/>
          </p:nvGrpSpPr>
          <p:grpSpPr>
            <a:xfrm>
              <a:off x="607757" y="1814995"/>
              <a:ext cx="3197800" cy="3196300"/>
              <a:chOff x="607757" y="1814995"/>
              <a:chExt cx="3197800" cy="3196300"/>
            </a:xfrm>
          </p:grpSpPr>
          <p:sp>
            <p:nvSpPr>
              <p:cNvPr id="9" name="Title 5">
                <a:extLst>
                  <a:ext uri="{FF2B5EF4-FFF2-40B4-BE49-F238E27FC236}">
                    <a16:creationId xmlns:a16="http://schemas.microsoft.com/office/drawing/2014/main" id="{F60502AC-14C0-0BB6-898A-A57384F54260}"/>
                  </a:ext>
                </a:extLst>
              </p:cNvPr>
              <p:cNvSpPr txBox="1">
                <a:spLocks/>
              </p:cNvSpPr>
              <p:nvPr/>
            </p:nvSpPr>
            <p:spPr>
              <a:xfrm>
                <a:off x="809740" y="3024967"/>
                <a:ext cx="2793834" cy="776357"/>
              </a:xfrm>
              <a:prstGeom prst="rect">
                <a:avLst/>
              </a:prstGeom>
            </p:spPr>
            <p:txBody>
              <a:bodyPr vert="horz" wrap="none" lIns="0" tIns="0" rIns="0" bIns="0" rtlCol="0" anchor="t" anchorCtr="0">
                <a:noAutofit/>
              </a:bodyPr>
              <a:lstStyle>
                <a:lvl1pPr algn="l" defTabSz="914378" rtl="0" eaLnBrk="1" latinLnBrk="0" hangingPunct="1">
                  <a:lnSpc>
                    <a:spcPct val="90000"/>
                  </a:lnSpc>
                  <a:spcBef>
                    <a:spcPct val="0"/>
                  </a:spcBef>
                  <a:buNone/>
                  <a:defRPr sz="20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609570" rtl="0" eaLnBrk="1" fontAlgn="base" latinLnBrk="0" hangingPunct="1">
                  <a:lnSpc>
                    <a:spcPct val="100000"/>
                  </a:lnSpc>
                  <a:spcBef>
                    <a:spcPct val="0"/>
                  </a:spcBef>
                  <a:spcAft>
                    <a:spcPct val="0"/>
                  </a:spcAft>
                  <a:buClrTx/>
                  <a:buSzTx/>
                  <a:buFontTx/>
                  <a:buNone/>
                  <a:tabLst/>
                  <a:defRPr/>
                </a:pPr>
                <a:endParaRPr kumimoji="0" lang="en-US" altLang="en-US" sz="6400" b="1" i="0" u="none" strike="noStrike" kern="1200" cap="none" spc="0" normalizeH="0" baseline="0" noProof="0">
                  <a:ln>
                    <a:noFill/>
                  </a:ln>
                  <a:solidFill>
                    <a:srgbClr val="FFFFFF"/>
                  </a:solidFill>
                  <a:effectLst/>
                  <a:uLnTx/>
                  <a:uFillTx/>
                  <a:latin typeface="Arial" panose="020B0604020202020204"/>
                  <a:ea typeface="+mj-ea"/>
                  <a:cs typeface="Arial" panose="020B0604020202020204" pitchFamily="34" charset="0"/>
                </a:endParaRPr>
              </a:p>
            </p:txBody>
          </p:sp>
          <p:sp>
            <p:nvSpPr>
              <p:cNvPr id="10" name="Arc 9">
                <a:extLst>
                  <a:ext uri="{FF2B5EF4-FFF2-40B4-BE49-F238E27FC236}">
                    <a16:creationId xmlns:a16="http://schemas.microsoft.com/office/drawing/2014/main" id="{C001F312-9744-A502-A498-5B49A8A55B26}"/>
                  </a:ext>
                </a:extLst>
              </p:cNvPr>
              <p:cNvSpPr/>
              <p:nvPr/>
            </p:nvSpPr>
            <p:spPr>
              <a:xfrm rot="16397520">
                <a:off x="608507" y="1814245"/>
                <a:ext cx="3196300" cy="3197800"/>
              </a:xfrm>
              <a:prstGeom prst="arc">
                <a:avLst>
                  <a:gd name="adj1" fmla="val 15026603"/>
                  <a:gd name="adj2" fmla="val 3977044"/>
                </a:avLst>
              </a:prstGeom>
              <a:noFill/>
              <a:ln w="12700" cap="flat" cmpd="sng" algn="ctr">
                <a:solidFill>
                  <a:srgbClr val="06C7CC"/>
                </a:solidFill>
                <a:prstDash val="solid"/>
                <a:miter lim="800000"/>
                <a:headEnd type="oval" w="med" len="med"/>
                <a:tailEnd type="oval" w="med" len="med"/>
              </a:ln>
              <a:effectLst/>
            </p:spPr>
            <p:txBody>
              <a:bodyPr rtlCol="0" anchor="ctr"/>
              <a:lstStyle/>
              <a:p>
                <a:pPr marL="0" marR="0" lvl="0" indent="0" algn="ctr" defTabSz="903131" rtl="0" eaLnBrk="1" fontAlgn="auto" latinLnBrk="0" hangingPunct="1">
                  <a:lnSpc>
                    <a:spcPct val="100000"/>
                  </a:lnSpc>
                  <a:spcBef>
                    <a:spcPts val="0"/>
                  </a:spcBef>
                  <a:spcAft>
                    <a:spcPts val="0"/>
                  </a:spcAft>
                  <a:buClrTx/>
                  <a:buSzTx/>
                  <a:buFontTx/>
                  <a:buNone/>
                  <a:tabLst/>
                  <a:defRPr/>
                </a:pPr>
                <a:endParaRPr kumimoji="0" lang="en-US" sz="1779"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 name="Arc 10">
                <a:extLst>
                  <a:ext uri="{FF2B5EF4-FFF2-40B4-BE49-F238E27FC236}">
                    <a16:creationId xmlns:a16="http://schemas.microsoft.com/office/drawing/2014/main" id="{F921D071-0A7A-05CD-E265-0E1AE96F0973}"/>
                  </a:ext>
                </a:extLst>
              </p:cNvPr>
              <p:cNvSpPr/>
              <p:nvPr/>
            </p:nvSpPr>
            <p:spPr>
              <a:xfrm rot="21014083">
                <a:off x="979171" y="2186579"/>
                <a:ext cx="2454972" cy="2453132"/>
              </a:xfrm>
              <a:prstGeom prst="arc">
                <a:avLst>
                  <a:gd name="adj1" fmla="val 11936322"/>
                  <a:gd name="adj2" fmla="val 2562287"/>
                </a:avLst>
              </a:prstGeom>
              <a:noFill/>
              <a:ln w="12700" cap="flat" cmpd="sng" algn="ctr">
                <a:solidFill>
                  <a:srgbClr val="328DFF"/>
                </a:solidFill>
                <a:prstDash val="solid"/>
                <a:miter lim="800000"/>
                <a:headEnd type="oval" w="med" len="med"/>
                <a:tailEnd type="oval" w="med" len="med"/>
              </a:ln>
              <a:effectLst/>
            </p:spPr>
            <p:txBody>
              <a:bodyPr rtlCol="0" anchor="ctr"/>
              <a:lstStyle/>
              <a:p>
                <a:pPr marL="0" marR="0" lvl="0" indent="0" algn="ctr" defTabSz="903131" rtl="0" eaLnBrk="1" fontAlgn="auto" latinLnBrk="0" hangingPunct="1">
                  <a:lnSpc>
                    <a:spcPct val="100000"/>
                  </a:lnSpc>
                  <a:spcBef>
                    <a:spcPts val="0"/>
                  </a:spcBef>
                  <a:spcAft>
                    <a:spcPts val="0"/>
                  </a:spcAft>
                  <a:buClrTx/>
                  <a:buSzTx/>
                  <a:buFontTx/>
                  <a:buNone/>
                  <a:tabLst/>
                  <a:defRPr/>
                </a:pPr>
                <a:endParaRPr kumimoji="0" lang="en-US" sz="1779" b="0" i="0" u="none" strike="noStrike" kern="0" cap="none" spc="0" normalizeH="0" baseline="0" noProof="0">
                  <a:ln>
                    <a:noFill/>
                  </a:ln>
                  <a:solidFill>
                    <a:srgbClr val="000000"/>
                  </a:solidFill>
                  <a:effectLst/>
                  <a:uLnTx/>
                  <a:uFillTx/>
                  <a:latin typeface="Arial" panose="020B0604020202020204"/>
                  <a:ea typeface="+mn-ea"/>
                  <a:cs typeface="+mn-cs"/>
                </a:endParaRPr>
              </a:p>
            </p:txBody>
          </p:sp>
          <p:pic>
            <p:nvPicPr>
              <p:cNvPr id="12" name="Picture 11">
                <a:extLst>
                  <a:ext uri="{FF2B5EF4-FFF2-40B4-BE49-F238E27FC236}">
                    <a16:creationId xmlns:a16="http://schemas.microsoft.com/office/drawing/2014/main" id="{D5220504-120A-F729-A5FB-0045196C341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45867" y="2395811"/>
                <a:ext cx="2121580" cy="2034668"/>
              </a:xfrm>
              <a:prstGeom prst="rect">
                <a:avLst/>
              </a:prstGeom>
            </p:spPr>
          </p:pic>
        </p:grpSp>
      </p:grpSp>
    </p:spTree>
    <p:extLst>
      <p:ext uri="{BB962C8B-B14F-4D97-AF65-F5344CB8AC3E}">
        <p14:creationId xmlns:p14="http://schemas.microsoft.com/office/powerpoint/2010/main" val="374513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7C68FC-E462-277F-1631-EDDE9C19EC59}"/>
              </a:ext>
            </a:extLst>
          </p:cNvPr>
          <p:cNvSpPr>
            <a:spLocks noGrp="1"/>
          </p:cNvSpPr>
          <p:nvPr>
            <p:ph type="ftr" sz="quarter" idx="11"/>
          </p:nvPr>
        </p:nvSpPr>
        <p:spPr/>
        <p:txBody>
          <a:bodyPr/>
          <a:lstStyle/>
          <a:p>
            <a:r>
              <a:rPr lang="en-US"/>
              <a:t>© 2026–2027 Cognizant | Private</a:t>
            </a:r>
          </a:p>
        </p:txBody>
      </p:sp>
      <p:sp>
        <p:nvSpPr>
          <p:cNvPr id="3" name="Slide Number Placeholder 2">
            <a:extLst>
              <a:ext uri="{FF2B5EF4-FFF2-40B4-BE49-F238E27FC236}">
                <a16:creationId xmlns:a16="http://schemas.microsoft.com/office/drawing/2014/main" id="{2B87150B-B72E-7385-3F06-E0484CB11788}"/>
              </a:ext>
            </a:extLst>
          </p:cNvPr>
          <p:cNvSpPr>
            <a:spLocks noGrp="1"/>
          </p:cNvSpPr>
          <p:nvPr>
            <p:ph type="sldNum" sz="quarter" idx="12"/>
          </p:nvPr>
        </p:nvSpPr>
        <p:spPr/>
        <p:txBody>
          <a:bodyPr/>
          <a:lstStyle/>
          <a:p>
            <a:fld id="{38826FC0-333C-E549-9FA3-0EE43DF298A3}" type="slidenum">
              <a:rPr lang="en-US" smtClean="0"/>
              <a:pPr/>
              <a:t>3</a:t>
            </a:fld>
            <a:endParaRPr lang="en-US"/>
          </a:p>
        </p:txBody>
      </p:sp>
      <p:sp>
        <p:nvSpPr>
          <p:cNvPr id="7" name="TextBox 6">
            <a:extLst>
              <a:ext uri="{FF2B5EF4-FFF2-40B4-BE49-F238E27FC236}">
                <a16:creationId xmlns:a16="http://schemas.microsoft.com/office/drawing/2014/main" id="{5449E5F3-CCBE-8832-F822-CCFBC804CD26}"/>
              </a:ext>
            </a:extLst>
          </p:cNvPr>
          <p:cNvSpPr txBox="1"/>
          <p:nvPr/>
        </p:nvSpPr>
        <p:spPr>
          <a:xfrm>
            <a:off x="3048000" y="3236640"/>
            <a:ext cx="6096000" cy="384721"/>
          </a:xfrm>
          <a:prstGeom prst="rect">
            <a:avLst/>
          </a:prstGeom>
          <a:noFill/>
        </p:spPr>
        <p:txBody>
          <a:bodyPr wrap="square">
            <a:spAutoFit/>
          </a:bodyPr>
          <a:lstStyle/>
          <a:p>
            <a:r>
              <a:rPr lang="en-US"/>
              <a:t> </a:t>
            </a:r>
          </a:p>
        </p:txBody>
      </p:sp>
      <p:sp>
        <p:nvSpPr>
          <p:cNvPr id="25" name="Shape 1">
            <a:extLst>
              <a:ext uri="{FF2B5EF4-FFF2-40B4-BE49-F238E27FC236}">
                <a16:creationId xmlns:a16="http://schemas.microsoft.com/office/drawing/2014/main" id="{C28DC932-5ED8-A800-1EEC-DC7117607226}"/>
              </a:ext>
            </a:extLst>
          </p:cNvPr>
          <p:cNvSpPr/>
          <p:nvPr/>
        </p:nvSpPr>
        <p:spPr>
          <a:xfrm>
            <a:off x="438912" y="877824"/>
            <a:ext cx="2999232" cy="5212080"/>
          </a:xfrm>
          <a:prstGeom prst="rect">
            <a:avLst/>
          </a:prstGeom>
          <a:solidFill>
            <a:srgbClr val="183F65"/>
          </a:solidFill>
          <a:ln w="12700">
            <a:solidFill>
              <a:srgbClr val="183F65"/>
            </a:solidFill>
            <a:prstDash val="solid"/>
          </a:ln>
        </p:spPr>
        <p:txBody>
          <a:bodyPr/>
          <a:lstStyle/>
          <a:p>
            <a:endParaRPr lang="en-US"/>
          </a:p>
        </p:txBody>
      </p:sp>
      <p:sp>
        <p:nvSpPr>
          <p:cNvPr id="26" name="Shape 2">
            <a:extLst>
              <a:ext uri="{FF2B5EF4-FFF2-40B4-BE49-F238E27FC236}">
                <a16:creationId xmlns:a16="http://schemas.microsoft.com/office/drawing/2014/main" id="{26457E06-9FEE-38AF-08D8-4EB7D9F83CBB}"/>
              </a:ext>
            </a:extLst>
          </p:cNvPr>
          <p:cNvSpPr/>
          <p:nvPr/>
        </p:nvSpPr>
        <p:spPr>
          <a:xfrm>
            <a:off x="557784" y="2916936"/>
            <a:ext cx="2706624" cy="2852928"/>
          </a:xfrm>
          <a:prstGeom prst="rect">
            <a:avLst/>
          </a:prstGeom>
          <a:solidFill>
            <a:srgbClr val="FFFFFF"/>
          </a:solidFill>
          <a:ln w="12700">
            <a:solidFill>
              <a:srgbClr val="FFFFFF"/>
            </a:solidFill>
            <a:prstDash val="solid"/>
          </a:ln>
        </p:spPr>
        <p:txBody>
          <a:bodyPr/>
          <a:lstStyle/>
          <a:p>
            <a:r>
              <a:rPr lang="en-US" sz="1300">
                <a:solidFill>
                  <a:srgbClr val="111111"/>
                </a:solidFill>
                <a:latin typeface="Calibri" panose="020F0502020204030204" pitchFamily="34" charset="0"/>
                <a:ea typeface="Calibri" panose="020F0502020204030204" pitchFamily="34" charset="0"/>
                <a:cs typeface="Calibri" panose="020F0502020204030204" pitchFamily="34" charset="0"/>
              </a:rPr>
              <a:t>Chaucer’s enterprise transformation requires integration to become a strategic enabler of automation, straight-through processing, and scalable connectivity. Current integration approaches vary across the application and vendor estate, creating an opportunity to establish a cohesive enterprise </a:t>
            </a:r>
            <a:r>
              <a:rPr lang="en-US" sz="1300">
                <a:solidFill>
                  <a:srgbClr val="2B78B8"/>
                </a:solidFill>
                <a:latin typeface="Calibri" panose="020F0502020204030204" pitchFamily="34" charset="0"/>
                <a:ea typeface="Calibri" panose="020F0502020204030204" pitchFamily="34" charset="0"/>
                <a:cs typeface="Calibri" panose="020F0502020204030204" pitchFamily="34" charset="0"/>
              </a:rPr>
              <a:t>Systems Integration Framework (SIF)</a:t>
            </a:r>
            <a:r>
              <a:rPr lang="en-US" sz="1300">
                <a:solidFill>
                  <a:srgbClr val="111111"/>
                </a:solidFill>
                <a:latin typeface="Calibri" panose="020F0502020204030204" pitchFamily="34" charset="0"/>
                <a:ea typeface="Calibri" panose="020F0502020204030204" pitchFamily="34" charset="0"/>
                <a:cs typeface="Calibri" panose="020F0502020204030204" pitchFamily="34" charset="0"/>
              </a:rPr>
              <a:t> that promotes reuse, loose coupling, and cloud-native services.</a:t>
            </a:r>
            <a:endParaRPr lang="en-US" sz="1300">
              <a:latin typeface="Calibri" panose="020F0502020204030204" pitchFamily="34" charset="0"/>
              <a:ea typeface="Calibri" panose="020F0502020204030204" pitchFamily="34" charset="0"/>
              <a:cs typeface="Calibri" panose="020F0502020204030204" pitchFamily="34" charset="0"/>
            </a:endParaRPr>
          </a:p>
        </p:txBody>
      </p:sp>
      <p:pic>
        <p:nvPicPr>
          <p:cNvPr id="27" name="Image 0" descr="/mnt/data/slide_work/integration_circle.png">
            <a:extLst>
              <a:ext uri="{FF2B5EF4-FFF2-40B4-BE49-F238E27FC236}">
                <a16:creationId xmlns:a16="http://schemas.microsoft.com/office/drawing/2014/main" id="{F33C3484-C284-ED51-C717-B46B0D38E38C}"/>
              </a:ext>
            </a:extLst>
          </p:cNvPr>
          <p:cNvPicPr>
            <a:picLocks noChangeAspect="1"/>
          </p:cNvPicPr>
          <p:nvPr/>
        </p:nvPicPr>
        <p:blipFill>
          <a:blip r:embed="rId2"/>
          <a:stretch>
            <a:fillRect/>
          </a:stretch>
        </p:blipFill>
        <p:spPr>
          <a:xfrm>
            <a:off x="1216152" y="1060704"/>
            <a:ext cx="1618488" cy="1618488"/>
          </a:xfrm>
          <a:prstGeom prst="rect">
            <a:avLst/>
          </a:prstGeom>
        </p:spPr>
      </p:pic>
      <p:sp>
        <p:nvSpPr>
          <p:cNvPr id="28" name="Shape 5">
            <a:extLst>
              <a:ext uri="{FF2B5EF4-FFF2-40B4-BE49-F238E27FC236}">
                <a16:creationId xmlns:a16="http://schemas.microsoft.com/office/drawing/2014/main" id="{824F8DFA-3A4B-0C4F-A3AE-67572932AACD}"/>
              </a:ext>
            </a:extLst>
          </p:cNvPr>
          <p:cNvSpPr/>
          <p:nvPr/>
        </p:nvSpPr>
        <p:spPr>
          <a:xfrm>
            <a:off x="4224528" y="896112"/>
            <a:ext cx="7187184" cy="5193792"/>
          </a:xfrm>
          <a:prstGeom prst="rect">
            <a:avLst/>
          </a:prstGeom>
          <a:solidFill>
            <a:srgbClr val="DDECF8"/>
          </a:solidFill>
          <a:ln w="12700">
            <a:solidFill>
              <a:srgbClr val="DDECF8"/>
            </a:solidFill>
            <a:prstDash val="solid"/>
          </a:ln>
        </p:spPr>
        <p:txBody>
          <a:bodyPr/>
          <a:lstStyle/>
          <a:p>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4CAB161A-6B67-F3E9-994B-D5370E9E362F}"/>
              </a:ext>
            </a:extLst>
          </p:cNvPr>
          <p:cNvSpPr txBox="1"/>
          <p:nvPr/>
        </p:nvSpPr>
        <p:spPr>
          <a:xfrm>
            <a:off x="438912" y="250506"/>
            <a:ext cx="6097904" cy="461665"/>
          </a:xfrm>
          <a:prstGeom prst="rect">
            <a:avLst/>
          </a:prstGeom>
          <a:noFill/>
        </p:spPr>
        <p:txBody>
          <a:bodyPr wrap="square">
            <a:spAutoFit/>
          </a:bodyPr>
          <a:lstStyle/>
          <a:p>
            <a:r>
              <a:rPr lang="en-US" sz="2400" b="1">
                <a:solidFill>
                  <a:srgbClr val="000000"/>
                </a:solidFill>
                <a:latin typeface="Calibri" panose="020F0502020204030204" pitchFamily="34" charset="0"/>
                <a:ea typeface="+mj-ea"/>
                <a:cs typeface="Calibri" panose="020F0502020204030204" pitchFamily="34" charset="0"/>
              </a:rPr>
              <a:t>Executive</a:t>
            </a:r>
            <a:r>
              <a:rPr lang="en-US" sz="1800" b="1" i="0" u="none" strike="noStrike">
                <a:solidFill>
                  <a:srgbClr val="1F5E91"/>
                </a:solidFill>
                <a:effectLst/>
                <a:latin typeface="Arial" panose="020B0604020202020204" pitchFamily="34" charset="0"/>
              </a:rPr>
              <a:t> </a:t>
            </a:r>
            <a:r>
              <a:rPr lang="en-US" sz="2400" b="1">
                <a:solidFill>
                  <a:srgbClr val="000000"/>
                </a:solidFill>
                <a:latin typeface="Calibri" panose="020F0502020204030204" pitchFamily="34" charset="0"/>
                <a:ea typeface="+mj-ea"/>
                <a:cs typeface="Calibri" panose="020F0502020204030204" pitchFamily="34" charset="0"/>
              </a:rPr>
              <a:t>Summary</a:t>
            </a:r>
            <a:r>
              <a:rPr lang="en-US" sz="1800" b="0" i="0">
                <a:solidFill>
                  <a:srgbClr val="000000"/>
                </a:solidFill>
                <a:effectLst/>
                <a:latin typeface="Arial" panose="020B0604020202020204" pitchFamily="34" charset="0"/>
              </a:rPr>
              <a:t>​</a:t>
            </a:r>
            <a:endParaRPr lang="en-US"/>
          </a:p>
        </p:txBody>
      </p:sp>
      <p:sp>
        <p:nvSpPr>
          <p:cNvPr id="5" name="TextBox 4">
            <a:extLst>
              <a:ext uri="{FF2B5EF4-FFF2-40B4-BE49-F238E27FC236}">
                <a16:creationId xmlns:a16="http://schemas.microsoft.com/office/drawing/2014/main" id="{F02E4D23-0F04-0F83-212A-69F49D988892}"/>
              </a:ext>
            </a:extLst>
          </p:cNvPr>
          <p:cNvSpPr txBox="1"/>
          <p:nvPr/>
        </p:nvSpPr>
        <p:spPr>
          <a:xfrm>
            <a:off x="4224528" y="896112"/>
            <a:ext cx="7099227" cy="5062924"/>
          </a:xfrm>
          <a:prstGeom prst="rect">
            <a:avLst/>
          </a:prstGeom>
          <a:noFill/>
        </p:spPr>
        <p:txBody>
          <a:bodyPr wrap="square" lIns="91440" tIns="45720" rIns="91440" bIns="45720" anchor="t">
            <a:spAutoFit/>
          </a:bodyPr>
          <a:lstStyle/>
          <a:p>
            <a:pPr algn="just"/>
            <a:endParaRPr lang="en-GB" sz="1300">
              <a:latin typeface="Calibri" panose="020F0502020204030204" pitchFamily="34" charset="0"/>
              <a:ea typeface="Calibri" panose="020F0502020204030204" pitchFamily="34" charset="0"/>
              <a:cs typeface="Calibri" panose="020F0502020204030204" pitchFamily="34" charset="0"/>
            </a:endParaRPr>
          </a:p>
          <a:p>
            <a:pPr algn="just"/>
            <a:endParaRPr lang="en-GB" sz="1300">
              <a:latin typeface="Calibri" panose="020F0502020204030204" pitchFamily="34" charset="0"/>
              <a:ea typeface="Calibri" panose="020F0502020204030204" pitchFamily="34" charset="0"/>
              <a:cs typeface="Calibri" panose="020F0502020204030204" pitchFamily="34" charset="0"/>
            </a:endParaRPr>
          </a:p>
          <a:p>
            <a:pPr algn="just"/>
            <a:r>
              <a:rPr lang="en-GB" sz="1300">
                <a:latin typeface="Calibri" panose="020F0502020204030204" pitchFamily="34" charset="0"/>
                <a:ea typeface="Calibri" panose="020F0502020204030204" pitchFamily="34" charset="0"/>
                <a:cs typeface="Calibri" panose="020F0502020204030204" pitchFamily="34" charset="0"/>
              </a:rPr>
              <a:t>Cognizant proposes to work in close collaboration with Chaucer's lead Enterprise Architect to define, document and review the System Integration framework(SIF) — aligned to Chaucer's cloud and data operating model — grounded in Service-Oriented Architecture (SOA) principles rather than a microservices model, together with a High-Level Design (HLD) for Azure API Management (APIM) as the enterprise's single API ingress point.</a:t>
            </a:r>
          </a:p>
          <a:p>
            <a:pPr algn="just"/>
            <a:endParaRPr lang="en-GB">
              <a:latin typeface="Calibri" panose="020F0502020204030204" pitchFamily="34" charset="0"/>
              <a:ea typeface="Calibri" panose="020F0502020204030204" pitchFamily="34" charset="0"/>
              <a:cs typeface="Calibri" panose="020F0502020204030204" pitchFamily="34" charset="0"/>
            </a:endParaRPr>
          </a:p>
          <a:p>
            <a:pPr algn="just"/>
            <a:r>
              <a:rPr lang="en-GB" sz="1300">
                <a:latin typeface="Calibri" panose="020F0502020204030204" pitchFamily="34" charset="0"/>
                <a:ea typeface="Calibri" panose="020F0502020204030204" pitchFamily="34" charset="0"/>
                <a:cs typeface="Calibri" panose="020F0502020204030204" pitchFamily="34" charset="0"/>
              </a:rPr>
              <a:t>This engagement is focused on architecture and governance clarity — the expectation is SME collaboration and review with Chaucer's lead Architect, with design decisions and rationale captured — not simply tool selection or wholesale platform redesign, nor a redefinition of Chaucer's cloud strategy. Cognizant brings relevant Azure integration delivery experience to this engagement, informing the practical patterns and delivery approach proposed here, and will produce peer-reviewed artefacts for publication to Chaucer's Technical Design Authority (TDA) as a shared responsibility between both parties.</a:t>
            </a:r>
          </a:p>
          <a:p>
            <a:pPr algn="just"/>
            <a:endParaRPr lang="en-GB">
              <a:latin typeface="Calibri" panose="020F0502020204030204" pitchFamily="34" charset="0"/>
              <a:ea typeface="Calibri" panose="020F0502020204030204" pitchFamily="34" charset="0"/>
              <a:cs typeface="Calibri" panose="020F0502020204030204" pitchFamily="34" charset="0"/>
            </a:endParaRPr>
          </a:p>
          <a:p>
            <a:pPr algn="just"/>
            <a:r>
              <a:rPr lang="en-GB" sz="1300">
                <a:latin typeface="Calibri" panose="020F0502020204030204" pitchFamily="34" charset="0"/>
                <a:ea typeface="Calibri" panose="020F0502020204030204" pitchFamily="34" charset="0"/>
                <a:cs typeface="Calibri" panose="020F0502020204030204" pitchFamily="34" charset="0"/>
              </a:rPr>
              <a:t>Cognizant proposes to deliver this engagement over an 8-week timeline, using an onsite/offshore delivery model that leverages the existing knowledge Cognizant's in-place onsite and offshore resources already hold of Chaucer's environment, supplemented by the net addition of one offshore Lead Integration Architect to complete the Architecture define phase.</a:t>
            </a:r>
            <a:endParaRPr lang="en-GB">
              <a:latin typeface="Calibri" panose="020F0502020204030204" pitchFamily="34" charset="0"/>
              <a:ea typeface="Calibri" panose="020F0502020204030204" pitchFamily="34" charset="0"/>
              <a:cs typeface="Calibri" panose="020F0502020204030204" pitchFamily="34" charset="0"/>
            </a:endParaRPr>
          </a:p>
          <a:p>
            <a:br>
              <a:rPr lang="en-US"/>
            </a:br>
            <a:endParaRPr lang="en-US"/>
          </a:p>
          <a:p>
            <a:endParaRPr lang="en-GB" sz="13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60530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A1ECF-BB85-064A-8732-BBBC88BA821A}"/>
              </a:ext>
            </a:extLst>
          </p:cNvPr>
          <p:cNvSpPr>
            <a:spLocks noGrp="1"/>
          </p:cNvSpPr>
          <p:nvPr>
            <p:ph type="title"/>
          </p:nvPr>
        </p:nvSpPr>
        <p:spPr>
          <a:xfrm>
            <a:off x="441386" y="415885"/>
            <a:ext cx="10808209" cy="307777"/>
          </a:xfrm>
        </p:spPr>
        <p:txBody>
          <a:bodyPr/>
          <a:lstStyle/>
          <a:p>
            <a:r>
              <a:rPr lang="en-US"/>
              <a:t>Microsoft Azure API / Integration Capabilities</a:t>
            </a:r>
          </a:p>
        </p:txBody>
      </p:sp>
      <p:sp>
        <p:nvSpPr>
          <p:cNvPr id="112" name="Rectangle: Rounded Corners 111">
            <a:extLst>
              <a:ext uri="{FF2B5EF4-FFF2-40B4-BE49-F238E27FC236}">
                <a16:creationId xmlns:a16="http://schemas.microsoft.com/office/drawing/2014/main" id="{05A55C13-8C8E-454B-B539-CA03B1655392}"/>
              </a:ext>
            </a:extLst>
          </p:cNvPr>
          <p:cNvSpPr/>
          <p:nvPr/>
        </p:nvSpPr>
        <p:spPr>
          <a:xfrm>
            <a:off x="2644755" y="6383568"/>
            <a:ext cx="6199175" cy="255389"/>
          </a:xfrm>
          <a:prstGeom prst="roundRect">
            <a:avLst/>
          </a:prstGeom>
          <a:solidFill>
            <a:schemeClr val="accent2">
              <a:lumMod val="20000"/>
              <a:lumOff val="80000"/>
            </a:schemeClr>
          </a:solidFill>
          <a:ln w="6350">
            <a:noFill/>
          </a:ln>
        </p:spPr>
        <p:txBody>
          <a:bodyPr wrap="square">
            <a:spAutoFit/>
          </a:bodyPr>
          <a:lstStyle/>
          <a:p>
            <a:pPr algn="ctr"/>
            <a:r>
              <a:rPr lang="en-US" sz="900">
                <a:solidFill>
                  <a:srgbClr val="002060"/>
                </a:solidFill>
              </a:rPr>
              <a:t>Disclaimer: All Trademarks &amp; Registered Trademarks are the property of their respective owners</a:t>
            </a:r>
          </a:p>
        </p:txBody>
      </p:sp>
      <p:sp>
        <p:nvSpPr>
          <p:cNvPr id="6" name="Rounded Rectangle 29">
            <a:extLst>
              <a:ext uri="{FF2B5EF4-FFF2-40B4-BE49-F238E27FC236}">
                <a16:creationId xmlns:a16="http://schemas.microsoft.com/office/drawing/2014/main" id="{C4F7A8B2-3EF2-2DFD-8CAC-C8BB7E8A9ED0}"/>
              </a:ext>
            </a:extLst>
          </p:cNvPr>
          <p:cNvSpPr/>
          <p:nvPr/>
        </p:nvSpPr>
        <p:spPr>
          <a:xfrm>
            <a:off x="2737931" y="1498985"/>
            <a:ext cx="6175357" cy="2928114"/>
          </a:xfrm>
          <a:prstGeom prst="roundRect">
            <a:avLst>
              <a:gd name="adj" fmla="val 1983"/>
            </a:avLst>
          </a:prstGeom>
          <a:solidFill>
            <a:srgbClr val="FFFFFF"/>
          </a:solidFill>
          <a:ln w="9525" cap="flat" cmpd="sng" algn="ctr">
            <a:solidFill>
              <a:srgbClr val="FFFFFF">
                <a:lumMod val="85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nvGrpSpPr>
          <p:cNvPr id="8" name="Group 7">
            <a:extLst>
              <a:ext uri="{FF2B5EF4-FFF2-40B4-BE49-F238E27FC236}">
                <a16:creationId xmlns:a16="http://schemas.microsoft.com/office/drawing/2014/main" id="{8E293E42-1BBB-6065-87AE-C32CFCAEC8B3}"/>
              </a:ext>
            </a:extLst>
          </p:cNvPr>
          <p:cNvGrpSpPr/>
          <p:nvPr/>
        </p:nvGrpSpPr>
        <p:grpSpPr>
          <a:xfrm>
            <a:off x="2714113" y="4526057"/>
            <a:ext cx="6199173" cy="1510672"/>
            <a:chOff x="2995450" y="5093519"/>
            <a:chExt cx="6579844" cy="1237610"/>
          </a:xfrm>
        </p:grpSpPr>
        <p:sp>
          <p:nvSpPr>
            <p:cNvPr id="122" name="Rectangle: Top Corners Rounded 121">
              <a:extLst>
                <a:ext uri="{FF2B5EF4-FFF2-40B4-BE49-F238E27FC236}">
                  <a16:creationId xmlns:a16="http://schemas.microsoft.com/office/drawing/2014/main" id="{5576C8B1-6506-219B-7BAC-515EAE8167DC}"/>
                </a:ext>
              </a:extLst>
            </p:cNvPr>
            <p:cNvSpPr/>
            <p:nvPr/>
          </p:nvSpPr>
          <p:spPr>
            <a:xfrm>
              <a:off x="2995450" y="5093519"/>
              <a:ext cx="2156584" cy="1237610"/>
            </a:xfrm>
            <a:prstGeom prst="round2SameRect">
              <a:avLst>
                <a:gd name="adj1" fmla="val 4354"/>
                <a:gd name="adj2" fmla="val 0"/>
              </a:avLst>
            </a:prstGeom>
            <a:solidFill>
              <a:srgbClr val="2F78C4"/>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609570" eaLnBrk="1" fontAlgn="auto" latinLnBrk="0" hangingPunct="1">
                <a:lnSpc>
                  <a:spcPct val="110000"/>
                </a:lnSpc>
                <a:spcBef>
                  <a:spcPts val="0"/>
                </a:spcBef>
                <a:spcAft>
                  <a:spcPts val="0"/>
                </a:spcAft>
                <a:buClrTx/>
                <a:buSzTx/>
                <a:buFontTx/>
                <a:buNone/>
                <a:tabLst/>
                <a:defRPr/>
              </a:pPr>
              <a:endParaRPr kumimoji="0" lang="en-US" sz="700" b="1" i="0" u="none" strike="noStrike" kern="0" cap="none" spc="0" normalizeH="0" baseline="0" noProof="0">
                <a:ln>
                  <a:noFill/>
                </a:ln>
                <a:solidFill>
                  <a:srgbClr val="0033A0"/>
                </a:solidFill>
                <a:effectLst/>
                <a:uLnTx/>
                <a:uFillTx/>
                <a:latin typeface="Arial" panose="020B0604020202020204"/>
                <a:ea typeface="ＭＳ Ｐゴシック" pitchFamily="-12" charset="-128"/>
                <a:cs typeface="Calibri" panose="020F0502020204030204" pitchFamily="34" charset="0"/>
              </a:endParaRPr>
            </a:p>
          </p:txBody>
        </p:sp>
        <p:sp>
          <p:nvSpPr>
            <p:cNvPr id="123" name="Rectangle: Top Corners Rounded 122">
              <a:extLst>
                <a:ext uri="{FF2B5EF4-FFF2-40B4-BE49-F238E27FC236}">
                  <a16:creationId xmlns:a16="http://schemas.microsoft.com/office/drawing/2014/main" id="{393C1721-D048-1FAC-32B2-79E1B77C9FD8}"/>
                </a:ext>
              </a:extLst>
            </p:cNvPr>
            <p:cNvSpPr/>
            <p:nvPr/>
          </p:nvSpPr>
          <p:spPr>
            <a:xfrm>
              <a:off x="5207080" y="5093519"/>
              <a:ext cx="2156584" cy="1237610"/>
            </a:xfrm>
            <a:prstGeom prst="round2SameRect">
              <a:avLst>
                <a:gd name="adj1" fmla="val 3956"/>
                <a:gd name="adj2" fmla="val 0"/>
              </a:avLst>
            </a:prstGeom>
            <a:solidFill>
              <a:srgbClr val="2F78C4"/>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609570" eaLnBrk="1" fontAlgn="auto" latinLnBrk="0" hangingPunct="1">
                <a:lnSpc>
                  <a:spcPct val="110000"/>
                </a:lnSpc>
                <a:spcBef>
                  <a:spcPts val="0"/>
                </a:spcBef>
                <a:spcAft>
                  <a:spcPts val="0"/>
                </a:spcAft>
                <a:buClrTx/>
                <a:buSzTx/>
                <a:buFontTx/>
                <a:buNone/>
                <a:tabLst/>
                <a:defRPr/>
              </a:pPr>
              <a:endParaRPr kumimoji="0" lang="en-US" sz="700" b="1" i="0" u="none" strike="noStrike" kern="0" cap="none" spc="0" normalizeH="0" baseline="0" noProof="0">
                <a:ln>
                  <a:noFill/>
                </a:ln>
                <a:solidFill>
                  <a:srgbClr val="0033A0"/>
                </a:solidFill>
                <a:effectLst/>
                <a:uLnTx/>
                <a:uFillTx/>
                <a:latin typeface="Arial" panose="020B0604020202020204"/>
                <a:ea typeface="ＭＳ Ｐゴシック" pitchFamily="-12" charset="-128"/>
                <a:cs typeface="Calibri" panose="020F0502020204030204" pitchFamily="34" charset="0"/>
              </a:endParaRPr>
            </a:p>
          </p:txBody>
        </p:sp>
        <p:sp>
          <p:nvSpPr>
            <p:cNvPr id="124" name="Rectangle: Top Corners Rounded 123">
              <a:extLst>
                <a:ext uri="{FF2B5EF4-FFF2-40B4-BE49-F238E27FC236}">
                  <a16:creationId xmlns:a16="http://schemas.microsoft.com/office/drawing/2014/main" id="{7ED29F2E-4127-2309-7A84-B94EE6F9265C}"/>
                </a:ext>
              </a:extLst>
            </p:cNvPr>
            <p:cNvSpPr/>
            <p:nvPr/>
          </p:nvSpPr>
          <p:spPr>
            <a:xfrm>
              <a:off x="7418710" y="5093519"/>
              <a:ext cx="2156584" cy="1237610"/>
            </a:xfrm>
            <a:prstGeom prst="round2SameRect">
              <a:avLst>
                <a:gd name="adj1" fmla="val 2765"/>
                <a:gd name="adj2" fmla="val 0"/>
              </a:avLst>
            </a:prstGeom>
            <a:solidFill>
              <a:srgbClr val="2F78C4"/>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609570" eaLnBrk="1" fontAlgn="auto" latinLnBrk="0" hangingPunct="1">
                <a:lnSpc>
                  <a:spcPct val="110000"/>
                </a:lnSpc>
                <a:spcBef>
                  <a:spcPts val="0"/>
                </a:spcBef>
                <a:spcAft>
                  <a:spcPts val="0"/>
                </a:spcAft>
                <a:buClrTx/>
                <a:buSzTx/>
                <a:buFontTx/>
                <a:buNone/>
                <a:tabLst/>
                <a:defRPr/>
              </a:pPr>
              <a:endParaRPr kumimoji="0" lang="en-US" sz="700" b="1" i="0" u="none" strike="noStrike" kern="0" cap="none" spc="0" normalizeH="0" baseline="0" noProof="0">
                <a:ln>
                  <a:noFill/>
                </a:ln>
                <a:solidFill>
                  <a:srgbClr val="0033A0"/>
                </a:solidFill>
                <a:effectLst/>
                <a:uLnTx/>
                <a:uFillTx/>
                <a:latin typeface="Arial" panose="020B0604020202020204"/>
                <a:ea typeface="ＭＳ Ｐゴシック" pitchFamily="-12" charset="-128"/>
                <a:cs typeface="Calibri" panose="020F0502020204030204" pitchFamily="34" charset="0"/>
              </a:endParaRPr>
            </a:p>
          </p:txBody>
        </p:sp>
      </p:grpSp>
      <p:sp>
        <p:nvSpPr>
          <p:cNvPr id="9" name="Rectangle: Top Corners Rounded 8">
            <a:extLst>
              <a:ext uri="{FF2B5EF4-FFF2-40B4-BE49-F238E27FC236}">
                <a16:creationId xmlns:a16="http://schemas.microsoft.com/office/drawing/2014/main" id="{CF800C4D-C1D6-93C1-BF4F-E62DBCFC5FEB}"/>
              </a:ext>
            </a:extLst>
          </p:cNvPr>
          <p:cNvSpPr/>
          <p:nvPr/>
        </p:nvSpPr>
        <p:spPr>
          <a:xfrm>
            <a:off x="7511510" y="5326013"/>
            <a:ext cx="760642" cy="680066"/>
          </a:xfrm>
          <a:prstGeom prst="round2SameRect">
            <a:avLst>
              <a:gd name="adj1" fmla="val 50000"/>
              <a:gd name="adj2" fmla="val 0"/>
            </a:avLst>
          </a:prstGeom>
          <a:solidFill>
            <a:srgbClr val="000048"/>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609570" eaLnBrk="1" fontAlgn="auto" latinLnBrk="0" hangingPunct="1">
              <a:lnSpc>
                <a:spcPct val="110000"/>
              </a:lnSpc>
              <a:spcBef>
                <a:spcPts val="0"/>
              </a:spcBef>
              <a:spcAft>
                <a:spcPts val="0"/>
              </a:spcAft>
              <a:buClrTx/>
              <a:buSzTx/>
              <a:buFontTx/>
              <a:buNone/>
              <a:tabLst/>
              <a:defRPr/>
            </a:pPr>
            <a:endParaRPr kumimoji="0" lang="en-US" sz="700" b="1" i="0" u="none" strike="noStrike" kern="0" cap="none" spc="0" normalizeH="0" baseline="0" noProof="0">
              <a:ln>
                <a:noFill/>
              </a:ln>
              <a:solidFill>
                <a:srgbClr val="0033A0"/>
              </a:solidFill>
              <a:effectLst/>
              <a:uLnTx/>
              <a:uFillTx/>
              <a:latin typeface="Arial" panose="020B0604020202020204"/>
              <a:ea typeface="ＭＳ Ｐゴシック" pitchFamily="-12" charset="-128"/>
              <a:cs typeface="Calibri" panose="020F0502020204030204" pitchFamily="34" charset="0"/>
            </a:endParaRPr>
          </a:p>
        </p:txBody>
      </p:sp>
      <p:sp>
        <p:nvSpPr>
          <p:cNvPr id="10" name="Rectangle: Top Corners Rounded 9">
            <a:extLst>
              <a:ext uri="{FF2B5EF4-FFF2-40B4-BE49-F238E27FC236}">
                <a16:creationId xmlns:a16="http://schemas.microsoft.com/office/drawing/2014/main" id="{3D98624F-0BD8-7413-F0BE-55DBBAF9FE48}"/>
              </a:ext>
            </a:extLst>
          </p:cNvPr>
          <p:cNvSpPr/>
          <p:nvPr/>
        </p:nvSpPr>
        <p:spPr>
          <a:xfrm>
            <a:off x="5433380" y="5326013"/>
            <a:ext cx="760642" cy="680066"/>
          </a:xfrm>
          <a:prstGeom prst="round2SameRect">
            <a:avLst>
              <a:gd name="adj1" fmla="val 50000"/>
              <a:gd name="adj2" fmla="val 0"/>
            </a:avLst>
          </a:prstGeom>
          <a:solidFill>
            <a:srgbClr val="000048"/>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609570" eaLnBrk="1" fontAlgn="auto" latinLnBrk="0" hangingPunct="1">
              <a:lnSpc>
                <a:spcPct val="110000"/>
              </a:lnSpc>
              <a:spcBef>
                <a:spcPts val="0"/>
              </a:spcBef>
              <a:spcAft>
                <a:spcPts val="0"/>
              </a:spcAft>
              <a:buClrTx/>
              <a:buSzTx/>
              <a:buFontTx/>
              <a:buNone/>
              <a:tabLst/>
              <a:defRPr/>
            </a:pPr>
            <a:endParaRPr kumimoji="0" lang="en-US" sz="700" b="1" i="0" u="none" strike="noStrike" kern="0" cap="none" spc="0" normalizeH="0" baseline="0" noProof="0">
              <a:ln>
                <a:noFill/>
              </a:ln>
              <a:solidFill>
                <a:srgbClr val="0033A0"/>
              </a:solidFill>
              <a:effectLst/>
              <a:uLnTx/>
              <a:uFillTx/>
              <a:latin typeface="Arial" panose="020B0604020202020204"/>
              <a:ea typeface="ＭＳ Ｐゴシック" pitchFamily="-12" charset="-128"/>
              <a:cs typeface="Calibri" panose="020F0502020204030204" pitchFamily="34" charset="0"/>
            </a:endParaRPr>
          </a:p>
        </p:txBody>
      </p:sp>
      <p:sp>
        <p:nvSpPr>
          <p:cNvPr id="11" name="Rectangle: Top Corners Rounded 10">
            <a:extLst>
              <a:ext uri="{FF2B5EF4-FFF2-40B4-BE49-F238E27FC236}">
                <a16:creationId xmlns:a16="http://schemas.microsoft.com/office/drawing/2014/main" id="{84BBC255-CD99-98F8-7723-7F3C089152EE}"/>
              </a:ext>
            </a:extLst>
          </p:cNvPr>
          <p:cNvSpPr/>
          <p:nvPr/>
        </p:nvSpPr>
        <p:spPr>
          <a:xfrm>
            <a:off x="3383014" y="5326013"/>
            <a:ext cx="760642" cy="680066"/>
          </a:xfrm>
          <a:prstGeom prst="round2SameRect">
            <a:avLst>
              <a:gd name="adj1" fmla="val 50000"/>
              <a:gd name="adj2" fmla="val 0"/>
            </a:avLst>
          </a:prstGeom>
          <a:solidFill>
            <a:srgbClr val="000048"/>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609570" eaLnBrk="1" fontAlgn="auto" latinLnBrk="0" hangingPunct="1">
              <a:lnSpc>
                <a:spcPct val="110000"/>
              </a:lnSpc>
              <a:spcBef>
                <a:spcPts val="0"/>
              </a:spcBef>
              <a:spcAft>
                <a:spcPts val="0"/>
              </a:spcAft>
              <a:buClrTx/>
              <a:buSzTx/>
              <a:buFontTx/>
              <a:buNone/>
              <a:tabLst/>
              <a:defRPr/>
            </a:pPr>
            <a:endParaRPr kumimoji="0" lang="en-US" sz="700" b="1" i="0" u="none" strike="noStrike" kern="0" cap="none" spc="0" normalizeH="0" baseline="0" noProof="0">
              <a:ln>
                <a:noFill/>
              </a:ln>
              <a:solidFill>
                <a:srgbClr val="0033A0"/>
              </a:solidFill>
              <a:effectLst/>
              <a:uLnTx/>
              <a:uFillTx/>
              <a:latin typeface="Arial" panose="020B0604020202020204"/>
              <a:ea typeface="ＭＳ Ｐゴシック" pitchFamily="-12" charset="-128"/>
              <a:cs typeface="Calibri" panose="020F0502020204030204" pitchFamily="34" charset="0"/>
            </a:endParaRPr>
          </a:p>
        </p:txBody>
      </p:sp>
      <p:cxnSp>
        <p:nvCxnSpPr>
          <p:cNvPr id="12" name="Straight Connector 11">
            <a:extLst>
              <a:ext uri="{FF2B5EF4-FFF2-40B4-BE49-F238E27FC236}">
                <a16:creationId xmlns:a16="http://schemas.microsoft.com/office/drawing/2014/main" id="{FBB80B49-9E07-6557-EEB1-666BB20FFA05}"/>
              </a:ext>
            </a:extLst>
          </p:cNvPr>
          <p:cNvCxnSpPr>
            <a:cxnSpLocks/>
          </p:cNvCxnSpPr>
          <p:nvPr/>
        </p:nvCxnSpPr>
        <p:spPr>
          <a:xfrm flipH="1">
            <a:off x="2721511" y="3011881"/>
            <a:ext cx="2669363" cy="0"/>
          </a:xfrm>
          <a:prstGeom prst="line">
            <a:avLst/>
          </a:prstGeom>
          <a:noFill/>
          <a:ln w="9525" cap="flat" cmpd="sng" algn="ctr">
            <a:solidFill>
              <a:srgbClr val="FFFFFF">
                <a:lumMod val="65000"/>
              </a:srgbClr>
            </a:solidFill>
            <a:prstDash val="dash"/>
            <a:miter lim="800000"/>
          </a:ln>
          <a:effectLst/>
        </p:spPr>
      </p:cxnSp>
      <p:cxnSp>
        <p:nvCxnSpPr>
          <p:cNvPr id="13" name="Straight Connector 12">
            <a:extLst>
              <a:ext uri="{FF2B5EF4-FFF2-40B4-BE49-F238E27FC236}">
                <a16:creationId xmlns:a16="http://schemas.microsoft.com/office/drawing/2014/main" id="{294BA4F6-BD83-B42C-ABFC-11DE9959417B}"/>
              </a:ext>
            </a:extLst>
          </p:cNvPr>
          <p:cNvCxnSpPr>
            <a:cxnSpLocks/>
          </p:cNvCxnSpPr>
          <p:nvPr/>
        </p:nvCxnSpPr>
        <p:spPr>
          <a:xfrm flipH="1">
            <a:off x="6207252" y="3081582"/>
            <a:ext cx="2669363" cy="0"/>
          </a:xfrm>
          <a:prstGeom prst="line">
            <a:avLst/>
          </a:prstGeom>
          <a:noFill/>
          <a:ln w="9525" cap="flat" cmpd="sng" algn="ctr">
            <a:solidFill>
              <a:srgbClr val="FFFFFF">
                <a:lumMod val="65000"/>
              </a:srgbClr>
            </a:solidFill>
            <a:prstDash val="dash"/>
            <a:miter lim="800000"/>
          </a:ln>
          <a:effectLst/>
        </p:spPr>
      </p:cxnSp>
      <p:cxnSp>
        <p:nvCxnSpPr>
          <p:cNvPr id="14" name="Straight Connector 13">
            <a:extLst>
              <a:ext uri="{FF2B5EF4-FFF2-40B4-BE49-F238E27FC236}">
                <a16:creationId xmlns:a16="http://schemas.microsoft.com/office/drawing/2014/main" id="{2FAB2742-1A64-D67E-229B-04A7AD38F915}"/>
              </a:ext>
            </a:extLst>
          </p:cNvPr>
          <p:cNvCxnSpPr/>
          <p:nvPr/>
        </p:nvCxnSpPr>
        <p:spPr>
          <a:xfrm>
            <a:off x="5789494" y="3481615"/>
            <a:ext cx="0" cy="945484"/>
          </a:xfrm>
          <a:prstGeom prst="line">
            <a:avLst/>
          </a:prstGeom>
          <a:noFill/>
          <a:ln w="9525" cap="flat" cmpd="sng" algn="ctr">
            <a:solidFill>
              <a:srgbClr val="FFFFFF">
                <a:lumMod val="65000"/>
              </a:srgbClr>
            </a:solidFill>
            <a:prstDash val="dash"/>
            <a:miter lim="800000"/>
          </a:ln>
          <a:effectLst/>
        </p:spPr>
      </p:cxnSp>
      <p:cxnSp>
        <p:nvCxnSpPr>
          <p:cNvPr id="18" name="Straight Connector 17">
            <a:extLst>
              <a:ext uri="{FF2B5EF4-FFF2-40B4-BE49-F238E27FC236}">
                <a16:creationId xmlns:a16="http://schemas.microsoft.com/office/drawing/2014/main" id="{848696B3-6CE7-7027-20A4-81F5D9FC563D}"/>
              </a:ext>
            </a:extLst>
          </p:cNvPr>
          <p:cNvCxnSpPr>
            <a:cxnSpLocks/>
          </p:cNvCxnSpPr>
          <p:nvPr/>
        </p:nvCxnSpPr>
        <p:spPr>
          <a:xfrm>
            <a:off x="5842095" y="1494598"/>
            <a:ext cx="0" cy="945484"/>
          </a:xfrm>
          <a:prstGeom prst="line">
            <a:avLst/>
          </a:prstGeom>
          <a:noFill/>
          <a:ln w="9525" cap="flat" cmpd="sng" algn="ctr">
            <a:solidFill>
              <a:srgbClr val="FFFFFF">
                <a:lumMod val="65000"/>
              </a:srgbClr>
            </a:solidFill>
            <a:prstDash val="dash"/>
            <a:miter lim="800000"/>
          </a:ln>
          <a:effectLst/>
        </p:spPr>
      </p:cxnSp>
      <p:sp>
        <p:nvSpPr>
          <p:cNvPr id="19" name="Partial Circle 18">
            <a:extLst>
              <a:ext uri="{FF2B5EF4-FFF2-40B4-BE49-F238E27FC236}">
                <a16:creationId xmlns:a16="http://schemas.microsoft.com/office/drawing/2014/main" id="{D49731BD-BFCC-5BCD-E818-23493D7F345B}"/>
              </a:ext>
            </a:extLst>
          </p:cNvPr>
          <p:cNvSpPr/>
          <p:nvPr/>
        </p:nvSpPr>
        <p:spPr>
          <a:xfrm flipV="1">
            <a:off x="4721590" y="1943128"/>
            <a:ext cx="2123090" cy="2123088"/>
          </a:xfrm>
          <a:prstGeom prst="pie">
            <a:avLst>
              <a:gd name="adj1" fmla="val 10795223"/>
              <a:gd name="adj2" fmla="val 16200000"/>
            </a:avLst>
          </a:prstGeom>
          <a:solidFill>
            <a:srgbClr val="2E308E"/>
          </a:solidFill>
          <a:ln w="1905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48"/>
              </a:solidFill>
              <a:effectLst/>
              <a:uLnTx/>
              <a:uFillTx/>
              <a:latin typeface="Arial" panose="020B0604020202020204"/>
              <a:ea typeface="+mn-ea"/>
              <a:cs typeface="+mn-cs"/>
            </a:endParaRPr>
          </a:p>
        </p:txBody>
      </p:sp>
      <p:sp>
        <p:nvSpPr>
          <p:cNvPr id="20" name="Partial Circle 19">
            <a:extLst>
              <a:ext uri="{FF2B5EF4-FFF2-40B4-BE49-F238E27FC236}">
                <a16:creationId xmlns:a16="http://schemas.microsoft.com/office/drawing/2014/main" id="{9222E24A-47B7-EA46-FF06-42067EB290E1}"/>
              </a:ext>
            </a:extLst>
          </p:cNvPr>
          <p:cNvSpPr/>
          <p:nvPr/>
        </p:nvSpPr>
        <p:spPr>
          <a:xfrm flipH="1" flipV="1">
            <a:off x="4721590" y="2027208"/>
            <a:ext cx="2123090" cy="2123088"/>
          </a:xfrm>
          <a:prstGeom prst="pie">
            <a:avLst>
              <a:gd name="adj1" fmla="val 10795223"/>
              <a:gd name="adj2" fmla="val 16200000"/>
            </a:avLst>
          </a:prstGeom>
          <a:solidFill>
            <a:srgbClr val="000048"/>
          </a:solidFill>
          <a:ln w="1905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48"/>
              </a:solidFill>
              <a:effectLst/>
              <a:uLnTx/>
              <a:uFillTx/>
              <a:latin typeface="Arial" panose="020B0604020202020204"/>
              <a:ea typeface="+mn-ea"/>
              <a:cs typeface="+mn-cs"/>
            </a:endParaRPr>
          </a:p>
        </p:txBody>
      </p:sp>
      <p:sp>
        <p:nvSpPr>
          <p:cNvPr id="21" name="Partial Circle 20">
            <a:extLst>
              <a:ext uri="{FF2B5EF4-FFF2-40B4-BE49-F238E27FC236}">
                <a16:creationId xmlns:a16="http://schemas.microsoft.com/office/drawing/2014/main" id="{A8CDCEE6-5A97-35ED-7F0D-42A5B7F773CC}"/>
              </a:ext>
            </a:extLst>
          </p:cNvPr>
          <p:cNvSpPr/>
          <p:nvPr/>
        </p:nvSpPr>
        <p:spPr>
          <a:xfrm flipH="1">
            <a:off x="4784650" y="2027208"/>
            <a:ext cx="2123090" cy="2123088"/>
          </a:xfrm>
          <a:prstGeom prst="pie">
            <a:avLst>
              <a:gd name="adj1" fmla="val 10795223"/>
              <a:gd name="adj2" fmla="val 16200000"/>
            </a:avLst>
          </a:prstGeom>
          <a:solidFill>
            <a:srgbClr val="2E308E">
              <a:lumMod val="60000"/>
              <a:lumOff val="40000"/>
            </a:srgbClr>
          </a:solidFill>
          <a:ln w="1905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48"/>
              </a:solidFill>
              <a:effectLst/>
              <a:uLnTx/>
              <a:uFillTx/>
              <a:latin typeface="Arial" panose="020B0604020202020204"/>
              <a:ea typeface="+mn-ea"/>
              <a:cs typeface="+mn-cs"/>
            </a:endParaRPr>
          </a:p>
        </p:txBody>
      </p:sp>
      <p:sp>
        <p:nvSpPr>
          <p:cNvPr id="28" name="Partial Circle 27">
            <a:extLst>
              <a:ext uri="{FF2B5EF4-FFF2-40B4-BE49-F238E27FC236}">
                <a16:creationId xmlns:a16="http://schemas.microsoft.com/office/drawing/2014/main" id="{9499D7D6-B6EB-6570-5B15-1F1BF9032F7E}"/>
              </a:ext>
            </a:extLst>
          </p:cNvPr>
          <p:cNvSpPr/>
          <p:nvPr/>
        </p:nvSpPr>
        <p:spPr>
          <a:xfrm>
            <a:off x="4784650" y="1943128"/>
            <a:ext cx="2123090" cy="2123088"/>
          </a:xfrm>
          <a:prstGeom prst="pie">
            <a:avLst>
              <a:gd name="adj1" fmla="val 10795223"/>
              <a:gd name="adj2" fmla="val 16200000"/>
            </a:avLst>
          </a:prstGeom>
          <a:solidFill>
            <a:srgbClr val="2F78C4"/>
          </a:solidFill>
          <a:ln w="1905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48"/>
              </a:solidFill>
              <a:effectLst/>
              <a:uLnTx/>
              <a:uFillTx/>
              <a:latin typeface="Arial" panose="020B0604020202020204"/>
              <a:ea typeface="+mn-ea"/>
              <a:cs typeface="+mn-cs"/>
            </a:endParaRPr>
          </a:p>
        </p:txBody>
      </p:sp>
      <p:sp>
        <p:nvSpPr>
          <p:cNvPr id="30" name="TextBox 106">
            <a:extLst>
              <a:ext uri="{FF2B5EF4-FFF2-40B4-BE49-F238E27FC236}">
                <a16:creationId xmlns:a16="http://schemas.microsoft.com/office/drawing/2014/main" id="{79386A34-7CAC-5545-185B-31CD0D762051}"/>
              </a:ext>
            </a:extLst>
          </p:cNvPr>
          <p:cNvSpPr txBox="1"/>
          <p:nvPr/>
        </p:nvSpPr>
        <p:spPr>
          <a:xfrm>
            <a:off x="2728112" y="1104578"/>
            <a:ext cx="6183795" cy="360000"/>
          </a:xfrm>
          <a:prstGeom prst="roundRect">
            <a:avLst>
              <a:gd name="adj" fmla="val 13466"/>
            </a:avLst>
          </a:prstGeom>
          <a:solidFill>
            <a:srgbClr val="2CBECD"/>
          </a:solidFill>
          <a:ln w="12700">
            <a:noFill/>
          </a:ln>
          <a:effectLst/>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4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cs typeface="Calibri" panose="020F0502020204030204" pitchFamily="34" charset="0"/>
              </a:rPr>
              <a:t>Servicing Global Clients &amp; Providing Innovative Industry Solutions for 14+ Years</a:t>
            </a:r>
          </a:p>
        </p:txBody>
      </p:sp>
      <p:sp>
        <p:nvSpPr>
          <p:cNvPr id="31" name="TextBox 107">
            <a:extLst>
              <a:ext uri="{FF2B5EF4-FFF2-40B4-BE49-F238E27FC236}">
                <a16:creationId xmlns:a16="http://schemas.microsoft.com/office/drawing/2014/main" id="{518E235A-C650-5916-83F1-4FC86C161E09}"/>
              </a:ext>
            </a:extLst>
          </p:cNvPr>
          <p:cNvSpPr txBox="1"/>
          <p:nvPr/>
        </p:nvSpPr>
        <p:spPr>
          <a:xfrm>
            <a:off x="2923346" y="1795319"/>
            <a:ext cx="1955888" cy="666849"/>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43510" marR="0" lvl="0" indent="-143510" defTabSz="914400" eaLnBrk="1" fontAlgn="auto" latinLnBrk="0" hangingPunct="1">
              <a:lnSpc>
                <a:spcPct val="100000"/>
              </a:lnSpc>
              <a:spcBef>
                <a:spcPts val="200"/>
              </a:spcBef>
              <a:spcAft>
                <a:spcPts val="200"/>
              </a:spcAft>
              <a:buClr>
                <a:srgbClr val="0000B6"/>
              </a:buClr>
              <a:buSzTx/>
              <a:buFont typeface="Arial" panose="020B0604020202020204" pitchFamily="34" charset="0"/>
              <a:buChar char="•"/>
              <a:tabLst/>
              <a:defRPr/>
            </a:pPr>
            <a:r>
              <a:rPr kumimoji="0" lang="en-US" sz="1000" b="0" i="0" u="none" strike="noStrike" kern="0" cap="none" spc="0" normalizeH="0" baseline="0" noProof="0">
                <a:ln>
                  <a:noFill/>
                </a:ln>
                <a:solidFill>
                  <a:srgbClr val="000048"/>
                </a:solidFill>
                <a:effectLst/>
                <a:uLnTx/>
                <a:uFillTx/>
              </a:rPr>
              <a:t>Gold Application Integration Partner</a:t>
            </a:r>
            <a:endParaRPr lang="en-US">
              <a:cs typeface="Arial" panose="020B0604020202020204"/>
            </a:endParaRPr>
          </a:p>
          <a:p>
            <a:pPr marL="144000" marR="0" lvl="0" indent="-144000" defTabSz="914400" eaLnBrk="1" fontAlgn="auto" latinLnBrk="0" hangingPunct="1">
              <a:lnSpc>
                <a:spcPct val="100000"/>
              </a:lnSpc>
              <a:spcBef>
                <a:spcPts val="200"/>
              </a:spcBef>
              <a:spcAft>
                <a:spcPts val="200"/>
              </a:spcAft>
              <a:buClr>
                <a:srgbClr val="000048">
                  <a:lumMod val="75000"/>
                  <a:lumOff val="25000"/>
                </a:srgbClr>
              </a:buClr>
              <a:buSzTx/>
              <a:buFont typeface="Arial" panose="020B0604020202020204" pitchFamily="34" charset="0"/>
              <a:buChar char="•"/>
              <a:tabLst/>
              <a:defRPr/>
            </a:pPr>
            <a:r>
              <a:rPr kumimoji="0" lang="en-US" sz="1000" b="0" i="0" u="none" strike="noStrike" kern="0" cap="none" spc="0" normalizeH="0" baseline="0" noProof="0">
                <a:ln>
                  <a:noFill/>
                </a:ln>
                <a:solidFill>
                  <a:srgbClr val="000048"/>
                </a:solidFill>
                <a:effectLst/>
                <a:uLnTx/>
                <a:uFillTx/>
              </a:rPr>
              <a:t>Application Integration Partner of the Year Award Finalist</a:t>
            </a:r>
          </a:p>
        </p:txBody>
      </p:sp>
      <p:sp>
        <p:nvSpPr>
          <p:cNvPr id="34" name="TextBox 108">
            <a:extLst>
              <a:ext uri="{FF2B5EF4-FFF2-40B4-BE49-F238E27FC236}">
                <a16:creationId xmlns:a16="http://schemas.microsoft.com/office/drawing/2014/main" id="{83C2C85F-AE02-79B0-AA00-CB855869C17F}"/>
              </a:ext>
            </a:extLst>
          </p:cNvPr>
          <p:cNvSpPr txBox="1"/>
          <p:nvPr/>
        </p:nvSpPr>
        <p:spPr>
          <a:xfrm>
            <a:off x="6829610" y="1790134"/>
            <a:ext cx="1731091" cy="214794"/>
          </a:xfrm>
          <a:prstGeom prst="rect">
            <a:avLst/>
          </a:prstGeom>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100"/>
              </a:spcBef>
              <a:spcAft>
                <a:spcPts val="100"/>
              </a:spcAft>
              <a:buClr>
                <a:srgbClr val="000048">
                  <a:lumMod val="75000"/>
                  <a:lumOff val="25000"/>
                </a:srgbClr>
              </a:buClr>
              <a:buSzTx/>
              <a:buFontTx/>
              <a:buNone/>
              <a:tabLst/>
              <a:defRPr/>
            </a:pPr>
            <a:r>
              <a:rPr kumimoji="0" lang="en-US" sz="1400" b="1" i="0" u="none" strike="noStrike" kern="0" cap="none" spc="0" normalizeH="0" baseline="0" noProof="0">
                <a:ln>
                  <a:noFill/>
                </a:ln>
                <a:solidFill>
                  <a:srgbClr val="2F78C4"/>
                </a:solidFill>
                <a:effectLst/>
                <a:uLnTx/>
                <a:uFillTx/>
              </a:rPr>
              <a:t>100+ </a:t>
            </a:r>
            <a:r>
              <a:rPr kumimoji="0" lang="en-US" sz="1000" b="0" i="0" u="none" strike="noStrike" kern="0" cap="none" spc="0" normalizeH="0" baseline="0" noProof="0">
                <a:ln>
                  <a:noFill/>
                </a:ln>
                <a:solidFill>
                  <a:srgbClr val="000048"/>
                </a:solidFill>
                <a:effectLst/>
                <a:uLnTx/>
                <a:uFillTx/>
              </a:rPr>
              <a:t>Microsoft Customers</a:t>
            </a:r>
          </a:p>
        </p:txBody>
      </p:sp>
      <p:sp>
        <p:nvSpPr>
          <p:cNvPr id="36" name="TextBox 109">
            <a:extLst>
              <a:ext uri="{FF2B5EF4-FFF2-40B4-BE49-F238E27FC236}">
                <a16:creationId xmlns:a16="http://schemas.microsoft.com/office/drawing/2014/main" id="{D410D50F-4665-5D7C-8D0C-FBD4BB56E524}"/>
              </a:ext>
            </a:extLst>
          </p:cNvPr>
          <p:cNvSpPr txBox="1"/>
          <p:nvPr/>
        </p:nvSpPr>
        <p:spPr>
          <a:xfrm>
            <a:off x="6829609" y="2037986"/>
            <a:ext cx="1780985" cy="369332"/>
          </a:xfrm>
          <a:prstGeom prst="rect">
            <a:avLst/>
          </a:prstGeom>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100"/>
              </a:spcBef>
              <a:spcAft>
                <a:spcPts val="100"/>
              </a:spcAft>
              <a:buClr>
                <a:srgbClr val="000048">
                  <a:lumMod val="75000"/>
                  <a:lumOff val="25000"/>
                </a:srgbClr>
              </a:buClr>
              <a:buSzTx/>
              <a:buFontTx/>
              <a:buNone/>
              <a:tabLst/>
              <a:defRPr/>
            </a:pPr>
            <a:r>
              <a:rPr kumimoji="0" lang="en-US" sz="1400" b="1" i="0" u="none" strike="noStrike" kern="0" cap="none" spc="0" normalizeH="0" baseline="0" noProof="0">
                <a:ln>
                  <a:noFill/>
                </a:ln>
                <a:solidFill>
                  <a:srgbClr val="2F78C4"/>
                </a:solidFill>
                <a:effectLst/>
                <a:uLnTx/>
                <a:uFillTx/>
              </a:rPr>
              <a:t>350+ </a:t>
            </a:r>
            <a:r>
              <a:rPr kumimoji="0" lang="en-US" sz="1000" b="0" i="0" u="none" strike="noStrike" kern="0" cap="none" spc="0" normalizeH="0" baseline="0" noProof="0">
                <a:ln>
                  <a:noFill/>
                </a:ln>
                <a:solidFill>
                  <a:srgbClr val="000048"/>
                </a:solidFill>
                <a:effectLst/>
                <a:uLnTx/>
                <a:uFillTx/>
              </a:rPr>
              <a:t>MS Integration Projects in 12 Years</a:t>
            </a:r>
          </a:p>
        </p:txBody>
      </p:sp>
      <p:sp>
        <p:nvSpPr>
          <p:cNvPr id="39" name="TextBox 110">
            <a:extLst>
              <a:ext uri="{FF2B5EF4-FFF2-40B4-BE49-F238E27FC236}">
                <a16:creationId xmlns:a16="http://schemas.microsoft.com/office/drawing/2014/main" id="{3D4A2BF3-1BD2-B559-21F8-C785C9A1A138}"/>
              </a:ext>
            </a:extLst>
          </p:cNvPr>
          <p:cNvSpPr txBox="1"/>
          <p:nvPr/>
        </p:nvSpPr>
        <p:spPr>
          <a:xfrm>
            <a:off x="2985779" y="3535670"/>
            <a:ext cx="1447987" cy="215444"/>
          </a:xfrm>
          <a:prstGeom prst="rect">
            <a:avLst/>
          </a:prstGeom>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100"/>
              </a:spcBef>
              <a:spcAft>
                <a:spcPts val="100"/>
              </a:spcAft>
              <a:buClr>
                <a:srgbClr val="000048">
                  <a:lumMod val="75000"/>
                  <a:lumOff val="25000"/>
                </a:srgbClr>
              </a:buClr>
              <a:buSzTx/>
              <a:buFontTx/>
              <a:buNone/>
              <a:tabLst/>
              <a:defRPr/>
            </a:pPr>
            <a:r>
              <a:rPr kumimoji="0" lang="en-US" sz="1400" b="1" i="0" u="none" strike="noStrike" kern="0" cap="none" spc="0" normalizeH="0" baseline="0" noProof="0">
                <a:ln>
                  <a:noFill/>
                </a:ln>
                <a:solidFill>
                  <a:srgbClr val="2F78C4"/>
                </a:solidFill>
                <a:effectLst/>
                <a:uLnTx/>
                <a:uFillTx/>
              </a:rPr>
              <a:t>500+ </a:t>
            </a:r>
            <a:r>
              <a:rPr kumimoji="0" lang="en-US" sz="1000" b="0" i="0" u="none" strike="noStrike" kern="0" cap="none" spc="0" normalizeH="0" baseline="0" noProof="0">
                <a:ln>
                  <a:noFill/>
                </a:ln>
                <a:solidFill>
                  <a:srgbClr val="000048"/>
                </a:solidFill>
                <a:effectLst/>
                <a:uLnTx/>
                <a:uFillTx/>
              </a:rPr>
              <a:t>Product Experts</a:t>
            </a:r>
          </a:p>
        </p:txBody>
      </p:sp>
      <p:sp>
        <p:nvSpPr>
          <p:cNvPr id="41" name="TextBox 111">
            <a:extLst>
              <a:ext uri="{FF2B5EF4-FFF2-40B4-BE49-F238E27FC236}">
                <a16:creationId xmlns:a16="http://schemas.microsoft.com/office/drawing/2014/main" id="{D355F706-73F6-4F11-EFF1-024958C46B5C}"/>
              </a:ext>
            </a:extLst>
          </p:cNvPr>
          <p:cNvSpPr txBox="1"/>
          <p:nvPr/>
        </p:nvSpPr>
        <p:spPr>
          <a:xfrm>
            <a:off x="2985780" y="3773164"/>
            <a:ext cx="1925310" cy="215444"/>
          </a:xfrm>
          <a:prstGeom prst="rect">
            <a:avLst/>
          </a:prstGeom>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100"/>
              </a:spcBef>
              <a:spcAft>
                <a:spcPts val="100"/>
              </a:spcAft>
              <a:buClr>
                <a:srgbClr val="000048">
                  <a:lumMod val="75000"/>
                  <a:lumOff val="25000"/>
                </a:srgbClr>
              </a:buClr>
              <a:buSzTx/>
              <a:buFontTx/>
              <a:buNone/>
              <a:tabLst/>
              <a:defRPr/>
            </a:pPr>
            <a:r>
              <a:rPr kumimoji="0" lang="en-US" sz="1400" b="1" i="0" u="none" strike="noStrike" kern="0" cap="none" spc="0" normalizeH="0" baseline="0" noProof="0">
                <a:ln>
                  <a:noFill/>
                </a:ln>
                <a:solidFill>
                  <a:srgbClr val="2F78C4"/>
                </a:solidFill>
                <a:effectLst/>
                <a:uLnTx/>
                <a:uFillTx/>
              </a:rPr>
              <a:t>450+ </a:t>
            </a:r>
            <a:r>
              <a:rPr kumimoji="0" lang="en-US" sz="1000" b="0" i="0" u="none" strike="noStrike" kern="0" cap="none" spc="0" normalizeH="0" baseline="0" noProof="0">
                <a:ln>
                  <a:noFill/>
                </a:ln>
                <a:solidFill>
                  <a:srgbClr val="000048"/>
                </a:solidFill>
                <a:effectLst/>
                <a:uLnTx/>
                <a:uFillTx/>
              </a:rPr>
              <a:t>Certified Associates</a:t>
            </a:r>
          </a:p>
        </p:txBody>
      </p:sp>
      <p:sp>
        <p:nvSpPr>
          <p:cNvPr id="42" name="TextBox 112">
            <a:extLst>
              <a:ext uri="{FF2B5EF4-FFF2-40B4-BE49-F238E27FC236}">
                <a16:creationId xmlns:a16="http://schemas.microsoft.com/office/drawing/2014/main" id="{E475452D-1D50-3075-1B98-B11FAD81EE5E}"/>
              </a:ext>
            </a:extLst>
          </p:cNvPr>
          <p:cNvSpPr txBox="1"/>
          <p:nvPr/>
        </p:nvSpPr>
        <p:spPr>
          <a:xfrm>
            <a:off x="6926868" y="3648317"/>
            <a:ext cx="1925310" cy="369332"/>
          </a:xfrm>
          <a:prstGeom prst="rect">
            <a:avLst/>
          </a:prstGeom>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100"/>
              </a:spcBef>
              <a:spcAft>
                <a:spcPts val="100"/>
              </a:spcAft>
              <a:buClr>
                <a:srgbClr val="000048">
                  <a:lumMod val="75000"/>
                  <a:lumOff val="25000"/>
                </a:srgbClr>
              </a:buClr>
              <a:buSzTx/>
              <a:buFontTx/>
              <a:buNone/>
              <a:tabLst/>
              <a:defRPr/>
            </a:pPr>
            <a:r>
              <a:rPr kumimoji="0" lang="en-US" sz="1400" b="1" i="0" u="none" strike="noStrike" kern="0" cap="none" spc="0" normalizeH="0" baseline="0" noProof="0">
                <a:ln>
                  <a:noFill/>
                </a:ln>
                <a:solidFill>
                  <a:srgbClr val="2F78C4"/>
                </a:solidFill>
                <a:effectLst/>
                <a:uLnTx/>
                <a:uFillTx/>
              </a:rPr>
              <a:t>5+ Gen AI </a:t>
            </a:r>
            <a:r>
              <a:rPr kumimoji="0" lang="en-US" sz="1000" b="0" i="0" u="none" strike="noStrike" kern="0" cap="none" spc="0" normalizeH="0" baseline="0" noProof="0">
                <a:ln>
                  <a:noFill/>
                </a:ln>
                <a:solidFill>
                  <a:srgbClr val="000048"/>
                </a:solidFill>
                <a:effectLst/>
                <a:uLnTx/>
                <a:uFillTx/>
              </a:rPr>
              <a:t>Solutions &amp; Accelerators</a:t>
            </a:r>
          </a:p>
        </p:txBody>
      </p:sp>
      <p:pic>
        <p:nvPicPr>
          <p:cNvPr id="43" name="Picture 42" descr="Partner Icon 3082015">
            <a:extLst>
              <a:ext uri="{FF2B5EF4-FFF2-40B4-BE49-F238E27FC236}">
                <a16:creationId xmlns:a16="http://schemas.microsoft.com/office/drawing/2014/main" id="{45249AFC-EDD8-3C21-6838-0A3DA0EBA4B9}"/>
              </a:ext>
            </a:extLst>
          </p:cNvPr>
          <p:cNvPicPr>
            <a:picLocks noChangeAspect="1" noChangeArrowheads="1"/>
          </p:cNvPicPr>
          <p:nvPr/>
        </p:nvPicPr>
        <p:blipFill>
          <a:blip r:embed="rId2" cstate="print">
            <a:duotone>
              <a:srgbClr val="000048">
                <a:shade val="45000"/>
                <a:satMod val="135000"/>
              </a:srgbClr>
              <a:prstClr val="white"/>
            </a:duotone>
            <a:extLst>
              <a:ext uri="{BEBA8EAE-BF5A-486C-A8C5-ECC9F3942E4B}">
                <a14:imgProps xmlns:a14="http://schemas.microsoft.com/office/drawing/2010/main">
                  <a14:imgLayer r:embed="rId3">
                    <a14:imgEffect>
                      <a14:saturation sat="0"/>
                    </a14:imgEffect>
                    <a14:imgEffect>
                      <a14:brightnessContrast bright="100000" contrast="-40000"/>
                    </a14:imgEffect>
                  </a14:imgLayer>
                </a14:imgProps>
              </a:ext>
              <a:ext uri="{28A0092B-C50C-407E-A947-70E740481C1C}">
                <a14:useLocalDpi xmlns:a14="http://schemas.microsoft.com/office/drawing/2010/main" val="0"/>
              </a:ext>
            </a:extLst>
          </a:blip>
          <a:srcRect/>
          <a:stretch>
            <a:fillRect/>
          </a:stretch>
        </p:blipFill>
        <p:spPr bwMode="auto">
          <a:xfrm>
            <a:off x="5072876" y="2343002"/>
            <a:ext cx="392053" cy="36994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customer Icon 2334520">
            <a:extLst>
              <a:ext uri="{FF2B5EF4-FFF2-40B4-BE49-F238E27FC236}">
                <a16:creationId xmlns:a16="http://schemas.microsoft.com/office/drawing/2014/main" id="{4FA0D2A7-9BDC-9841-4F8A-3BD64B0515C6}"/>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166889" y="2338646"/>
            <a:ext cx="353895" cy="33394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skill Icon 2063301">
            <a:extLst>
              <a:ext uri="{FF2B5EF4-FFF2-40B4-BE49-F238E27FC236}">
                <a16:creationId xmlns:a16="http://schemas.microsoft.com/office/drawing/2014/main" id="{5E5316A4-8539-2F8C-FC61-B0E66EAE9DF7}"/>
              </a:ext>
            </a:extLst>
          </p:cNvPr>
          <p:cNvPicPr>
            <a:picLocks noChangeAspect="1" noChangeArrowheads="1"/>
          </p:cNvPicPr>
          <p:nvPr/>
        </p:nvPicPr>
        <p:blipFill>
          <a:blip r:embed="rId6" cstate="print">
            <a:duotone>
              <a:srgbClr val="2F78C4">
                <a:shade val="45000"/>
                <a:satMod val="135000"/>
              </a:srgbClr>
              <a:prstClr val="white"/>
            </a:duotone>
            <a:extLst>
              <a:ext uri="{BEBA8EAE-BF5A-486C-A8C5-ECC9F3942E4B}">
                <a14:imgProps xmlns:a14="http://schemas.microsoft.com/office/drawing/2010/main">
                  <a14:imgLayer r:embed="rId7">
                    <a14:imgEffect>
                      <a14:brightnessContrast bright="100000" contrast="-40000"/>
                    </a14:imgEffect>
                  </a14:imgLayer>
                </a14:imgProps>
              </a:ext>
              <a:ext uri="{28A0092B-C50C-407E-A947-70E740481C1C}">
                <a14:useLocalDpi xmlns:a14="http://schemas.microsoft.com/office/drawing/2010/main" val="0"/>
              </a:ext>
            </a:extLst>
          </a:blip>
          <a:srcRect/>
          <a:stretch>
            <a:fillRect/>
          </a:stretch>
        </p:blipFill>
        <p:spPr bwMode="auto">
          <a:xfrm>
            <a:off x="6178307" y="3413166"/>
            <a:ext cx="380765" cy="359297"/>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45">
            <a:extLst>
              <a:ext uri="{FF2B5EF4-FFF2-40B4-BE49-F238E27FC236}">
                <a16:creationId xmlns:a16="http://schemas.microsoft.com/office/drawing/2014/main" id="{221B2248-4AA0-A9D9-93F4-8F1A0010AEB3}"/>
              </a:ext>
            </a:extLst>
          </p:cNvPr>
          <p:cNvSpPr/>
          <p:nvPr/>
        </p:nvSpPr>
        <p:spPr>
          <a:xfrm>
            <a:off x="2741445" y="4574774"/>
            <a:ext cx="1959002" cy="769441"/>
          </a:xfrm>
          <a:prstGeom prst="rect">
            <a:avLst/>
          </a:prstGeom>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342892" eaLnBrk="1" fontAlgn="base" latinLnBrk="0" hangingPunct="1">
              <a:lnSpc>
                <a:spcPct val="100000"/>
              </a:lnSpc>
              <a:spcBef>
                <a:spcPts val="0"/>
              </a:spcBef>
              <a:spcAft>
                <a:spcPts val="0"/>
              </a:spcAft>
              <a:buClr>
                <a:srgbClr val="0033A0"/>
              </a:buClr>
              <a:buSzTx/>
              <a:buFontTx/>
              <a:buNone/>
              <a:tabLst/>
              <a:defRPr/>
            </a:pPr>
            <a:r>
              <a:rPr kumimoji="0" lang="en-US" sz="900" b="0" i="0" u="none" strike="noStrike" kern="0" cap="none" spc="0" normalizeH="0" baseline="0" noProof="0">
                <a:ln>
                  <a:noFill/>
                </a:ln>
                <a:solidFill>
                  <a:srgbClr val="FFFFFF"/>
                </a:solidFill>
                <a:effectLst/>
                <a:uLnTx/>
                <a:uFillTx/>
                <a:cs typeface="Calibri" pitchFamily="34" charset="0"/>
              </a:rPr>
              <a:t>Single integration platform for customer e-commerce segments and worldwide order management system to create a holistic Omni-channel environment</a:t>
            </a:r>
          </a:p>
        </p:txBody>
      </p:sp>
      <p:sp>
        <p:nvSpPr>
          <p:cNvPr id="47" name="Rectangle 46">
            <a:extLst>
              <a:ext uri="{FF2B5EF4-FFF2-40B4-BE49-F238E27FC236}">
                <a16:creationId xmlns:a16="http://schemas.microsoft.com/office/drawing/2014/main" id="{78C443A6-88D1-7F4C-432F-FE393375D93C}"/>
              </a:ext>
            </a:extLst>
          </p:cNvPr>
          <p:cNvSpPr/>
          <p:nvPr/>
        </p:nvSpPr>
        <p:spPr>
          <a:xfrm>
            <a:off x="4886064" y="4589117"/>
            <a:ext cx="1836120" cy="615553"/>
          </a:xfrm>
          <a:prstGeom prst="rect">
            <a:avLst/>
          </a:prstGeom>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342892" eaLnBrk="1" fontAlgn="base" latinLnBrk="0" hangingPunct="1">
              <a:lnSpc>
                <a:spcPct val="100000"/>
              </a:lnSpc>
              <a:spcBef>
                <a:spcPts val="0"/>
              </a:spcBef>
              <a:spcAft>
                <a:spcPts val="0"/>
              </a:spcAft>
              <a:buClr>
                <a:srgbClr val="0033A0"/>
              </a:buClr>
              <a:buSzTx/>
              <a:buFontTx/>
              <a:buNone/>
              <a:tabLst/>
              <a:defRPr/>
            </a:pPr>
            <a:r>
              <a:rPr kumimoji="0" lang="en-US" sz="900" b="0" i="0" u="none" strike="noStrike" kern="0" cap="none" spc="0" normalizeH="0" baseline="0" noProof="0">
                <a:ln>
                  <a:noFill/>
                </a:ln>
                <a:solidFill>
                  <a:srgbClr val="FFFFFF"/>
                </a:solidFill>
                <a:effectLst/>
                <a:uLnTx/>
                <a:uFillTx/>
                <a:cs typeface="Calibri" pitchFamily="34" charset="0"/>
              </a:rPr>
              <a:t>Created a remarkable Digital Experience that captures guest’s imagination for largest operator of world largest theme park</a:t>
            </a:r>
          </a:p>
        </p:txBody>
      </p:sp>
      <p:sp>
        <p:nvSpPr>
          <p:cNvPr id="48" name="Rectangle 47">
            <a:extLst>
              <a:ext uri="{FF2B5EF4-FFF2-40B4-BE49-F238E27FC236}">
                <a16:creationId xmlns:a16="http://schemas.microsoft.com/office/drawing/2014/main" id="{69141E6D-79CA-38FF-5CC6-2C4B80EC208A}"/>
              </a:ext>
            </a:extLst>
          </p:cNvPr>
          <p:cNvSpPr/>
          <p:nvPr/>
        </p:nvSpPr>
        <p:spPr>
          <a:xfrm>
            <a:off x="7040616" y="4503933"/>
            <a:ext cx="1667236" cy="769441"/>
          </a:xfrm>
          <a:prstGeom prst="rect">
            <a:avLst/>
          </a:prstGeom>
        </p:spPr>
        <p:txBody>
          <a:bodyPr wrap="square" lIns="0" tIns="0" rIns="0" bIns="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1" indent="0" algn="ctr" defTabSz="342892" eaLnBrk="1" fontAlgn="base" latinLnBrk="0" hangingPunct="1">
              <a:lnSpc>
                <a:spcPct val="100000"/>
              </a:lnSpc>
              <a:spcBef>
                <a:spcPts val="0"/>
              </a:spcBef>
              <a:spcAft>
                <a:spcPts val="0"/>
              </a:spcAft>
              <a:buClr>
                <a:srgbClr val="0033A0"/>
              </a:buClr>
              <a:buSzTx/>
              <a:buFontTx/>
              <a:buNone/>
              <a:tabLst/>
              <a:defRPr/>
            </a:pPr>
            <a:r>
              <a:rPr kumimoji="0" lang="en-US" sz="900" b="0" i="0" u="none" strike="noStrike" kern="0" cap="none" spc="0" normalizeH="0" baseline="0" noProof="0">
                <a:ln>
                  <a:noFill/>
                </a:ln>
                <a:solidFill>
                  <a:srgbClr val="FFFFFF"/>
                </a:solidFill>
                <a:effectLst/>
                <a:uLnTx/>
                <a:uFillTx/>
                <a:cs typeface="Calibri" pitchFamily="34" charset="0"/>
              </a:rPr>
              <a:t>Enterprise integration gateway platform for its assessment operating system and other enterprise infrastructures</a:t>
            </a:r>
          </a:p>
        </p:txBody>
      </p:sp>
      <p:pic>
        <p:nvPicPr>
          <p:cNvPr id="49" name="Picture 48" descr="E-Commerce Icon 3629835">
            <a:extLst>
              <a:ext uri="{FF2B5EF4-FFF2-40B4-BE49-F238E27FC236}">
                <a16:creationId xmlns:a16="http://schemas.microsoft.com/office/drawing/2014/main" id="{DC26110F-8DB8-7756-3002-F3C81C75F3D8}"/>
              </a:ext>
            </a:extLst>
          </p:cNvPr>
          <p:cNvPicPr>
            <a:picLocks noChangeAspect="1" noChangeArrowheads="1"/>
          </p:cNvPicPr>
          <p:nvPr/>
        </p:nvPicPr>
        <p:blipFill>
          <a:blip r:embed="rId8" cstate="print">
            <a:duotone>
              <a:srgbClr val="000048">
                <a:shade val="45000"/>
                <a:satMod val="135000"/>
              </a:srgbClr>
              <a:prstClr val="white"/>
            </a:duotone>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3590841" y="5368221"/>
            <a:ext cx="360001" cy="36000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ar Icon 2226862">
            <a:extLst>
              <a:ext uri="{FF2B5EF4-FFF2-40B4-BE49-F238E27FC236}">
                <a16:creationId xmlns:a16="http://schemas.microsoft.com/office/drawing/2014/main" id="{4A27F8B0-3943-4C57-9B6B-BB682DAF14EB}"/>
              </a:ext>
            </a:extLst>
          </p:cNvPr>
          <p:cNvPicPr>
            <a:picLocks noChangeAspect="1" noChangeArrowheads="1"/>
          </p:cNvPicPr>
          <p:nvPr/>
        </p:nvPicPr>
        <p:blipFill>
          <a:blip r:embed="rId10" cstate="print">
            <a:duotone>
              <a:srgbClr val="000048">
                <a:shade val="45000"/>
                <a:satMod val="135000"/>
              </a:srgbClr>
              <a:prstClr val="white"/>
            </a:duotone>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621212" y="5350221"/>
            <a:ext cx="396000" cy="396000"/>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infrastructure Icon 2830009">
            <a:extLst>
              <a:ext uri="{FF2B5EF4-FFF2-40B4-BE49-F238E27FC236}">
                <a16:creationId xmlns:a16="http://schemas.microsoft.com/office/drawing/2014/main" id="{60C728FA-0E36-1981-1946-23C6D9007A82}"/>
              </a:ext>
            </a:extLst>
          </p:cNvPr>
          <p:cNvPicPr>
            <a:picLocks noChangeAspect="1" noChangeArrowheads="1"/>
          </p:cNvPicPr>
          <p:nvPr/>
        </p:nvPicPr>
        <p:blipFill>
          <a:blip r:embed="rId12" cstate="print">
            <a:duotone>
              <a:srgbClr val="000048">
                <a:shade val="45000"/>
                <a:satMod val="135000"/>
              </a:srgbClr>
              <a:prstClr val="white"/>
            </a:duotone>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7700904" y="5350221"/>
            <a:ext cx="396001" cy="396000"/>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descr="quality Icon 1879002">
            <a:extLst>
              <a:ext uri="{FF2B5EF4-FFF2-40B4-BE49-F238E27FC236}">
                <a16:creationId xmlns:a16="http://schemas.microsoft.com/office/drawing/2014/main" id="{32AE5061-BD4B-F431-C1F4-2E2683567557}"/>
              </a:ext>
            </a:extLst>
          </p:cNvPr>
          <p:cNvPicPr>
            <a:picLocks noChangeAspect="1" noChangeArrowheads="1"/>
          </p:cNvPicPr>
          <p:nvPr/>
        </p:nvPicPr>
        <p:blipFill>
          <a:blip r:embed="rId14" cstate="print">
            <a:duotone>
              <a:srgbClr val="2F78C4">
                <a:shade val="45000"/>
                <a:satMod val="135000"/>
              </a:srgbClr>
              <a:prstClr val="white"/>
            </a:duotone>
            <a:extLst>
              <a:ext uri="{BEBA8EAE-BF5A-486C-A8C5-ECC9F3942E4B}">
                <a14:imgProps xmlns:a14="http://schemas.microsoft.com/office/drawing/2010/main">
                  <a14:imgLayer r:embed="rId15">
                    <a14:imgEffect>
                      <a14:colorTemperature colorTemp="4868"/>
                    </a14:imgEffect>
                    <a14:imgEffect>
                      <a14:saturation sat="283000"/>
                    </a14:imgEffect>
                    <a14:imgEffect>
                      <a14:brightnessContrast bright="100000" contrast="-40000"/>
                    </a14:imgEffect>
                  </a14:imgLayer>
                </a14:imgProps>
              </a:ext>
              <a:ext uri="{28A0092B-C50C-407E-A947-70E740481C1C}">
                <a14:useLocalDpi xmlns:a14="http://schemas.microsoft.com/office/drawing/2010/main" val="0"/>
              </a:ext>
            </a:extLst>
          </a:blip>
          <a:srcRect/>
          <a:stretch>
            <a:fillRect/>
          </a:stretch>
        </p:blipFill>
        <p:spPr bwMode="auto">
          <a:xfrm>
            <a:off x="5055510" y="3403411"/>
            <a:ext cx="377870" cy="356566"/>
          </a:xfrm>
          <a:prstGeom prst="rect">
            <a:avLst/>
          </a:prstGeom>
          <a:noFill/>
          <a:extLst>
            <a:ext uri="{909E8E84-426E-40DD-AFC4-6F175D3DCCD1}">
              <a14:hiddenFill xmlns:a14="http://schemas.microsoft.com/office/drawing/2010/main">
                <a:solidFill>
                  <a:srgbClr val="FFFFFF"/>
                </a:solidFill>
              </a14:hiddenFill>
            </a:ext>
          </a:extLst>
        </p:spPr>
      </p:pic>
      <p:sp>
        <p:nvSpPr>
          <p:cNvPr id="54" name="Oval 53">
            <a:extLst>
              <a:ext uri="{FF2B5EF4-FFF2-40B4-BE49-F238E27FC236}">
                <a16:creationId xmlns:a16="http://schemas.microsoft.com/office/drawing/2014/main" id="{5BDA6B8C-BBD3-5FF2-7FA7-0F6A2F0BDDF3}"/>
              </a:ext>
            </a:extLst>
          </p:cNvPr>
          <p:cNvSpPr/>
          <p:nvPr/>
        </p:nvSpPr>
        <p:spPr>
          <a:xfrm>
            <a:off x="5307789" y="2574745"/>
            <a:ext cx="944081" cy="944081"/>
          </a:xfrm>
          <a:prstGeom prst="ellipse">
            <a:avLst/>
          </a:prstGeom>
          <a:solidFill>
            <a:srgbClr val="FFFFFF"/>
          </a:solidFill>
          <a:ln w="1905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58" name="Picture 57">
            <a:extLst>
              <a:ext uri="{FF2B5EF4-FFF2-40B4-BE49-F238E27FC236}">
                <a16:creationId xmlns:a16="http://schemas.microsoft.com/office/drawing/2014/main" id="{A34D9586-6CAF-C34E-77A2-C0AE7AA32B74}"/>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423870" y="3088752"/>
            <a:ext cx="720000" cy="151899"/>
          </a:xfrm>
          <a:prstGeom prst="rect">
            <a:avLst/>
          </a:prstGeom>
        </p:spPr>
      </p:pic>
      <p:pic>
        <p:nvPicPr>
          <p:cNvPr id="59" name="Picture 58">
            <a:extLst>
              <a:ext uri="{FF2B5EF4-FFF2-40B4-BE49-F238E27FC236}">
                <a16:creationId xmlns:a16="http://schemas.microsoft.com/office/drawing/2014/main" id="{F9B91995-98FB-270D-7155-BE482C2BCE24}"/>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459117" y="2828735"/>
            <a:ext cx="660753" cy="190958"/>
          </a:xfrm>
          <a:prstGeom prst="rect">
            <a:avLst/>
          </a:prstGeom>
        </p:spPr>
      </p:pic>
      <p:sp>
        <p:nvSpPr>
          <p:cNvPr id="66" name="Rectangle: Top Corners Rounded 65">
            <a:extLst>
              <a:ext uri="{FF2B5EF4-FFF2-40B4-BE49-F238E27FC236}">
                <a16:creationId xmlns:a16="http://schemas.microsoft.com/office/drawing/2014/main" id="{5447EF1B-0751-EEEC-1F2E-F39C9E18C8E7}"/>
              </a:ext>
            </a:extLst>
          </p:cNvPr>
          <p:cNvSpPr/>
          <p:nvPr/>
        </p:nvSpPr>
        <p:spPr>
          <a:xfrm>
            <a:off x="2715259" y="5778558"/>
            <a:ext cx="6199175" cy="269561"/>
          </a:xfrm>
          <a:prstGeom prst="round2SameRect">
            <a:avLst>
              <a:gd name="adj1" fmla="val 50000"/>
              <a:gd name="adj2" fmla="val 0"/>
            </a:avLst>
          </a:prstGeom>
          <a:solidFill>
            <a:srgbClr val="000048"/>
          </a:solidFill>
          <a:ln w="9525" cap="flat" cmpd="sng" algn="ctr">
            <a:noFill/>
            <a:prstDash val="solid"/>
          </a:ln>
          <a:effectLst/>
        </p:spPr>
        <p:txBody>
          <a:bodyPr wrap="square" lIns="0" tIns="36000" rIns="0" bIns="9144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8528"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rPr>
              <a:t>Indicative Benefits’ Snapshot</a:t>
            </a:r>
          </a:p>
        </p:txBody>
      </p:sp>
      <p:sp>
        <p:nvSpPr>
          <p:cNvPr id="67" name="Rounded Rectangle 5">
            <a:extLst>
              <a:ext uri="{FF2B5EF4-FFF2-40B4-BE49-F238E27FC236}">
                <a16:creationId xmlns:a16="http://schemas.microsoft.com/office/drawing/2014/main" id="{3FD9FD7B-F34E-6999-BBF3-0C3C76A8007C}"/>
              </a:ext>
            </a:extLst>
          </p:cNvPr>
          <p:cNvSpPr/>
          <p:nvPr/>
        </p:nvSpPr>
        <p:spPr>
          <a:xfrm>
            <a:off x="363390" y="1494598"/>
            <a:ext cx="2235977" cy="4831188"/>
          </a:xfrm>
          <a:prstGeom prst="roundRect">
            <a:avLst>
              <a:gd name="adj" fmla="val 2573"/>
            </a:avLst>
          </a:prstGeom>
          <a:solidFill>
            <a:srgbClr val="D4E4F5"/>
          </a:solidFill>
          <a:ln w="6350" cap="rnd"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85"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404040"/>
              </a:solidFill>
              <a:effectLst/>
              <a:uLnTx/>
              <a:uFillTx/>
              <a:latin typeface="Arial" panose="020B0604020202020204"/>
              <a:ea typeface="+mn-ea"/>
              <a:cs typeface="+mn-cs"/>
            </a:endParaRPr>
          </a:p>
        </p:txBody>
      </p:sp>
      <p:sp>
        <p:nvSpPr>
          <p:cNvPr id="78" name="TextBox 144">
            <a:extLst>
              <a:ext uri="{FF2B5EF4-FFF2-40B4-BE49-F238E27FC236}">
                <a16:creationId xmlns:a16="http://schemas.microsoft.com/office/drawing/2014/main" id="{CB89BA17-4FEC-6656-47C6-196E1701F741}"/>
              </a:ext>
            </a:extLst>
          </p:cNvPr>
          <p:cNvSpPr txBox="1"/>
          <p:nvPr/>
        </p:nvSpPr>
        <p:spPr>
          <a:xfrm>
            <a:off x="363390" y="1838839"/>
            <a:ext cx="2078603" cy="3939540"/>
          </a:xfrm>
          <a:prstGeom prst="rect">
            <a:avLst/>
          </a:prstGeom>
          <a:noFill/>
          <a:ln>
            <a:noFill/>
          </a:ln>
        </p:spPr>
        <p:txBody>
          <a:bodyPr wrap="square" lIns="96000" rIns="9600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0" cap="none" spc="0" normalizeH="0" baseline="0" noProof="0">
                <a:ln>
                  <a:noFill/>
                </a:ln>
                <a:solidFill>
                  <a:srgbClr val="000048"/>
                </a:solidFill>
                <a:effectLst/>
                <a:uLnTx/>
                <a:uFillTx/>
                <a:cs typeface="Calibri" pitchFamily="34" charset="0"/>
              </a:rPr>
              <a:t>Azure Integration Services (iPaaS)</a:t>
            </a:r>
          </a:p>
          <a:p>
            <a:pPr marL="355600" marR="0" lvl="0" indent="-173038" defTabSz="91440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kumimoji="0" lang="en-US" sz="1000" b="0" i="0" u="none" strike="noStrike" kern="0" cap="none" spc="0" normalizeH="0" baseline="0" noProof="0">
                <a:ln>
                  <a:noFill/>
                </a:ln>
                <a:solidFill>
                  <a:srgbClr val="000048"/>
                </a:solidFill>
                <a:effectLst/>
                <a:uLnTx/>
                <a:uFillTx/>
                <a:cs typeface="Calibri" pitchFamily="34" charset="0"/>
              </a:rPr>
              <a:t>Azure Logic Apps, Azure Service Bus, Azure Event Grid</a:t>
            </a:r>
          </a:p>
          <a:p>
            <a:pPr marL="355600" marR="0" lvl="0" indent="-173038" defTabSz="91440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kumimoji="0" lang="en-US" sz="1000" b="0" i="0" u="none" strike="noStrike" kern="0" cap="none" spc="0" normalizeH="0" baseline="0" noProof="0">
                <a:ln>
                  <a:noFill/>
                </a:ln>
                <a:solidFill>
                  <a:srgbClr val="000048"/>
                </a:solidFill>
                <a:effectLst/>
                <a:uLnTx/>
                <a:uFillTx/>
                <a:cs typeface="Calibri" pitchFamily="34" charset="0"/>
              </a:rPr>
              <a:t>Azure API Management, API Center</a:t>
            </a:r>
          </a:p>
          <a:p>
            <a:pPr marL="355600" marR="0" lvl="0" indent="-173038" defTabSz="91440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kumimoji="0" lang="en-US" sz="1000" b="0" i="0" u="none" strike="noStrike" kern="0" cap="none" spc="0" normalizeH="0" baseline="0" noProof="0">
                <a:ln>
                  <a:noFill/>
                </a:ln>
                <a:solidFill>
                  <a:srgbClr val="000048"/>
                </a:solidFill>
                <a:effectLst/>
                <a:uLnTx/>
                <a:uFillTx/>
                <a:cs typeface="Calibri" pitchFamily="34" charset="0"/>
              </a:rPr>
              <a:t>Azure Data Factory, Azure Event Hub</a:t>
            </a:r>
          </a:p>
          <a:p>
            <a:pPr marL="355600" marR="0" lvl="0" indent="-173038" defTabSz="91440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kumimoji="0" lang="en-US" sz="1000" b="0" i="0" u="none" strike="noStrike" kern="0" cap="none" spc="0" normalizeH="0" baseline="0" noProof="0">
                <a:ln>
                  <a:noFill/>
                </a:ln>
                <a:solidFill>
                  <a:srgbClr val="000048"/>
                </a:solidFill>
                <a:effectLst/>
                <a:uLnTx/>
                <a:uFillTx/>
                <a:cs typeface="Calibri" pitchFamily="34" charset="0"/>
              </a:rPr>
              <a:t>Azure API Apps, Azure Functions</a:t>
            </a:r>
          </a:p>
          <a:p>
            <a:pPr marL="171450" marR="0" lvl="0" indent="-1714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0" cap="none" spc="0" normalizeH="0" baseline="0" noProof="0">
                <a:ln>
                  <a:noFill/>
                </a:ln>
                <a:solidFill>
                  <a:srgbClr val="000048"/>
                </a:solidFill>
                <a:effectLst/>
                <a:uLnTx/>
                <a:uFillTx/>
                <a:cs typeface="Calibri" pitchFamily="34" charset="0"/>
              </a:rPr>
              <a:t>Microservices on Azure</a:t>
            </a:r>
          </a:p>
          <a:p>
            <a:pPr marL="355600" marR="0" lvl="0" indent="-173038" defTabSz="91440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kumimoji="0" lang="en-US" sz="1000" b="0" i="0" u="none" strike="noStrike" kern="0" cap="none" spc="0" normalizeH="0" baseline="0" noProof="0">
                <a:ln>
                  <a:noFill/>
                </a:ln>
                <a:solidFill>
                  <a:srgbClr val="000048"/>
                </a:solidFill>
                <a:effectLst/>
                <a:uLnTx/>
                <a:uFillTx/>
                <a:cs typeface="Calibri" pitchFamily="34" charset="0"/>
              </a:rPr>
              <a:t>Azure Kubernetes Service (AKS), Azure Container Instances (ACI), Azure Service Fabric, Service Fabric Mesh</a:t>
            </a:r>
          </a:p>
          <a:p>
            <a:pPr marL="355600" marR="0" lvl="0" indent="-173038" defTabSz="914400" eaLnBrk="1" fontAlgn="auto" latinLnBrk="0" hangingPunct="1">
              <a:lnSpc>
                <a:spcPct val="100000"/>
              </a:lnSpc>
              <a:spcBef>
                <a:spcPts val="0"/>
              </a:spcBef>
              <a:spcAft>
                <a:spcPts val="600"/>
              </a:spcAft>
              <a:buClrTx/>
              <a:buSzTx/>
              <a:buFont typeface="Courier New" panose="02070309020205020404" pitchFamily="49" charset="0"/>
              <a:buChar char="o"/>
              <a:tabLst/>
              <a:defRPr/>
            </a:pPr>
            <a:r>
              <a:rPr kumimoji="0" lang="en-US" sz="1000" b="0" i="0" u="none" strike="noStrike" kern="0" cap="none" spc="0" normalizeH="0" baseline="0" noProof="0">
                <a:ln>
                  <a:noFill/>
                </a:ln>
                <a:solidFill>
                  <a:srgbClr val="000048"/>
                </a:solidFill>
                <a:effectLst/>
                <a:uLnTx/>
                <a:uFillTx/>
                <a:cs typeface="Calibri" pitchFamily="34" charset="0"/>
              </a:rPr>
              <a:t>.NET Core, ASP.NET Web API, WCF</a:t>
            </a:r>
          </a:p>
          <a:p>
            <a:pPr marL="171450" marR="0" lvl="0" indent="-171450"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0" cap="none" spc="0" normalizeH="0" baseline="0" noProof="0">
                <a:ln>
                  <a:noFill/>
                </a:ln>
                <a:solidFill>
                  <a:srgbClr val="000048"/>
                </a:solidFill>
                <a:effectLst/>
                <a:uLnTx/>
                <a:uFillTx/>
                <a:cs typeface="Calibri" pitchFamily="34" charset="0"/>
              </a:rPr>
              <a:t>BizTalk Server 2006 to 2020 &amp; ESB Tool kit</a:t>
            </a:r>
          </a:p>
        </p:txBody>
      </p:sp>
      <p:sp>
        <p:nvSpPr>
          <p:cNvPr id="83" name="Rounded Rectangle 5">
            <a:extLst>
              <a:ext uri="{FF2B5EF4-FFF2-40B4-BE49-F238E27FC236}">
                <a16:creationId xmlns:a16="http://schemas.microsoft.com/office/drawing/2014/main" id="{2A2E8641-4AF4-10B6-FB26-87BFDDB265DF}"/>
              </a:ext>
            </a:extLst>
          </p:cNvPr>
          <p:cNvSpPr/>
          <p:nvPr/>
        </p:nvSpPr>
        <p:spPr>
          <a:xfrm flipH="1">
            <a:off x="9053015" y="1494598"/>
            <a:ext cx="2353609" cy="4831188"/>
          </a:xfrm>
          <a:prstGeom prst="roundRect">
            <a:avLst>
              <a:gd name="adj" fmla="val 2710"/>
            </a:avLst>
          </a:prstGeom>
          <a:solidFill>
            <a:srgbClr val="D4E4F5"/>
          </a:solidFill>
          <a:ln w="6350" cap="rnd"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09585"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404040"/>
              </a:solidFill>
              <a:effectLst/>
              <a:uLnTx/>
              <a:uFillTx/>
              <a:latin typeface="Arial" panose="020B0604020202020204"/>
              <a:ea typeface="+mn-ea"/>
              <a:cs typeface="+mn-cs"/>
            </a:endParaRPr>
          </a:p>
        </p:txBody>
      </p:sp>
      <p:sp>
        <p:nvSpPr>
          <p:cNvPr id="94" name="TextBox 146">
            <a:extLst>
              <a:ext uri="{FF2B5EF4-FFF2-40B4-BE49-F238E27FC236}">
                <a16:creationId xmlns:a16="http://schemas.microsoft.com/office/drawing/2014/main" id="{44735A38-1048-1A33-13CD-10AA8B036445}"/>
              </a:ext>
            </a:extLst>
          </p:cNvPr>
          <p:cNvSpPr txBox="1"/>
          <p:nvPr/>
        </p:nvSpPr>
        <p:spPr>
          <a:xfrm>
            <a:off x="9132752" y="1919951"/>
            <a:ext cx="2243710" cy="1010533"/>
          </a:xfrm>
          <a:prstGeom prst="rect">
            <a:avLst/>
          </a:prstGeom>
        </p:spPr>
        <p:txBody>
          <a:bodyPr wrap="square" lIns="72000" tIns="0" rIns="7200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00"/>
              </a:spcAft>
              <a:defRPr/>
            </a:pPr>
            <a:r>
              <a:rPr lang="en-US" sz="1000" b="1" kern="0">
                <a:solidFill>
                  <a:srgbClr val="000048"/>
                </a:solidFill>
                <a:cs typeface="Calibri" panose="020F0502020204030204" pitchFamily="34" charset="0"/>
              </a:rPr>
              <a:t>AIS Design Generator</a:t>
            </a:r>
          </a:p>
          <a:p>
            <a:pPr>
              <a:spcAft>
                <a:spcPts val="200"/>
              </a:spcAft>
              <a:defRPr/>
            </a:pPr>
            <a:r>
              <a:rPr lang="en-US" sz="900" kern="0">
                <a:solidFill>
                  <a:srgbClr val="000048"/>
                </a:solidFill>
                <a:cs typeface="Calibri" panose="020F0502020204030204" pitchFamily="34" charset="0"/>
              </a:rPr>
              <a:t>Agentic AI based Azure Integration services design generator which creates AIS design document from BizTalk, MuleSoft, Tibco and Layer 7 artefacts. Reduces manual effort for design and development for migration activities.</a:t>
            </a:r>
            <a:endParaRPr lang="en-IN" sz="900" kern="0">
              <a:solidFill>
                <a:srgbClr val="000048"/>
              </a:solidFill>
              <a:cs typeface="Calibri" panose="020F0502020204030204" pitchFamily="34" charset="0"/>
            </a:endParaRPr>
          </a:p>
        </p:txBody>
      </p:sp>
      <p:sp>
        <p:nvSpPr>
          <p:cNvPr id="95" name="TextBox 147">
            <a:extLst>
              <a:ext uri="{FF2B5EF4-FFF2-40B4-BE49-F238E27FC236}">
                <a16:creationId xmlns:a16="http://schemas.microsoft.com/office/drawing/2014/main" id="{7EC5DEBD-36FA-5406-65A2-879417F7F68D}"/>
              </a:ext>
            </a:extLst>
          </p:cNvPr>
          <p:cNvSpPr txBox="1"/>
          <p:nvPr/>
        </p:nvSpPr>
        <p:spPr>
          <a:xfrm>
            <a:off x="9169126" y="4806276"/>
            <a:ext cx="2170962" cy="895117"/>
          </a:xfrm>
          <a:prstGeom prst="rect">
            <a:avLst/>
          </a:prstGeom>
        </p:spPr>
        <p:txBody>
          <a:bodyPr wrap="square" lIns="72000" tIns="0" rIns="7200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00"/>
              </a:spcAft>
              <a:defRPr/>
            </a:pPr>
            <a:r>
              <a:rPr lang="en-US" sz="1000" b="1" kern="0">
                <a:solidFill>
                  <a:srgbClr val="000048"/>
                </a:solidFill>
                <a:cs typeface="Calibri" panose="020F0502020204030204" pitchFamily="34" charset="0"/>
              </a:rPr>
              <a:t>BizTalk Document Generator</a:t>
            </a:r>
          </a:p>
          <a:p>
            <a:pPr>
              <a:spcAft>
                <a:spcPts val="200"/>
              </a:spcAft>
              <a:defRPr/>
            </a:pPr>
            <a:r>
              <a:rPr lang="en-US" sz="900" kern="0">
                <a:solidFill>
                  <a:srgbClr val="000048"/>
                </a:solidFill>
                <a:cs typeface="Calibri" panose="020F0502020204030204" pitchFamily="34" charset="0"/>
              </a:rPr>
              <a:t>AI based BizTalk documentation tool which generated BizTalk documentation from BizTalk artefacts Improves analysis and reverse engineering productivity</a:t>
            </a:r>
            <a:r>
              <a:rPr lang="en-US" sz="1000" kern="0">
                <a:solidFill>
                  <a:srgbClr val="000048"/>
                </a:solidFill>
                <a:cs typeface="Calibri" panose="020F0502020204030204" pitchFamily="34" charset="0"/>
              </a:rPr>
              <a:t>.</a:t>
            </a:r>
            <a:endParaRPr lang="en-IN" sz="1000" kern="0">
              <a:solidFill>
                <a:srgbClr val="000048"/>
              </a:solidFill>
              <a:cs typeface="Calibri" panose="020F0502020204030204" pitchFamily="34" charset="0"/>
            </a:endParaRPr>
          </a:p>
        </p:txBody>
      </p:sp>
      <p:sp>
        <p:nvSpPr>
          <p:cNvPr id="96" name="TextBox 148">
            <a:extLst>
              <a:ext uri="{FF2B5EF4-FFF2-40B4-BE49-F238E27FC236}">
                <a16:creationId xmlns:a16="http://schemas.microsoft.com/office/drawing/2014/main" id="{56F433CC-0E4D-28B8-D7CC-DAFFE2113205}"/>
              </a:ext>
            </a:extLst>
          </p:cNvPr>
          <p:cNvSpPr txBox="1"/>
          <p:nvPr/>
        </p:nvSpPr>
        <p:spPr>
          <a:xfrm>
            <a:off x="9169126" y="3411845"/>
            <a:ext cx="2170962" cy="913070"/>
          </a:xfrm>
          <a:prstGeom prst="rect">
            <a:avLst/>
          </a:prstGeom>
        </p:spPr>
        <p:txBody>
          <a:bodyPr wrap="square" lIns="72000" tIns="0" rIns="7200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200"/>
              </a:spcAft>
              <a:buClrTx/>
              <a:buSzTx/>
              <a:buFontTx/>
              <a:buNone/>
              <a:tabLst/>
              <a:defRPr/>
            </a:pPr>
            <a:r>
              <a:rPr kumimoji="0" lang="en-US" sz="1000" b="1" i="0" u="none" strike="noStrike" kern="0" cap="none" spc="0" normalizeH="0" baseline="0" noProof="0">
                <a:ln>
                  <a:noFill/>
                </a:ln>
                <a:solidFill>
                  <a:srgbClr val="000048"/>
                </a:solidFill>
                <a:effectLst/>
                <a:uLnTx/>
                <a:uFillTx/>
                <a:cs typeface="Calibri" panose="020F0502020204030204" pitchFamily="34" charset="0"/>
              </a:rPr>
              <a:t>Azure Design &amp; Development Pacer Kit</a:t>
            </a:r>
          </a:p>
          <a:p>
            <a:pPr marL="0" marR="0" lvl="0" indent="0" defTabSz="914400" eaLnBrk="1" fontAlgn="auto" latinLnBrk="0" hangingPunct="1">
              <a:lnSpc>
                <a:spcPct val="100000"/>
              </a:lnSpc>
              <a:spcBef>
                <a:spcPts val="0"/>
              </a:spcBef>
              <a:spcAft>
                <a:spcPts val="200"/>
              </a:spcAft>
              <a:buClrTx/>
              <a:buSzTx/>
              <a:buFontTx/>
              <a:buNone/>
              <a:tabLst/>
              <a:defRPr/>
            </a:pPr>
            <a:r>
              <a:rPr kumimoji="0" lang="en-US" sz="900" b="0" i="0" u="none" strike="noStrike" kern="0" cap="none" spc="0" normalizeH="0" baseline="0" noProof="0">
                <a:ln>
                  <a:noFill/>
                </a:ln>
                <a:solidFill>
                  <a:srgbClr val="000048"/>
                </a:solidFill>
                <a:effectLst/>
                <a:uLnTx/>
                <a:uFillTx/>
                <a:cs typeface="Calibri" panose="020F0502020204030204" pitchFamily="34" charset="0"/>
              </a:rPr>
              <a:t>Provides components which are commonly used by Azure iPaaS development time. Improves design &amp; development productivity by 10%-15%</a:t>
            </a:r>
          </a:p>
        </p:txBody>
      </p:sp>
      <p:sp>
        <p:nvSpPr>
          <p:cNvPr id="97" name="Rectangle: Rounded Corners 96">
            <a:extLst>
              <a:ext uri="{FF2B5EF4-FFF2-40B4-BE49-F238E27FC236}">
                <a16:creationId xmlns:a16="http://schemas.microsoft.com/office/drawing/2014/main" id="{6E9E06BD-3A5F-5D2E-5247-147624B12AFC}"/>
              </a:ext>
            </a:extLst>
          </p:cNvPr>
          <p:cNvSpPr/>
          <p:nvPr/>
        </p:nvSpPr>
        <p:spPr>
          <a:xfrm>
            <a:off x="2714113" y="6070399"/>
            <a:ext cx="6199175" cy="255389"/>
          </a:xfrm>
          <a:prstGeom prst="roundRect">
            <a:avLst/>
          </a:prstGeom>
          <a:solidFill>
            <a:srgbClr val="2E308E"/>
          </a:solidFill>
          <a:ln w="6350">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rPr>
              <a:t>Disclaimer: All Trademarks &amp; Registered Trademarks are the property of their respective owners</a:t>
            </a:r>
          </a:p>
        </p:txBody>
      </p:sp>
      <p:cxnSp>
        <p:nvCxnSpPr>
          <p:cNvPr id="98" name="Straight Connector 97">
            <a:extLst>
              <a:ext uri="{FF2B5EF4-FFF2-40B4-BE49-F238E27FC236}">
                <a16:creationId xmlns:a16="http://schemas.microsoft.com/office/drawing/2014/main" id="{638791D0-610D-7DA7-CFF4-246F2245DA6F}"/>
              </a:ext>
            </a:extLst>
          </p:cNvPr>
          <p:cNvCxnSpPr/>
          <p:nvPr/>
        </p:nvCxnSpPr>
        <p:spPr>
          <a:xfrm>
            <a:off x="9233622" y="3184801"/>
            <a:ext cx="1940002" cy="0"/>
          </a:xfrm>
          <a:prstGeom prst="line">
            <a:avLst/>
          </a:prstGeom>
          <a:noFill/>
          <a:ln w="6350" cap="flat" cmpd="sng" algn="ctr">
            <a:solidFill>
              <a:srgbClr val="000048"/>
            </a:solidFill>
            <a:prstDash val="dash"/>
            <a:miter lim="800000"/>
          </a:ln>
          <a:effectLst/>
        </p:spPr>
      </p:cxnSp>
      <p:cxnSp>
        <p:nvCxnSpPr>
          <p:cNvPr id="99" name="Straight Connector 98">
            <a:extLst>
              <a:ext uri="{FF2B5EF4-FFF2-40B4-BE49-F238E27FC236}">
                <a16:creationId xmlns:a16="http://schemas.microsoft.com/office/drawing/2014/main" id="{11274532-1284-68E9-B091-9F4AD7DD421A}"/>
              </a:ext>
            </a:extLst>
          </p:cNvPr>
          <p:cNvCxnSpPr/>
          <p:nvPr/>
        </p:nvCxnSpPr>
        <p:spPr>
          <a:xfrm>
            <a:off x="9257587" y="4599067"/>
            <a:ext cx="1940002" cy="0"/>
          </a:xfrm>
          <a:prstGeom prst="line">
            <a:avLst/>
          </a:prstGeom>
          <a:noFill/>
          <a:ln w="6350" cap="flat" cmpd="sng" algn="ctr">
            <a:solidFill>
              <a:srgbClr val="000048"/>
            </a:solidFill>
            <a:prstDash val="dash"/>
            <a:miter lim="800000"/>
          </a:ln>
          <a:effectLst/>
        </p:spPr>
      </p:cxnSp>
      <p:sp>
        <p:nvSpPr>
          <p:cNvPr id="100" name="Rounded Rectangle 9">
            <a:extLst>
              <a:ext uri="{FF2B5EF4-FFF2-40B4-BE49-F238E27FC236}">
                <a16:creationId xmlns:a16="http://schemas.microsoft.com/office/drawing/2014/main" id="{0BE37186-56DA-BE94-7160-2386064221D2}"/>
              </a:ext>
            </a:extLst>
          </p:cNvPr>
          <p:cNvSpPr/>
          <p:nvPr/>
        </p:nvSpPr>
        <p:spPr>
          <a:xfrm>
            <a:off x="456839" y="1093351"/>
            <a:ext cx="2078603" cy="585388"/>
          </a:xfrm>
          <a:prstGeom prst="roundRect">
            <a:avLst/>
          </a:prstGeom>
          <a:solidFill>
            <a:srgbClr val="000048"/>
          </a:solidFill>
          <a:ln w="1905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04" name="Rounded Rectangle 10">
            <a:extLst>
              <a:ext uri="{FF2B5EF4-FFF2-40B4-BE49-F238E27FC236}">
                <a16:creationId xmlns:a16="http://schemas.microsoft.com/office/drawing/2014/main" id="{A7DBC874-1B7D-9FA0-5913-4B2EFC7D013C}"/>
              </a:ext>
            </a:extLst>
          </p:cNvPr>
          <p:cNvSpPr/>
          <p:nvPr/>
        </p:nvSpPr>
        <p:spPr>
          <a:xfrm>
            <a:off x="451405" y="1095827"/>
            <a:ext cx="574729" cy="594140"/>
          </a:xfrm>
          <a:prstGeom prst="roundRect">
            <a:avLst>
              <a:gd name="adj" fmla="val 9018"/>
            </a:avLst>
          </a:prstGeom>
          <a:solidFill>
            <a:srgbClr val="2F78C4"/>
          </a:solidFill>
          <a:ln w="1905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10" name="Triangle 11">
            <a:extLst>
              <a:ext uri="{FF2B5EF4-FFF2-40B4-BE49-F238E27FC236}">
                <a16:creationId xmlns:a16="http://schemas.microsoft.com/office/drawing/2014/main" id="{13DB8FAC-DCC2-5B9E-704E-3D8DD224B5EE}"/>
              </a:ext>
            </a:extLst>
          </p:cNvPr>
          <p:cNvSpPr/>
          <p:nvPr/>
        </p:nvSpPr>
        <p:spPr>
          <a:xfrm rot="5400000">
            <a:off x="964806" y="1342459"/>
            <a:ext cx="212696" cy="100356"/>
          </a:xfrm>
          <a:prstGeom prst="triangle">
            <a:avLst/>
          </a:prstGeom>
          <a:solidFill>
            <a:srgbClr val="2E308E"/>
          </a:solidFill>
          <a:ln w="1905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pic>
        <p:nvPicPr>
          <p:cNvPr id="113" name="Picture 112">
            <a:extLst>
              <a:ext uri="{FF2B5EF4-FFF2-40B4-BE49-F238E27FC236}">
                <a16:creationId xmlns:a16="http://schemas.microsoft.com/office/drawing/2014/main" id="{71CC336F-FCBC-DDF9-3E0A-22F088C7C53E}"/>
              </a:ext>
            </a:extLst>
          </p:cNvPr>
          <p:cNvPicPr>
            <a:picLocks noChangeAspect="1"/>
          </p:cNvPicPr>
          <p:nvPr/>
        </p:nvPicPr>
        <p:blipFill>
          <a:blip r:embed="rId18">
            <a:extLst>
              <a:ext uri="{BEBA8EAE-BF5A-486C-A8C5-ECC9F3942E4B}">
                <a14:imgProps xmlns:a14="http://schemas.microsoft.com/office/drawing/2010/main">
                  <a14:imgLayer r:embed="rId19">
                    <a14:imgEffect>
                      <a14:brightnessContrast bright="100000"/>
                    </a14:imgEffect>
                  </a14:imgLayer>
                </a14:imgProps>
              </a:ext>
            </a:extLst>
          </a:blip>
          <a:stretch>
            <a:fillRect/>
          </a:stretch>
        </p:blipFill>
        <p:spPr>
          <a:xfrm>
            <a:off x="591113" y="1218298"/>
            <a:ext cx="353961" cy="353961"/>
          </a:xfrm>
          <a:prstGeom prst="rect">
            <a:avLst/>
          </a:prstGeom>
        </p:spPr>
      </p:pic>
      <p:sp>
        <p:nvSpPr>
          <p:cNvPr id="114" name="Rectangle: Top Corners Rounded 113">
            <a:extLst>
              <a:ext uri="{FF2B5EF4-FFF2-40B4-BE49-F238E27FC236}">
                <a16:creationId xmlns:a16="http://schemas.microsoft.com/office/drawing/2014/main" id="{E4896DEB-BD29-94AC-CCA9-1B1F9D4E95DA}"/>
              </a:ext>
            </a:extLst>
          </p:cNvPr>
          <p:cNvSpPr/>
          <p:nvPr/>
        </p:nvSpPr>
        <p:spPr>
          <a:xfrm>
            <a:off x="1088343" y="1205524"/>
            <a:ext cx="1912289" cy="389558"/>
          </a:xfrm>
          <a:prstGeom prst="round2SameRect">
            <a:avLst>
              <a:gd name="adj1" fmla="val 50000"/>
              <a:gd name="adj2" fmla="val 0"/>
            </a:avLst>
          </a:prstGeom>
          <a:noFill/>
        </p:spPr>
        <p:txBody>
          <a:bodyPr wrap="square" lIns="72000" tIns="0" rIns="684000" bIns="72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609585"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cs typeface="Calibri" panose="020F0502020204030204" pitchFamily="34" charset="0"/>
              </a:rPr>
              <a:t>Technology Specializations</a:t>
            </a:r>
          </a:p>
        </p:txBody>
      </p:sp>
      <p:sp>
        <p:nvSpPr>
          <p:cNvPr id="117" name="Rounded Rectangle 17">
            <a:extLst>
              <a:ext uri="{FF2B5EF4-FFF2-40B4-BE49-F238E27FC236}">
                <a16:creationId xmlns:a16="http://schemas.microsoft.com/office/drawing/2014/main" id="{9AEF8D81-82C2-E2A5-5C47-2EE56D4A15AE}"/>
              </a:ext>
            </a:extLst>
          </p:cNvPr>
          <p:cNvSpPr/>
          <p:nvPr/>
        </p:nvSpPr>
        <p:spPr>
          <a:xfrm>
            <a:off x="9186914" y="1093351"/>
            <a:ext cx="2078603" cy="585388"/>
          </a:xfrm>
          <a:prstGeom prst="roundRect">
            <a:avLst/>
          </a:prstGeom>
          <a:solidFill>
            <a:srgbClr val="000048"/>
          </a:solidFill>
          <a:ln w="1905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18" name="Rounded Rectangle 18">
            <a:extLst>
              <a:ext uri="{FF2B5EF4-FFF2-40B4-BE49-F238E27FC236}">
                <a16:creationId xmlns:a16="http://schemas.microsoft.com/office/drawing/2014/main" id="{AF78D792-4280-AC0B-C330-D1FCF564D5FA}"/>
              </a:ext>
            </a:extLst>
          </p:cNvPr>
          <p:cNvSpPr/>
          <p:nvPr/>
        </p:nvSpPr>
        <p:spPr>
          <a:xfrm>
            <a:off x="9181480" y="1095827"/>
            <a:ext cx="574729" cy="594140"/>
          </a:xfrm>
          <a:prstGeom prst="roundRect">
            <a:avLst>
              <a:gd name="adj" fmla="val 9018"/>
            </a:avLst>
          </a:prstGeom>
          <a:solidFill>
            <a:srgbClr val="2F78C4"/>
          </a:solidFill>
          <a:ln w="1905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19" name="Triangle 19">
            <a:extLst>
              <a:ext uri="{FF2B5EF4-FFF2-40B4-BE49-F238E27FC236}">
                <a16:creationId xmlns:a16="http://schemas.microsoft.com/office/drawing/2014/main" id="{39A6170A-E39B-017D-4CF3-3FB37BE86AB4}"/>
              </a:ext>
            </a:extLst>
          </p:cNvPr>
          <p:cNvSpPr/>
          <p:nvPr/>
        </p:nvSpPr>
        <p:spPr>
          <a:xfrm rot="5400000">
            <a:off x="9694881" y="1342459"/>
            <a:ext cx="212696" cy="100356"/>
          </a:xfrm>
          <a:prstGeom prst="triangle">
            <a:avLst/>
          </a:prstGeom>
          <a:solidFill>
            <a:srgbClr val="2E308E"/>
          </a:solidFill>
          <a:ln w="1905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20" name="Rectangle: Top Corners Rounded 119">
            <a:extLst>
              <a:ext uri="{FF2B5EF4-FFF2-40B4-BE49-F238E27FC236}">
                <a16:creationId xmlns:a16="http://schemas.microsoft.com/office/drawing/2014/main" id="{2695D456-89FC-6FBC-E600-C8B543E704F5}"/>
              </a:ext>
            </a:extLst>
          </p:cNvPr>
          <p:cNvSpPr/>
          <p:nvPr/>
        </p:nvSpPr>
        <p:spPr>
          <a:xfrm>
            <a:off x="9921669" y="1205524"/>
            <a:ext cx="1912289" cy="389558"/>
          </a:xfrm>
          <a:prstGeom prst="round2SameRect">
            <a:avLst>
              <a:gd name="adj1" fmla="val 50000"/>
              <a:gd name="adj2" fmla="val 0"/>
            </a:avLst>
          </a:prstGeom>
          <a:noFill/>
        </p:spPr>
        <p:txBody>
          <a:bodyPr wrap="square" lIns="72000" tIns="0" rIns="684000" bIns="7200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609585"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cs typeface="Calibri" panose="020F0502020204030204" pitchFamily="34" charset="0"/>
              </a:rPr>
              <a:t>Accelerators And Solutions</a:t>
            </a:r>
          </a:p>
        </p:txBody>
      </p:sp>
      <p:pic>
        <p:nvPicPr>
          <p:cNvPr id="121" name="Picture 120">
            <a:extLst>
              <a:ext uri="{FF2B5EF4-FFF2-40B4-BE49-F238E27FC236}">
                <a16:creationId xmlns:a16="http://schemas.microsoft.com/office/drawing/2014/main" id="{1661993D-6B12-3277-6EA6-1AE5EE6BA4B3}"/>
              </a:ext>
            </a:extLst>
          </p:cNvPr>
          <p:cNvPicPr>
            <a:picLocks noChangeAspect="1"/>
          </p:cNvPicPr>
          <p:nvPr/>
        </p:nvPicPr>
        <p:blipFill>
          <a:blip r:embed="rId20">
            <a:extLst>
              <a:ext uri="{BEBA8EAE-BF5A-486C-A8C5-ECC9F3942E4B}">
                <a14:imgProps xmlns:a14="http://schemas.microsoft.com/office/drawing/2010/main">
                  <a14:imgLayer r:embed="rId21">
                    <a14:imgEffect>
                      <a14:brightnessContrast bright="100000"/>
                    </a14:imgEffect>
                  </a14:imgLayer>
                </a14:imgProps>
              </a:ext>
            </a:extLst>
          </a:blip>
          <a:stretch>
            <a:fillRect/>
          </a:stretch>
        </p:blipFill>
        <p:spPr>
          <a:xfrm>
            <a:off x="9254382" y="1205524"/>
            <a:ext cx="430799" cy="430799"/>
          </a:xfrm>
          <a:prstGeom prst="rect">
            <a:avLst/>
          </a:prstGeom>
        </p:spPr>
      </p:pic>
      <p:sp>
        <p:nvSpPr>
          <p:cNvPr id="5" name="Footer Placeholder 1">
            <a:extLst>
              <a:ext uri="{FF2B5EF4-FFF2-40B4-BE49-F238E27FC236}">
                <a16:creationId xmlns:a16="http://schemas.microsoft.com/office/drawing/2014/main" id="{0EA87F51-3253-A586-53DF-65E2D1F5ECB1}"/>
              </a:ext>
            </a:extLst>
          </p:cNvPr>
          <p:cNvSpPr txBox="1">
            <a:spLocks/>
          </p:cNvSpPr>
          <p:nvPr/>
        </p:nvSpPr>
        <p:spPr>
          <a:xfrm>
            <a:off x="693783" y="6386286"/>
            <a:ext cx="1574800" cy="25762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lIns="91440" tIns="45720" rIns="91440" bIns="45720" anchor="t"/>
          <a:lstStyle>
            <a:defPPr>
              <a:defRPr lang="en-US"/>
            </a:defPPr>
            <a:lvl1pPr marL="0" algn="l" defTabSz="914156" rtl="0" eaLnBrk="1" latinLnBrk="0" hangingPunct="1">
              <a:defRPr sz="1900" kern="1200">
                <a:solidFill>
                  <a:schemeClr val="tx1"/>
                </a:solidFill>
                <a:latin typeface="+mn-lt"/>
                <a:ea typeface="+mn-ea"/>
                <a:cs typeface="+mn-cs"/>
              </a:defRPr>
            </a:lvl1pPr>
            <a:lvl2pPr marL="457077" algn="l" defTabSz="914156" rtl="0" eaLnBrk="1" latinLnBrk="0" hangingPunct="1">
              <a:defRPr sz="1900" kern="1200">
                <a:solidFill>
                  <a:schemeClr val="tx1"/>
                </a:solidFill>
                <a:latin typeface="+mn-lt"/>
                <a:ea typeface="+mn-ea"/>
                <a:cs typeface="+mn-cs"/>
              </a:defRPr>
            </a:lvl2pPr>
            <a:lvl3pPr marL="914156" algn="l" defTabSz="914156" rtl="0" eaLnBrk="1" latinLnBrk="0" hangingPunct="1">
              <a:defRPr sz="1900" kern="1200">
                <a:solidFill>
                  <a:schemeClr val="tx1"/>
                </a:solidFill>
                <a:latin typeface="+mn-lt"/>
                <a:ea typeface="+mn-ea"/>
                <a:cs typeface="+mn-cs"/>
              </a:defRPr>
            </a:lvl3pPr>
            <a:lvl4pPr marL="1371234" algn="l" defTabSz="914156" rtl="0" eaLnBrk="1" latinLnBrk="0" hangingPunct="1">
              <a:defRPr sz="1900" kern="1200">
                <a:solidFill>
                  <a:schemeClr val="tx1"/>
                </a:solidFill>
                <a:latin typeface="+mn-lt"/>
                <a:ea typeface="+mn-ea"/>
                <a:cs typeface="+mn-cs"/>
              </a:defRPr>
            </a:lvl4pPr>
            <a:lvl5pPr marL="1828312" algn="l" defTabSz="914156" rtl="0" eaLnBrk="1" latinLnBrk="0" hangingPunct="1">
              <a:defRPr sz="1900" kern="1200">
                <a:solidFill>
                  <a:schemeClr val="tx1"/>
                </a:solidFill>
                <a:latin typeface="+mn-lt"/>
                <a:ea typeface="+mn-ea"/>
                <a:cs typeface="+mn-cs"/>
              </a:defRPr>
            </a:lvl5pPr>
            <a:lvl6pPr marL="2285389" algn="l" defTabSz="914156" rtl="0" eaLnBrk="1" latinLnBrk="0" hangingPunct="1">
              <a:defRPr sz="1900" kern="1200">
                <a:solidFill>
                  <a:schemeClr val="tx1"/>
                </a:solidFill>
                <a:latin typeface="+mn-lt"/>
                <a:ea typeface="+mn-ea"/>
                <a:cs typeface="+mn-cs"/>
              </a:defRPr>
            </a:lvl6pPr>
            <a:lvl7pPr marL="2742468" algn="l" defTabSz="914156" rtl="0" eaLnBrk="1" latinLnBrk="0" hangingPunct="1">
              <a:defRPr sz="1900" kern="1200">
                <a:solidFill>
                  <a:schemeClr val="tx1"/>
                </a:solidFill>
                <a:latin typeface="+mn-lt"/>
                <a:ea typeface="+mn-ea"/>
                <a:cs typeface="+mn-cs"/>
              </a:defRPr>
            </a:lvl7pPr>
            <a:lvl8pPr marL="3199546" algn="l" defTabSz="914156" rtl="0" eaLnBrk="1" latinLnBrk="0" hangingPunct="1">
              <a:defRPr sz="1900" kern="1200">
                <a:solidFill>
                  <a:schemeClr val="tx1"/>
                </a:solidFill>
                <a:latin typeface="+mn-lt"/>
                <a:ea typeface="+mn-ea"/>
                <a:cs typeface="+mn-cs"/>
              </a:defRPr>
            </a:lvl8pPr>
            <a:lvl9pPr marL="3656625" algn="l" defTabSz="914156" rtl="0" eaLnBrk="1" latinLnBrk="0" hangingPunct="1">
              <a:defRPr sz="1900" kern="1200">
                <a:solidFill>
                  <a:schemeClr val="tx1"/>
                </a:solidFill>
                <a:latin typeface="+mn-lt"/>
                <a:ea typeface="+mn-ea"/>
                <a:cs typeface="+mn-cs"/>
              </a:defRPr>
            </a:lvl9pPr>
          </a:lstStyle>
          <a:p>
            <a:r>
              <a:rPr lang="en-US" sz="700"/>
              <a:t>© 2026–2027 Cognizant | Private</a:t>
            </a:r>
            <a:endParaRPr lang="en-US" sz="700">
              <a:cs typeface="Arial"/>
            </a:endParaRPr>
          </a:p>
        </p:txBody>
      </p:sp>
    </p:spTree>
    <p:extLst>
      <p:ext uri="{BB962C8B-B14F-4D97-AF65-F5344CB8AC3E}">
        <p14:creationId xmlns:p14="http://schemas.microsoft.com/office/powerpoint/2010/main" val="2217359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514C9-6BB8-A13B-808E-18583ECF67F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609E8BB-DE70-01F3-B9DA-0F81CB1A8D90}"/>
              </a:ext>
            </a:extLst>
          </p:cNvPr>
          <p:cNvSpPr>
            <a:spLocks noGrp="1"/>
          </p:cNvSpPr>
          <p:nvPr>
            <p:ph type="ftr" sz="quarter" idx="11"/>
          </p:nvPr>
        </p:nvSpPr>
        <p:spPr/>
        <p:txBody>
          <a:bodyPr/>
          <a:lstStyle/>
          <a:p>
            <a:r>
              <a:rPr lang="en-US"/>
              <a:t>© 2026–2027 Cognizant | Private</a:t>
            </a:r>
          </a:p>
        </p:txBody>
      </p:sp>
      <p:sp>
        <p:nvSpPr>
          <p:cNvPr id="4" name="Slide Number Placeholder 3">
            <a:extLst>
              <a:ext uri="{FF2B5EF4-FFF2-40B4-BE49-F238E27FC236}">
                <a16:creationId xmlns:a16="http://schemas.microsoft.com/office/drawing/2014/main" id="{B7C0E02F-18D1-3B15-78E5-BB0D708149D3}"/>
              </a:ext>
            </a:extLst>
          </p:cNvPr>
          <p:cNvSpPr>
            <a:spLocks noGrp="1"/>
          </p:cNvSpPr>
          <p:nvPr>
            <p:ph type="sldNum" sz="quarter" idx="12"/>
          </p:nvPr>
        </p:nvSpPr>
        <p:spPr/>
        <p:txBody>
          <a:bodyPr/>
          <a:lstStyle/>
          <a:p>
            <a:fld id="{38826FC0-333C-E549-9FA3-0EE43DF298A3}" type="slidenum">
              <a:rPr lang="en-US" smtClean="0"/>
              <a:pPr/>
              <a:t>5</a:t>
            </a:fld>
            <a:endParaRPr lang="en-US"/>
          </a:p>
        </p:txBody>
      </p:sp>
      <p:sp>
        <p:nvSpPr>
          <p:cNvPr id="5" name="Title 4">
            <a:extLst>
              <a:ext uri="{FF2B5EF4-FFF2-40B4-BE49-F238E27FC236}">
                <a16:creationId xmlns:a16="http://schemas.microsoft.com/office/drawing/2014/main" id="{865A6449-B853-154A-BE5A-191BB3E37276}"/>
              </a:ext>
            </a:extLst>
          </p:cNvPr>
          <p:cNvSpPr>
            <a:spLocks noGrp="1"/>
          </p:cNvSpPr>
          <p:nvPr>
            <p:ph type="ctrTitle"/>
          </p:nvPr>
        </p:nvSpPr>
        <p:spPr>
          <a:xfrm>
            <a:off x="1005840" y="2808225"/>
            <a:ext cx="5667104" cy="332399"/>
          </a:xfrm>
        </p:spPr>
        <p:txBody>
          <a:bodyPr/>
          <a:lstStyle/>
          <a:p>
            <a:r>
              <a:rPr lang="en-US" sz="2400">
                <a:solidFill>
                  <a:srgbClr val="FFFFFF"/>
                </a:solidFill>
                <a:latin typeface="Arial"/>
                <a:cs typeface="Arial"/>
              </a:rPr>
              <a:t>Engagement Scope</a:t>
            </a:r>
          </a:p>
        </p:txBody>
      </p:sp>
    </p:spTree>
    <p:extLst>
      <p:ext uri="{BB962C8B-B14F-4D97-AF65-F5344CB8AC3E}">
        <p14:creationId xmlns:p14="http://schemas.microsoft.com/office/powerpoint/2010/main" val="2218015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0345E-3117-1911-E96E-A469B77F76A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690CF04-86AE-3FB7-C1BE-DDD5FC0CEC1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2026–2027 Cognizant | Private</a:t>
            </a:r>
          </a:p>
        </p:txBody>
      </p:sp>
      <p:sp>
        <p:nvSpPr>
          <p:cNvPr id="3" name="Slide Number Placeholder 2">
            <a:extLst>
              <a:ext uri="{FF2B5EF4-FFF2-40B4-BE49-F238E27FC236}">
                <a16:creationId xmlns:a16="http://schemas.microsoft.com/office/drawing/2014/main" id="{87930C74-65D1-B939-6697-92A3A68A5B2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8826FC0-333C-E549-9FA3-0EE43DF298A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CF0F23D1-C3BE-856F-ECEC-0718A6F487EE}"/>
              </a:ext>
            </a:extLst>
          </p:cNvPr>
          <p:cNvSpPr txBox="1"/>
          <p:nvPr/>
        </p:nvSpPr>
        <p:spPr>
          <a:xfrm>
            <a:off x="700825" y="879312"/>
            <a:ext cx="10853715" cy="5328448"/>
          </a:xfrm>
          <a:prstGeom prst="rect">
            <a:avLst/>
          </a:prstGeom>
          <a:noFill/>
          <a:ln>
            <a:solidFill>
              <a:schemeClr val="bg1"/>
            </a:solidFill>
          </a:ln>
        </p:spPr>
        <p:txBody>
          <a:bodyPr wrap="square" lIns="0" tIns="0" rIns="0" bIns="0" rtlCol="0">
            <a:noAutofit/>
          </a:bodyPr>
          <a:lstStyle/>
          <a:p>
            <a:pPr marL="285750" marR="0" lvl="0" indent="-285750" algn="l" defTabSz="914400" rtl="0" eaLnBrk="1" fontAlgn="auto" latinLnBrk="0" hangingPunct="1">
              <a:lnSpc>
                <a:spcPct val="110000"/>
              </a:lnSpc>
              <a:spcBef>
                <a:spcPts val="600"/>
              </a:spcBef>
              <a:spcAft>
                <a:spcPts val="600"/>
              </a:spcAft>
              <a:buClrTx/>
              <a:buSzTx/>
              <a:buFont typeface="Arial" panose="020B0604020202020204" pitchFamily="34" charset="0"/>
              <a:buChar char="•"/>
              <a:tabLst/>
              <a:defRPr/>
            </a:pPr>
            <a:endParaRPr kumimoji="0" lang="en-GB" sz="1600" b="0" i="0" u="none" strike="noStrike" kern="1200" cap="none" spc="0" normalizeH="0" baseline="0" noProof="0" err="1">
              <a:ln>
                <a:noFill/>
              </a:ln>
              <a:solidFill>
                <a:srgbClr val="000048"/>
              </a:solidFill>
              <a:effectLst/>
              <a:uLnTx/>
              <a:uFillTx/>
              <a:latin typeface="Arial" panose="020B0604020202020204"/>
              <a:ea typeface="+mn-ea"/>
              <a:cs typeface="+mn-cs"/>
            </a:endParaRPr>
          </a:p>
        </p:txBody>
      </p:sp>
      <p:sp>
        <p:nvSpPr>
          <p:cNvPr id="6" name="Title 6">
            <a:extLst>
              <a:ext uri="{FF2B5EF4-FFF2-40B4-BE49-F238E27FC236}">
                <a16:creationId xmlns:a16="http://schemas.microsoft.com/office/drawing/2014/main" id="{54856CAB-B370-DF63-BEDE-A5CC78FBC730}"/>
              </a:ext>
            </a:extLst>
          </p:cNvPr>
          <p:cNvSpPr txBox="1">
            <a:spLocks/>
          </p:cNvSpPr>
          <p:nvPr/>
        </p:nvSpPr>
        <p:spPr>
          <a:xfrm>
            <a:off x="337225" y="217416"/>
            <a:ext cx="8932184" cy="609599"/>
          </a:xfrm>
          <a:prstGeom prst="rect">
            <a:avLst/>
          </a:prstGeom>
        </p:spPr>
        <p:txBody>
          <a:bodyPr lIns="91440" tIns="45720" rIns="91440" bIns="45720" anchor="t">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r>
              <a:rPr lang="en-GB">
                <a:solidFill>
                  <a:srgbClr val="000000"/>
                </a:solidFill>
                <a:latin typeface="Calibri"/>
                <a:ea typeface="Calibri"/>
                <a:cs typeface="Calibri"/>
              </a:rPr>
              <a:t>Scope of Engagement</a:t>
            </a:r>
          </a:p>
        </p:txBody>
      </p:sp>
      <p:sp>
        <p:nvSpPr>
          <p:cNvPr id="20" name="Card BG Left"/>
          <p:cNvSpPr/>
          <p:nvPr/>
        </p:nvSpPr>
        <p:spPr>
          <a:xfrm>
            <a:off x="457200" y="814579"/>
            <a:ext cx="5347607" cy="5586219"/>
          </a:xfrm>
          <a:prstGeom prst="roundRect">
            <a:avLst>
              <a:gd name="adj" fmla="val 3000"/>
            </a:avLst>
          </a:prstGeom>
          <a:solidFill>
            <a:srgbClr val="EEF0F6"/>
          </a:solidFill>
          <a:ln>
            <a:noFill/>
          </a:ln>
        </p:spPr>
        <p:txBody>
          <a:bodyPr/>
          <a:lstStyle/>
          <a:p>
            <a:endParaRPr lang="en-US"/>
          </a:p>
        </p:txBody>
      </p:sp>
      <p:sp>
        <p:nvSpPr>
          <p:cNvPr id="21" name="Card BG Right"/>
          <p:cNvSpPr/>
          <p:nvPr/>
        </p:nvSpPr>
        <p:spPr>
          <a:xfrm>
            <a:off x="6212600" y="814579"/>
            <a:ext cx="5278575" cy="5586218"/>
          </a:xfrm>
          <a:prstGeom prst="roundRect">
            <a:avLst>
              <a:gd name="adj" fmla="val 3000"/>
            </a:avLst>
          </a:prstGeom>
          <a:solidFill>
            <a:srgbClr val="EEF0F6"/>
          </a:solidFill>
          <a:ln>
            <a:noFill/>
          </a:ln>
        </p:spPr>
        <p:txBody>
          <a:bodyPr/>
          <a:lstStyle/>
          <a:p>
            <a:endParaRPr lang="en-US"/>
          </a:p>
        </p:txBody>
      </p:sp>
      <p:sp>
        <p:nvSpPr>
          <p:cNvPr id="9" name="TextBox 8"/>
          <p:cNvSpPr txBox="1"/>
          <p:nvPr/>
        </p:nvSpPr>
        <p:spPr>
          <a:xfrm>
            <a:off x="560250" y="1531726"/>
            <a:ext cx="5170823" cy="3930514"/>
          </a:xfrm>
          <a:prstGeom prst="rect">
            <a:avLst/>
          </a:prstGeom>
          <a:noFill/>
        </p:spPr>
        <p:txBody>
          <a:bodyPr wrap="square" lIns="0" tIns="0" rIns="0" bIns="0" rtlCol="0" anchor="t">
            <a:noAutofit/>
          </a:bodyPr>
          <a:lstStyle/>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Documented Systems Integration Framework covering synchronous, asynchronous, webhook and orchestration patterns.</a:t>
            </a:r>
          </a:p>
          <a:p>
            <a:pPr marL="171450" indent="-171450" defTabSz="444500">
              <a:lnSpc>
                <a:spcPct val="130000"/>
              </a:lnSpc>
              <a:spcBef>
                <a:spcPct val="0"/>
              </a:spcBef>
              <a:spcAft>
                <a:spcPct val="15000"/>
              </a:spcAft>
              <a:buFont typeface="Arial" panose="020B0604020202020204" pitchFamily="34" charset="0"/>
              <a:buChar char="•"/>
            </a:pPr>
            <a:endParaRPr lang="en-GB" sz="1200" dirty="0">
              <a:latin typeface="Calibri"/>
              <a:ea typeface="Calibri"/>
              <a:cs typeface="Calibri"/>
            </a:endParaRPr>
          </a:p>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Reference architecture aligned to Azure integration services: API Management, Logic Apps, Service Bus, Event Grid, Event Hub, Azure Functions, and Azure Data Factory</a:t>
            </a:r>
          </a:p>
          <a:p>
            <a:pPr marL="171450" indent="-171450" defTabSz="444500">
              <a:lnSpc>
                <a:spcPct val="130000"/>
              </a:lnSpc>
              <a:spcBef>
                <a:spcPct val="0"/>
              </a:spcBef>
              <a:spcAft>
                <a:spcPct val="15000"/>
              </a:spcAft>
              <a:buFont typeface="Arial" panose="020B0604020202020204" pitchFamily="34" charset="0"/>
              <a:buChar char="•"/>
            </a:pPr>
            <a:endParaRPr lang="en-GB" sz="1200" dirty="0">
              <a:latin typeface="Calibri"/>
              <a:ea typeface="Calibri"/>
              <a:cs typeface="Calibri"/>
            </a:endParaRPr>
          </a:p>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Integration pattern catalogue with worked examples and a decision guidance model (API vs. event vs. orchestration vs data pipeline).</a:t>
            </a:r>
          </a:p>
          <a:p>
            <a:pPr marL="171450" indent="-171450" defTabSz="444500">
              <a:lnSpc>
                <a:spcPct val="130000"/>
              </a:lnSpc>
              <a:spcBef>
                <a:spcPct val="0"/>
              </a:spcBef>
              <a:spcAft>
                <a:spcPct val="15000"/>
              </a:spcAft>
              <a:buFont typeface="Arial" panose="020B0604020202020204" pitchFamily="34" charset="0"/>
              <a:buChar char="•"/>
            </a:pPr>
            <a:endParaRPr lang="en-GB" sz="1200" dirty="0">
              <a:latin typeface="Calibri"/>
              <a:ea typeface="Calibri"/>
              <a:cs typeface="Calibri"/>
            </a:endParaRPr>
          </a:p>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Security and operations principles at the framework level: use of Managed Identity, Azure Key Vault for secrets, source control/CI-CD expectations, and monitoring/observability principles for integration assets.</a:t>
            </a:r>
          </a:p>
          <a:p>
            <a:pPr marL="171450" indent="-171450" defTabSz="444500">
              <a:lnSpc>
                <a:spcPct val="130000"/>
              </a:lnSpc>
              <a:spcBef>
                <a:spcPct val="0"/>
              </a:spcBef>
              <a:spcAft>
                <a:spcPct val="15000"/>
              </a:spcAft>
              <a:buFont typeface="Arial" panose="020B0604020202020204" pitchFamily="34" charset="0"/>
              <a:buChar char="•"/>
            </a:pPr>
            <a:endParaRPr lang="en-GB" sz="1200" dirty="0">
              <a:latin typeface="Calibri"/>
              <a:ea typeface="Calibri"/>
              <a:cs typeface="Calibri"/>
            </a:endParaRPr>
          </a:p>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Guardrails, exception-handling process, and Data Platform (Snowflake) interface boundary.</a:t>
            </a:r>
          </a:p>
          <a:p>
            <a:pPr marL="171450" indent="-171450" defTabSz="444500">
              <a:lnSpc>
                <a:spcPct val="130000"/>
              </a:lnSpc>
              <a:spcBef>
                <a:spcPct val="0"/>
              </a:spcBef>
              <a:spcAft>
                <a:spcPct val="15000"/>
              </a:spcAft>
              <a:buFont typeface="Arial" panose="020B0604020202020204" pitchFamily="34" charset="0"/>
              <a:buChar char="•"/>
            </a:pPr>
            <a:endParaRPr lang="en-GB" sz="1200" dirty="0">
              <a:latin typeface="Calibri"/>
              <a:ea typeface="Calibri"/>
              <a:cs typeface="Calibri"/>
            </a:endParaRPr>
          </a:p>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Facilitated SME sessions with Chaucer Architects to define, review and ratify the framework collaboratively</a:t>
            </a:r>
          </a:p>
        </p:txBody>
      </p:sp>
      <p:sp>
        <p:nvSpPr>
          <p:cNvPr id="10" name="Rectangle 9">
            <a:extLst>
              <a:ext uri="{FF2B5EF4-FFF2-40B4-BE49-F238E27FC236}">
                <a16:creationId xmlns:a16="http://schemas.microsoft.com/office/drawing/2014/main" id="{4A0D7925-FDF0-36E2-BE87-7831D07EF06F}"/>
              </a:ext>
            </a:extLst>
          </p:cNvPr>
          <p:cNvSpPr/>
          <p:nvPr/>
        </p:nvSpPr>
        <p:spPr>
          <a:xfrm>
            <a:off x="1198425" y="947953"/>
            <a:ext cx="3400000" cy="360000"/>
          </a:xfrm>
          <a:prstGeom prst="rect">
            <a:avLst/>
          </a:prstGeom>
          <a:solidFill>
            <a:schemeClr val="dk1"/>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none" rtlCol="0" anchor="ctr"/>
          <a:lstStyle/>
          <a:p>
            <a:pPr algn="ctr"/>
            <a:r>
              <a:rPr lang="en-GB" sz="1400" b="1" dirty="0">
                <a:solidFill>
                  <a:srgbClr val="FFFFFF"/>
                </a:solidFill>
              </a:rPr>
              <a:t>In Scope – SIF (Part 1)</a:t>
            </a:r>
          </a:p>
        </p:txBody>
      </p:sp>
      <p:sp>
        <p:nvSpPr>
          <p:cNvPr id="11" name="TextBox 10"/>
          <p:cNvSpPr txBox="1"/>
          <p:nvPr/>
        </p:nvSpPr>
        <p:spPr>
          <a:xfrm>
            <a:off x="6460929" y="1534876"/>
            <a:ext cx="4881989" cy="3053487"/>
          </a:xfrm>
          <a:prstGeom prst="rect">
            <a:avLst/>
          </a:prstGeom>
          <a:noFill/>
        </p:spPr>
        <p:txBody>
          <a:bodyPr wrap="square" lIns="0" tIns="0" rIns="0" bIns="0" rtlCol="0" anchor="t">
            <a:noAutofit/>
          </a:bodyPr>
          <a:lstStyle/>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API discovery/consumption model (developer portal) </a:t>
            </a:r>
          </a:p>
          <a:p>
            <a:pPr marL="171450" indent="-171450" defTabSz="444500">
              <a:lnSpc>
                <a:spcPct val="130000"/>
              </a:lnSpc>
              <a:spcBef>
                <a:spcPct val="0"/>
              </a:spcBef>
              <a:spcAft>
                <a:spcPct val="15000"/>
              </a:spcAft>
              <a:buFont typeface="Arial" panose="020B0604020202020204" pitchFamily="34" charset="0"/>
              <a:buChar char="•"/>
            </a:pPr>
            <a:endParaRPr lang="en-GB" sz="1200" dirty="0">
              <a:latin typeface="Calibri"/>
              <a:ea typeface="Calibri"/>
              <a:cs typeface="Calibri"/>
            </a:endParaRPr>
          </a:p>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Authentication and authorization approach using Azure Entra ID and OAuth 2.0.</a:t>
            </a:r>
          </a:p>
          <a:p>
            <a:pPr marL="171450" indent="-171450" defTabSz="444500">
              <a:lnSpc>
                <a:spcPct val="130000"/>
              </a:lnSpc>
              <a:spcBef>
                <a:spcPct val="0"/>
              </a:spcBef>
              <a:spcAft>
                <a:spcPct val="15000"/>
              </a:spcAft>
              <a:buFont typeface="Arial" panose="020B0604020202020204" pitchFamily="34" charset="0"/>
              <a:buChar char="•"/>
            </a:pPr>
            <a:endParaRPr lang="en-GB" sz="1200" dirty="0">
              <a:latin typeface="Calibri"/>
              <a:ea typeface="Calibri"/>
              <a:cs typeface="Calibri"/>
            </a:endParaRPr>
          </a:p>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Logical access model for private/public endpoints across VNETs, Azure PaaS and SaaS.</a:t>
            </a:r>
          </a:p>
          <a:p>
            <a:pPr marL="171450" indent="-171450" defTabSz="444500">
              <a:lnSpc>
                <a:spcPct val="130000"/>
              </a:lnSpc>
              <a:spcBef>
                <a:spcPct val="0"/>
              </a:spcBef>
              <a:spcAft>
                <a:spcPct val="15000"/>
              </a:spcAft>
              <a:buFont typeface="Arial" panose="020B0604020202020204" pitchFamily="34" charset="0"/>
              <a:buChar char="•"/>
            </a:pPr>
            <a:endParaRPr lang="en-GB" sz="1200" dirty="0">
              <a:latin typeface="Calibri" panose="020F0502020204030204" pitchFamily="34" charset="0"/>
              <a:ea typeface="Calibri" panose="020F0502020204030204" pitchFamily="34" charset="0"/>
              <a:cs typeface="Calibri" panose="020F0502020204030204" pitchFamily="34" charset="0"/>
            </a:endParaRPr>
          </a:p>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HLD-level protection guidance (OWASP API Top 10, DDoS), HA design concept and DR considerations.</a:t>
            </a:r>
          </a:p>
          <a:p>
            <a:pPr marL="171450" indent="-171450" defTabSz="444500">
              <a:lnSpc>
                <a:spcPct val="130000"/>
              </a:lnSpc>
              <a:spcBef>
                <a:spcPct val="0"/>
              </a:spcBef>
              <a:spcAft>
                <a:spcPct val="15000"/>
              </a:spcAft>
              <a:buFont typeface="Arial" panose="020B0604020202020204" pitchFamily="34" charset="0"/>
              <a:buChar char="•"/>
            </a:pPr>
            <a:endParaRPr lang="en-GB" sz="1200" dirty="0">
              <a:latin typeface="Calibri"/>
              <a:ea typeface="Calibri"/>
              <a:cs typeface="Calibri"/>
            </a:endParaRPr>
          </a:p>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API versioning/lifecycle approach and observability &amp; policy design (logging, throttling, caching).</a:t>
            </a:r>
          </a:p>
          <a:p>
            <a:pPr marL="171450" indent="-171450" defTabSz="444500">
              <a:lnSpc>
                <a:spcPct val="130000"/>
              </a:lnSpc>
              <a:spcBef>
                <a:spcPct val="0"/>
              </a:spcBef>
              <a:spcAft>
                <a:spcPct val="15000"/>
              </a:spcAft>
              <a:buFont typeface="Arial" panose="020B0604020202020204" pitchFamily="34" charset="0"/>
              <a:buChar char="•"/>
            </a:pPr>
            <a:endParaRPr lang="en-GB" sz="1200" dirty="0">
              <a:latin typeface="Calibri"/>
              <a:ea typeface="Calibri"/>
              <a:cs typeface="Calibri"/>
            </a:endParaRPr>
          </a:p>
          <a:p>
            <a:pPr marL="171450" indent="-171450" defTabSz="444500">
              <a:lnSpc>
                <a:spcPct val="130000"/>
              </a:lnSpc>
              <a:spcBef>
                <a:spcPct val="0"/>
              </a:spcBef>
              <a:spcAft>
                <a:spcPct val="15000"/>
              </a:spcAft>
              <a:buFont typeface="Arial" panose="020B0604020202020204" pitchFamily="34" charset="0"/>
              <a:buChar char="•"/>
            </a:pPr>
            <a:r>
              <a:rPr lang="en-GB" sz="1200" dirty="0">
                <a:latin typeface="Calibri"/>
                <a:ea typeface="Calibri"/>
                <a:cs typeface="Calibri"/>
              </a:rPr>
              <a:t>Traffic management concepts, components and Dev/UAT/Prod environment strategy recommendation.</a:t>
            </a:r>
          </a:p>
        </p:txBody>
      </p:sp>
      <p:sp>
        <p:nvSpPr>
          <p:cNvPr id="15" name="Rectangle 14">
            <a:extLst>
              <a:ext uri="{FF2B5EF4-FFF2-40B4-BE49-F238E27FC236}">
                <a16:creationId xmlns:a16="http://schemas.microsoft.com/office/drawing/2014/main" id="{D097D39C-EA05-502E-AF7C-C18426CFB105}"/>
              </a:ext>
            </a:extLst>
          </p:cNvPr>
          <p:cNvSpPr/>
          <p:nvPr/>
        </p:nvSpPr>
        <p:spPr>
          <a:xfrm>
            <a:off x="6951887" y="938426"/>
            <a:ext cx="3800000" cy="379054"/>
          </a:xfrm>
          <a:prstGeom prst="rect">
            <a:avLst/>
          </a:prstGeom>
          <a:solidFill>
            <a:schemeClr val="dk1"/>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none" rtlCol="0" anchor="ctr"/>
          <a:lstStyle/>
          <a:p>
            <a:pPr algn="ctr"/>
            <a:r>
              <a:rPr lang="en-GB" sz="1400" b="1" dirty="0">
                <a:solidFill>
                  <a:srgbClr val="FFFFFF"/>
                </a:solidFill>
              </a:rPr>
              <a:t>In Scope – APIM HLD (Part 2)</a:t>
            </a:r>
          </a:p>
        </p:txBody>
      </p:sp>
    </p:spTree>
    <p:extLst>
      <p:ext uri="{BB962C8B-B14F-4D97-AF65-F5344CB8AC3E}">
        <p14:creationId xmlns:p14="http://schemas.microsoft.com/office/powerpoint/2010/main" val="1612707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9F325AE-12C9-34BB-C555-25B721CDE951}"/>
              </a:ext>
            </a:extLst>
          </p:cNvPr>
          <p:cNvSpPr>
            <a:spLocks noGrp="1"/>
          </p:cNvSpPr>
          <p:nvPr>
            <p:ph type="ftr" sz="quarter" idx="11"/>
          </p:nvPr>
        </p:nvSpPr>
        <p:spPr/>
        <p:txBody>
          <a:bodyPr/>
          <a:lstStyle/>
          <a:p>
            <a:r>
              <a:rPr lang="en-US" dirty="0"/>
              <a:t>© 2026–2027 Cognizant | Private</a:t>
            </a:r>
          </a:p>
        </p:txBody>
      </p:sp>
      <p:sp>
        <p:nvSpPr>
          <p:cNvPr id="3" name="Slide Number Placeholder 2">
            <a:extLst>
              <a:ext uri="{FF2B5EF4-FFF2-40B4-BE49-F238E27FC236}">
                <a16:creationId xmlns:a16="http://schemas.microsoft.com/office/drawing/2014/main" id="{96B82D34-646C-A1DA-E3C6-388B0271829E}"/>
              </a:ext>
            </a:extLst>
          </p:cNvPr>
          <p:cNvSpPr>
            <a:spLocks noGrp="1"/>
          </p:cNvSpPr>
          <p:nvPr>
            <p:ph type="sldNum" sz="quarter" idx="12"/>
          </p:nvPr>
        </p:nvSpPr>
        <p:spPr/>
        <p:txBody>
          <a:bodyPr/>
          <a:lstStyle/>
          <a:p>
            <a:fld id="{38826FC0-333C-E549-9FA3-0EE43DF298A3}" type="slidenum">
              <a:rPr lang="en-US" smtClean="0"/>
              <a:pPr/>
              <a:t>7</a:t>
            </a:fld>
            <a:endParaRPr lang="en-US"/>
          </a:p>
        </p:txBody>
      </p:sp>
      <p:sp>
        <p:nvSpPr>
          <p:cNvPr id="200" name="Header 1"/>
          <p:cNvSpPr/>
          <p:nvPr/>
        </p:nvSpPr>
        <p:spPr>
          <a:xfrm>
            <a:off x="457200" y="704058"/>
            <a:ext cx="3637413" cy="360000"/>
          </a:xfrm>
          <a:prstGeom prst="roundRect">
            <a:avLst>
              <a:gd name="adj" fmla="val 12000"/>
            </a:avLst>
          </a:prstGeom>
          <a:solidFill>
            <a:srgbClr val="000048"/>
          </a:solidFill>
          <a:ln>
            <a:noFill/>
          </a:ln>
        </p:spPr>
        <p:txBody>
          <a:bodyPr wrap="square" anchor="ctr"/>
          <a:lstStyle/>
          <a:p>
            <a:pPr algn="ctr"/>
            <a:r>
              <a:rPr lang="en-GB" sz="1400" b="1">
                <a:solidFill>
                  <a:srgbClr val="FFFFFF"/>
                </a:solidFill>
                <a:latin typeface="Calibri"/>
                <a:cs typeface="Calibri"/>
              </a:rPr>
              <a:t>Infrastructure</a:t>
            </a:r>
          </a:p>
        </p:txBody>
      </p:sp>
      <p:sp>
        <p:nvSpPr>
          <p:cNvPr id="201" name="CardBG 1"/>
          <p:cNvSpPr/>
          <p:nvPr/>
        </p:nvSpPr>
        <p:spPr>
          <a:xfrm>
            <a:off x="457200" y="1155498"/>
            <a:ext cx="3637413" cy="5143097"/>
          </a:xfrm>
          <a:prstGeom prst="roundRect">
            <a:avLst>
              <a:gd name="adj" fmla="val 3000"/>
            </a:avLst>
          </a:prstGeom>
          <a:solidFill>
            <a:srgbClr val="EEF0F6"/>
          </a:solidFill>
          <a:ln>
            <a:noFill/>
          </a:ln>
        </p:spPr>
        <p:txBody>
          <a:bodyPr/>
          <a:lstStyle/>
          <a:p>
            <a:endParaRPr lang="en-US"/>
          </a:p>
        </p:txBody>
      </p:sp>
      <p:sp>
        <p:nvSpPr>
          <p:cNvPr id="202" name="Bullets 1"/>
          <p:cNvSpPr txBox="1"/>
          <p:nvPr/>
        </p:nvSpPr>
        <p:spPr>
          <a:xfrm>
            <a:off x="594360" y="1292658"/>
            <a:ext cx="3363093" cy="4868777"/>
          </a:xfrm>
          <a:prstGeom prst="rect">
            <a:avLst/>
          </a:prstGeom>
          <a:noFill/>
        </p:spPr>
        <p:txBody>
          <a:bodyPr wrap="square" lIns="0" tIns="0" rIns="0" bIns="0" anchor="t">
            <a:noAutofit/>
          </a:bodyPr>
          <a:lstStyle/>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Design, configuration or deployment of network architecture, firewalls, load balancers, VPN/ExpressRoute, or VNet topology.</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Physical/technical implementation of Disaster Recovery (DR) and business continuity solutions.</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Provisioning, deployment or configuration of Azure PaaS, IaaS or SaaS components (e.g. standing up APIM, Logic Apps, Function Apps, Service Bus namespaces, Landing Zones, subscriptions).</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Configuration of WAF, DDoS protection services, or network security groups. </a:t>
            </a:r>
          </a:p>
        </p:txBody>
      </p:sp>
      <p:sp>
        <p:nvSpPr>
          <p:cNvPr id="210" name="Header 2"/>
          <p:cNvSpPr/>
          <p:nvPr/>
        </p:nvSpPr>
        <p:spPr>
          <a:xfrm>
            <a:off x="4277493" y="704058"/>
            <a:ext cx="3637413" cy="360000"/>
          </a:xfrm>
          <a:prstGeom prst="roundRect">
            <a:avLst>
              <a:gd name="adj" fmla="val 12000"/>
            </a:avLst>
          </a:prstGeom>
          <a:solidFill>
            <a:srgbClr val="05819B"/>
          </a:solidFill>
          <a:ln>
            <a:noFill/>
          </a:ln>
        </p:spPr>
        <p:txBody>
          <a:bodyPr wrap="square" anchor="ctr"/>
          <a:lstStyle/>
          <a:p>
            <a:pPr algn="ctr"/>
            <a:r>
              <a:rPr lang="en-GB" sz="1400" b="1">
                <a:solidFill>
                  <a:srgbClr val="FFFFFF"/>
                </a:solidFill>
                <a:latin typeface="Calibri"/>
                <a:cs typeface="Calibri"/>
              </a:rPr>
              <a:t>Data Platform</a:t>
            </a:r>
          </a:p>
        </p:txBody>
      </p:sp>
      <p:sp>
        <p:nvSpPr>
          <p:cNvPr id="211" name="CardBG 2"/>
          <p:cNvSpPr/>
          <p:nvPr/>
        </p:nvSpPr>
        <p:spPr>
          <a:xfrm>
            <a:off x="4277493" y="1155498"/>
            <a:ext cx="3637413" cy="5143097"/>
          </a:xfrm>
          <a:prstGeom prst="roundRect">
            <a:avLst>
              <a:gd name="adj" fmla="val 3000"/>
            </a:avLst>
          </a:prstGeom>
          <a:solidFill>
            <a:srgbClr val="EEF0F6"/>
          </a:solidFill>
          <a:ln>
            <a:noFill/>
          </a:ln>
        </p:spPr>
        <p:txBody>
          <a:bodyPr/>
          <a:lstStyle/>
          <a:p>
            <a:endParaRPr lang="en-US"/>
          </a:p>
        </p:txBody>
      </p:sp>
      <p:sp>
        <p:nvSpPr>
          <p:cNvPr id="212" name="Bullets 2"/>
          <p:cNvSpPr txBox="1"/>
          <p:nvPr/>
        </p:nvSpPr>
        <p:spPr>
          <a:xfrm>
            <a:off x="4414653" y="1292658"/>
            <a:ext cx="3363093" cy="4868777"/>
          </a:xfrm>
          <a:prstGeom prst="rect">
            <a:avLst/>
          </a:prstGeom>
          <a:noFill/>
        </p:spPr>
        <p:txBody>
          <a:bodyPr wrap="square" lIns="0" tIns="0" rIns="0" bIns="0" anchor="t">
            <a:noAutofit/>
          </a:bodyPr>
          <a:lstStyle/>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Design or build of the Snowflake data integration/ingestion framework, ETL/ELT pipelines, or data models.</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Any Snowflake platform administration, performance tuning, or licensing activity</a:t>
            </a:r>
            <a:r>
              <a:rPr lang="en-GB" sz="1300">
                <a:solidFill>
                  <a:srgbClr val="002060"/>
                </a:solidFill>
                <a:latin typeface="Calibri"/>
                <a:ea typeface="Calibri"/>
                <a:cs typeface="Calibri"/>
              </a:rPr>
              <a:t>.</a:t>
            </a:r>
          </a:p>
        </p:txBody>
      </p:sp>
      <p:sp>
        <p:nvSpPr>
          <p:cNvPr id="220" name="Header 3"/>
          <p:cNvSpPr/>
          <p:nvPr/>
        </p:nvSpPr>
        <p:spPr>
          <a:xfrm>
            <a:off x="8097786" y="704058"/>
            <a:ext cx="3637413" cy="360000"/>
          </a:xfrm>
          <a:prstGeom prst="roundRect">
            <a:avLst>
              <a:gd name="adj" fmla="val 12000"/>
            </a:avLst>
          </a:prstGeom>
          <a:solidFill>
            <a:srgbClr val="D56B23"/>
          </a:solidFill>
          <a:ln>
            <a:noFill/>
          </a:ln>
        </p:spPr>
        <p:txBody>
          <a:bodyPr wrap="square" anchor="ctr"/>
          <a:lstStyle/>
          <a:p>
            <a:pPr algn="ctr"/>
            <a:r>
              <a:rPr lang="en-GB" sz="1400" b="1">
                <a:solidFill>
                  <a:srgbClr val="FFFFFF"/>
                </a:solidFill>
                <a:latin typeface="Calibri"/>
                <a:cs typeface="Calibri"/>
              </a:rPr>
              <a:t>Other Exclusions</a:t>
            </a:r>
          </a:p>
        </p:txBody>
      </p:sp>
      <p:sp>
        <p:nvSpPr>
          <p:cNvPr id="221" name="CardBG 3"/>
          <p:cNvSpPr/>
          <p:nvPr/>
        </p:nvSpPr>
        <p:spPr>
          <a:xfrm>
            <a:off x="8097786" y="1155498"/>
            <a:ext cx="3637413" cy="5143097"/>
          </a:xfrm>
          <a:prstGeom prst="roundRect">
            <a:avLst>
              <a:gd name="adj" fmla="val 3000"/>
            </a:avLst>
          </a:prstGeom>
          <a:solidFill>
            <a:srgbClr val="EEF0F6"/>
          </a:solidFill>
          <a:ln>
            <a:noFill/>
          </a:ln>
        </p:spPr>
        <p:txBody>
          <a:bodyPr/>
          <a:lstStyle/>
          <a:p>
            <a:endParaRPr lang="en-US"/>
          </a:p>
        </p:txBody>
      </p:sp>
      <p:sp>
        <p:nvSpPr>
          <p:cNvPr id="222" name="Bullets 3"/>
          <p:cNvSpPr txBox="1"/>
          <p:nvPr/>
        </p:nvSpPr>
        <p:spPr>
          <a:xfrm>
            <a:off x="8234946" y="1292658"/>
            <a:ext cx="3363093" cy="4868777"/>
          </a:xfrm>
          <a:prstGeom prst="rect">
            <a:avLst/>
          </a:prstGeom>
          <a:noFill/>
        </p:spPr>
        <p:txBody>
          <a:bodyPr wrap="square" lIns="0" tIns="0" rIns="0" bIns="0" anchor="t">
            <a:noAutofit/>
          </a:bodyPr>
          <a:lstStyle/>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Production or wholesale redesign of a generic SOA/integration manual not tailored to Chaucer.</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Tool or vendor comparison/selection exercises.</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Redefinition of Chaucer’s broader cloud strategy.</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Adoption or design of a microservices architecture model.</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Build, coding or unit testing of APIs, Logic Apps workflows, or Azure Functions (this engagement produces framework, patterns and HLD, not working code).</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Migration of existing point-to-point integrations to the new framework (a candidate follow-on phase, not included here).</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Penetration testing, security control testing, or formal security accreditation activity.</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End-user or developer training/enablement delivery beyond walkthroughs of the delivered artefacts.</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Ongoing run/support, or production go-live activity following publication of the artefacts.</a:t>
            </a:r>
          </a:p>
          <a:p>
            <a:pPr marL="171450" indent="-171450">
              <a:lnSpc>
                <a:spcPct val="115000"/>
              </a:lnSpc>
              <a:spcAft>
                <a:spcPct val="20000"/>
              </a:spcAft>
              <a:buFont typeface="Arial" panose="020B0604020202020204" pitchFamily="34" charset="0"/>
              <a:buChar char="•"/>
            </a:pPr>
            <a:r>
              <a:rPr lang="en-GB" sz="1200">
                <a:solidFill>
                  <a:srgbClr val="002060"/>
                </a:solidFill>
                <a:latin typeface="Calibri"/>
                <a:ea typeface="Calibri"/>
                <a:cs typeface="Calibri"/>
              </a:rPr>
              <a:t>Software licensing procurement or commercial negotiation with Microsoft or third parties.</a:t>
            </a:r>
          </a:p>
        </p:txBody>
      </p:sp>
      <p:sp>
        <p:nvSpPr>
          <p:cNvPr id="6" name="Title 6">
            <a:extLst>
              <a:ext uri="{FF2B5EF4-FFF2-40B4-BE49-F238E27FC236}">
                <a16:creationId xmlns:a16="http://schemas.microsoft.com/office/drawing/2014/main" id="{02547DE1-CE4C-4745-2AD1-E7D44B342DA8}"/>
              </a:ext>
            </a:extLst>
          </p:cNvPr>
          <p:cNvSpPr txBox="1">
            <a:spLocks/>
          </p:cNvSpPr>
          <p:nvPr/>
        </p:nvSpPr>
        <p:spPr>
          <a:xfrm>
            <a:off x="337225" y="217416"/>
            <a:ext cx="8932184" cy="609599"/>
          </a:xfrm>
          <a:prstGeom prst="rect">
            <a:avLst/>
          </a:prstGeom>
        </p:spPr>
        <p:txBody>
          <a:bodyP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r>
              <a:rPr lang="en-GB">
                <a:solidFill>
                  <a:srgbClr val="000000"/>
                </a:solidFill>
                <a:latin typeface="Calibri" panose="020F0502020204030204" pitchFamily="34" charset="0"/>
                <a:cs typeface="Calibri" panose="020F0502020204030204" pitchFamily="34" charset="0"/>
              </a:rPr>
              <a:t>Out of Scope</a:t>
            </a:r>
          </a:p>
        </p:txBody>
      </p:sp>
    </p:spTree>
    <p:extLst>
      <p:ext uri="{BB962C8B-B14F-4D97-AF65-F5344CB8AC3E}">
        <p14:creationId xmlns:p14="http://schemas.microsoft.com/office/powerpoint/2010/main" val="3939725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7422FDB-D19B-3514-9B7C-B0C19CCA9A2E}"/>
              </a:ext>
            </a:extLst>
          </p:cNvPr>
          <p:cNvSpPr>
            <a:spLocks noGrp="1"/>
          </p:cNvSpPr>
          <p:nvPr>
            <p:ph type="ftr" sz="quarter" idx="11"/>
          </p:nvPr>
        </p:nvSpPr>
        <p:spPr/>
        <p:txBody>
          <a:bodyPr/>
          <a:lstStyle/>
          <a:p>
            <a:r>
              <a:rPr lang="en-US"/>
              <a:t>© 2026–2027 Cognizant | Private</a:t>
            </a:r>
          </a:p>
        </p:txBody>
      </p:sp>
      <p:sp>
        <p:nvSpPr>
          <p:cNvPr id="4" name="Slide Number Placeholder 3">
            <a:extLst>
              <a:ext uri="{FF2B5EF4-FFF2-40B4-BE49-F238E27FC236}">
                <a16:creationId xmlns:a16="http://schemas.microsoft.com/office/drawing/2014/main" id="{C149F32F-AF1D-B413-8056-81317E3C7F76}"/>
              </a:ext>
            </a:extLst>
          </p:cNvPr>
          <p:cNvSpPr>
            <a:spLocks noGrp="1"/>
          </p:cNvSpPr>
          <p:nvPr>
            <p:ph type="sldNum" sz="quarter" idx="12"/>
          </p:nvPr>
        </p:nvSpPr>
        <p:spPr/>
        <p:txBody>
          <a:bodyPr/>
          <a:lstStyle/>
          <a:p>
            <a:fld id="{38826FC0-333C-E549-9FA3-0EE43DF298A3}" type="slidenum">
              <a:rPr lang="en-US" smtClean="0"/>
              <a:pPr/>
              <a:t>8</a:t>
            </a:fld>
            <a:endParaRPr lang="en-US"/>
          </a:p>
        </p:txBody>
      </p:sp>
      <p:sp>
        <p:nvSpPr>
          <p:cNvPr id="5" name="Title 4">
            <a:extLst>
              <a:ext uri="{FF2B5EF4-FFF2-40B4-BE49-F238E27FC236}">
                <a16:creationId xmlns:a16="http://schemas.microsoft.com/office/drawing/2014/main" id="{2B217BCF-CC73-2550-993B-E313F93F86C3}"/>
              </a:ext>
            </a:extLst>
          </p:cNvPr>
          <p:cNvSpPr>
            <a:spLocks noGrp="1"/>
          </p:cNvSpPr>
          <p:nvPr>
            <p:ph type="ctrTitle"/>
          </p:nvPr>
        </p:nvSpPr>
        <p:spPr>
          <a:xfrm>
            <a:off x="1005840" y="2638355"/>
            <a:ext cx="7143750" cy="332399"/>
          </a:xfrm>
        </p:spPr>
        <p:txBody>
          <a:bodyPr/>
          <a:lstStyle/>
          <a:p>
            <a:r>
              <a:rPr lang="en-GB" sz="2400">
                <a:solidFill>
                  <a:srgbClr val="FFFFFF"/>
                </a:solidFill>
                <a:latin typeface="Arial"/>
                <a:cs typeface="Arial"/>
              </a:rPr>
              <a:t>Case Studies</a:t>
            </a:r>
          </a:p>
        </p:txBody>
      </p:sp>
    </p:spTree>
    <p:extLst>
      <p:ext uri="{BB962C8B-B14F-4D97-AF65-F5344CB8AC3E}">
        <p14:creationId xmlns:p14="http://schemas.microsoft.com/office/powerpoint/2010/main" val="2078466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C7940E9-6E6E-4E54-321D-3C98AC0600D0}"/>
              </a:ext>
            </a:extLst>
          </p:cNvPr>
          <p:cNvSpPr>
            <a:spLocks noGrp="1"/>
          </p:cNvSpPr>
          <p:nvPr>
            <p:ph type="ftr" sz="quarter" idx="11"/>
          </p:nvPr>
        </p:nvSpPr>
        <p:spPr/>
        <p:txBody>
          <a:bodyPr/>
          <a:lstStyle/>
          <a:p>
            <a:r>
              <a:rPr lang="en-US"/>
              <a:t>© 2026–2027 Cognizant | Private</a:t>
            </a:r>
          </a:p>
        </p:txBody>
      </p:sp>
      <p:sp>
        <p:nvSpPr>
          <p:cNvPr id="3" name="Slide Number Placeholder 2">
            <a:extLst>
              <a:ext uri="{FF2B5EF4-FFF2-40B4-BE49-F238E27FC236}">
                <a16:creationId xmlns:a16="http://schemas.microsoft.com/office/drawing/2014/main" id="{921422E2-EB83-314A-92C0-CE3AA8074977}"/>
              </a:ext>
            </a:extLst>
          </p:cNvPr>
          <p:cNvSpPr>
            <a:spLocks noGrp="1"/>
          </p:cNvSpPr>
          <p:nvPr>
            <p:ph type="sldNum" sz="quarter" idx="12"/>
          </p:nvPr>
        </p:nvSpPr>
        <p:spPr/>
        <p:txBody>
          <a:bodyPr/>
          <a:lstStyle/>
          <a:p>
            <a:fld id="{38826FC0-333C-E549-9FA3-0EE43DF298A3}" type="slidenum">
              <a:rPr lang="en-US" smtClean="0"/>
              <a:pPr/>
              <a:t>9</a:t>
            </a:fld>
            <a:endParaRPr lang="en-US"/>
          </a:p>
        </p:txBody>
      </p:sp>
      <p:sp>
        <p:nvSpPr>
          <p:cNvPr id="5" name="Text 0">
            <a:extLst>
              <a:ext uri="{FF2B5EF4-FFF2-40B4-BE49-F238E27FC236}">
                <a16:creationId xmlns:a16="http://schemas.microsoft.com/office/drawing/2014/main" id="{4EE474D8-D1DD-B314-D668-8EAB255DBEF3}"/>
              </a:ext>
            </a:extLst>
          </p:cNvPr>
          <p:cNvSpPr/>
          <p:nvPr/>
        </p:nvSpPr>
        <p:spPr>
          <a:xfrm>
            <a:off x="457200" y="197975"/>
            <a:ext cx="11261634" cy="582748"/>
          </a:xfrm>
          <a:prstGeom prst="rect">
            <a:avLst/>
          </a:prstGeom>
          <a:noFill/>
          <a:ln/>
        </p:spPr>
        <p:txBody>
          <a:bodyPr wrap="square" lIns="0" tIns="0" rIns="0" bIns="0" rtlCol="0" anchor="ctr"/>
          <a:lstStyle/>
          <a:p>
            <a:r>
              <a:rPr lang="en-US" sz="2700" b="1" dirty="0">
                <a:solidFill>
                  <a:srgbClr val="222222"/>
                </a:solidFill>
                <a:latin typeface="+mj-lt"/>
                <a:ea typeface="+mj-ea"/>
                <a:cs typeface="+mj-cs"/>
              </a:rPr>
              <a:t>C</a:t>
            </a:r>
            <a:r>
              <a:rPr lang="en-US" sz="2400" b="1" dirty="0">
                <a:latin typeface="+mj-lt"/>
                <a:ea typeface="+mj-ea"/>
                <a:cs typeface="+mj-cs"/>
              </a:rPr>
              <a:t>ase Study – </a:t>
            </a:r>
            <a:r>
              <a:rPr lang="en-US" sz="2000" dirty="0">
                <a:latin typeface="+mj-lt"/>
                <a:ea typeface="+mj-ea"/>
                <a:cs typeface="+mj-cs"/>
              </a:rPr>
              <a:t>Digital Transformation</a:t>
            </a:r>
          </a:p>
          <a:p>
            <a:endParaRPr lang="en-US" sz="2000" dirty="0">
              <a:latin typeface="+mj-lt"/>
              <a:ea typeface="+mj-ea"/>
              <a:cs typeface="Arial"/>
            </a:endParaRPr>
          </a:p>
        </p:txBody>
      </p:sp>
      <p:sp>
        <p:nvSpPr>
          <p:cNvPr id="7" name="Text 1">
            <a:extLst>
              <a:ext uri="{FF2B5EF4-FFF2-40B4-BE49-F238E27FC236}">
                <a16:creationId xmlns:a16="http://schemas.microsoft.com/office/drawing/2014/main" id="{DC1785D7-2887-2319-6FC5-34FD68ACF705}"/>
              </a:ext>
            </a:extLst>
          </p:cNvPr>
          <p:cNvSpPr/>
          <p:nvPr/>
        </p:nvSpPr>
        <p:spPr>
          <a:xfrm>
            <a:off x="457200" y="822960"/>
            <a:ext cx="11292840" cy="731520"/>
          </a:xfrm>
          <a:prstGeom prst="rect">
            <a:avLst/>
          </a:prstGeom>
          <a:noFill/>
          <a:ln/>
        </p:spPr>
        <p:txBody>
          <a:bodyPr wrap="square" lIns="0" tIns="0" rIns="0" bIns="0" rtlCol="0" anchor="ctr"/>
          <a:lstStyle/>
          <a:p>
            <a:pPr marL="0" indent="0">
              <a:lnSpc>
                <a:spcPts val="1900"/>
              </a:lnSpc>
              <a:buNone/>
            </a:pPr>
            <a:r>
              <a:rPr lang="en-US" sz="1600" b="1"/>
              <a:t>Client Profile</a:t>
            </a:r>
            <a:r>
              <a:rPr lang="en-US" sz="1450">
                <a:solidFill>
                  <a:srgbClr val="222222"/>
                </a:solidFill>
                <a:latin typeface="Arial" pitchFamily="34" charset="0"/>
                <a:ea typeface="Arial" pitchFamily="34" charset="-122"/>
                <a:cs typeface="Arial" pitchFamily="34" charset="-120"/>
              </a:rPr>
              <a:t> - </a:t>
            </a:r>
            <a:r>
              <a:rPr lang="en-US" sz="1600"/>
              <a:t>C</a:t>
            </a:r>
            <a:r>
              <a:rPr lang="en-US" sz="1450">
                <a:solidFill>
                  <a:srgbClr val="222222"/>
                </a:solidFill>
                <a:latin typeface="Arial" pitchFamily="34" charset="0"/>
                <a:ea typeface="Arial" pitchFamily="34" charset="-122"/>
                <a:cs typeface="Arial" pitchFamily="34" charset="-120"/>
              </a:rPr>
              <a:t>lient </a:t>
            </a:r>
            <a:r>
              <a:rPr lang="en-US" sz="1600"/>
              <a:t>is a global maritime logistics and shipping conglomerate whose Ocean, Corporate, Terminal and Land Transport businesses rely on a legacy TIBCO-based integration landscape to exchange data with internal applications and 60+ trading partners</a:t>
            </a:r>
            <a:r>
              <a:rPr lang="en-US" sz="1450">
                <a:solidFill>
                  <a:srgbClr val="222222"/>
                </a:solidFill>
                <a:latin typeface="Arial" pitchFamily="34" charset="0"/>
                <a:ea typeface="Arial" pitchFamily="34" charset="-122"/>
                <a:cs typeface="Arial" pitchFamily="34" charset="-120"/>
              </a:rPr>
              <a:t>.</a:t>
            </a:r>
            <a:endParaRPr lang="en-US" sz="1450"/>
          </a:p>
        </p:txBody>
      </p:sp>
      <p:sp>
        <p:nvSpPr>
          <p:cNvPr id="9" name="Shape 2">
            <a:extLst>
              <a:ext uri="{FF2B5EF4-FFF2-40B4-BE49-F238E27FC236}">
                <a16:creationId xmlns:a16="http://schemas.microsoft.com/office/drawing/2014/main" id="{71C7E71F-A859-97FC-C33A-98F68886D63A}"/>
              </a:ext>
            </a:extLst>
          </p:cNvPr>
          <p:cNvSpPr/>
          <p:nvPr/>
        </p:nvSpPr>
        <p:spPr>
          <a:xfrm>
            <a:off x="457200" y="1627632"/>
            <a:ext cx="11292840" cy="0"/>
          </a:xfrm>
          <a:prstGeom prst="line">
            <a:avLst/>
          </a:prstGeom>
          <a:noFill/>
          <a:ln w="12700">
            <a:solidFill>
              <a:srgbClr val="BFBFBF"/>
            </a:solidFill>
            <a:prstDash val="solid"/>
          </a:ln>
        </p:spPr>
        <p:txBody>
          <a:bodyPr/>
          <a:lstStyle/>
          <a:p>
            <a:endParaRPr lang="en-IN"/>
          </a:p>
        </p:txBody>
      </p:sp>
      <p:sp>
        <p:nvSpPr>
          <p:cNvPr id="11" name="Shape 3">
            <a:extLst>
              <a:ext uri="{FF2B5EF4-FFF2-40B4-BE49-F238E27FC236}">
                <a16:creationId xmlns:a16="http://schemas.microsoft.com/office/drawing/2014/main" id="{29FE8279-43E0-77CD-19BB-00BD7AFC69CB}"/>
              </a:ext>
            </a:extLst>
          </p:cNvPr>
          <p:cNvSpPr/>
          <p:nvPr/>
        </p:nvSpPr>
        <p:spPr>
          <a:xfrm>
            <a:off x="3950208" y="1874520"/>
            <a:ext cx="0" cy="4480560"/>
          </a:xfrm>
          <a:prstGeom prst="line">
            <a:avLst/>
          </a:prstGeom>
          <a:noFill/>
          <a:ln w="12700">
            <a:solidFill>
              <a:srgbClr val="BFBFBF"/>
            </a:solidFill>
            <a:prstDash val="solid"/>
          </a:ln>
        </p:spPr>
        <p:txBody>
          <a:bodyPr/>
          <a:lstStyle/>
          <a:p>
            <a:endParaRPr lang="en-IN"/>
          </a:p>
        </p:txBody>
      </p:sp>
      <p:sp>
        <p:nvSpPr>
          <p:cNvPr id="13" name="Shape 4">
            <a:extLst>
              <a:ext uri="{FF2B5EF4-FFF2-40B4-BE49-F238E27FC236}">
                <a16:creationId xmlns:a16="http://schemas.microsoft.com/office/drawing/2014/main" id="{F99377BC-30B1-F9A8-44AA-3C95CFAA7955}"/>
              </a:ext>
            </a:extLst>
          </p:cNvPr>
          <p:cNvSpPr/>
          <p:nvPr/>
        </p:nvSpPr>
        <p:spPr>
          <a:xfrm>
            <a:off x="8019288" y="1874520"/>
            <a:ext cx="0" cy="4480560"/>
          </a:xfrm>
          <a:prstGeom prst="line">
            <a:avLst/>
          </a:prstGeom>
          <a:noFill/>
          <a:ln w="12700">
            <a:solidFill>
              <a:srgbClr val="BFBFBF"/>
            </a:solidFill>
            <a:prstDash val="solid"/>
          </a:ln>
        </p:spPr>
        <p:txBody>
          <a:bodyPr/>
          <a:lstStyle/>
          <a:p>
            <a:endParaRPr lang="en-IN"/>
          </a:p>
        </p:txBody>
      </p:sp>
      <p:sp>
        <p:nvSpPr>
          <p:cNvPr id="15" name="Text 5">
            <a:extLst>
              <a:ext uri="{FF2B5EF4-FFF2-40B4-BE49-F238E27FC236}">
                <a16:creationId xmlns:a16="http://schemas.microsoft.com/office/drawing/2014/main" id="{A99A6577-18FE-571C-5F2F-7F8819D376F1}"/>
              </a:ext>
            </a:extLst>
          </p:cNvPr>
          <p:cNvSpPr/>
          <p:nvPr/>
        </p:nvSpPr>
        <p:spPr>
          <a:xfrm>
            <a:off x="515257" y="1669143"/>
            <a:ext cx="3429000" cy="320040"/>
          </a:xfrm>
          <a:prstGeom prst="rect">
            <a:avLst/>
          </a:prstGeom>
          <a:noFill/>
          <a:ln/>
        </p:spPr>
        <p:txBody>
          <a:bodyPr wrap="square" lIns="0" tIns="0" rIns="0" bIns="0" rtlCol="0" anchor="ctr"/>
          <a:lstStyle/>
          <a:p>
            <a:pPr marL="0" indent="0">
              <a:buNone/>
            </a:pPr>
            <a:r>
              <a:rPr lang="en-US" sz="1650" b="1">
                <a:solidFill>
                  <a:srgbClr val="196B24"/>
                </a:solidFill>
                <a:latin typeface="Arial"/>
                <a:ea typeface="Arial" pitchFamily="34" charset="-122"/>
                <a:cs typeface="Arial"/>
              </a:rPr>
              <a:t>  </a:t>
            </a:r>
            <a:r>
              <a:rPr lang="en-US" sz="1800">
                <a:solidFill>
                  <a:schemeClr val="accent3"/>
                </a:solidFill>
              </a:rPr>
              <a:t>Client</a:t>
            </a:r>
            <a:r>
              <a:rPr lang="en-US" sz="1650">
                <a:solidFill>
                  <a:srgbClr val="196B24"/>
                </a:solidFill>
                <a:latin typeface="Arial"/>
                <a:ea typeface="Arial" pitchFamily="34" charset="-122"/>
                <a:cs typeface="Arial"/>
              </a:rPr>
              <a:t> </a:t>
            </a:r>
            <a:r>
              <a:rPr lang="en-US" sz="1800">
                <a:solidFill>
                  <a:schemeClr val="accent3"/>
                </a:solidFill>
              </a:rPr>
              <a:t>Requirements</a:t>
            </a:r>
          </a:p>
        </p:txBody>
      </p:sp>
      <p:sp>
        <p:nvSpPr>
          <p:cNvPr id="17" name="Text 6">
            <a:extLst>
              <a:ext uri="{FF2B5EF4-FFF2-40B4-BE49-F238E27FC236}">
                <a16:creationId xmlns:a16="http://schemas.microsoft.com/office/drawing/2014/main" id="{4CFDFADC-2525-7F37-A00B-F636CBB85A7A}"/>
              </a:ext>
            </a:extLst>
          </p:cNvPr>
          <p:cNvSpPr/>
          <p:nvPr/>
        </p:nvSpPr>
        <p:spPr>
          <a:xfrm>
            <a:off x="471714" y="2024163"/>
            <a:ext cx="3429000" cy="4306388"/>
          </a:xfrm>
          <a:prstGeom prst="rect">
            <a:avLst/>
          </a:prstGeom>
          <a:noFill/>
          <a:ln/>
        </p:spPr>
        <p:txBody>
          <a:bodyPr wrap="square" lIns="0" tIns="0" rIns="0" bIns="0" rtlCol="0" anchor="t"/>
          <a:lstStyle/>
          <a:p>
            <a:pPr marL="285750" indent="-285750" defTabSz="685800">
              <a:lnSpc>
                <a:spcPct val="110000"/>
              </a:lnSpc>
              <a:spcBef>
                <a:spcPts val="450"/>
              </a:spcBef>
              <a:buClr>
                <a:schemeClr val="tx1"/>
              </a:buClr>
              <a:buSzPct val="100000"/>
              <a:buFont typeface="Arial" panose="020B0604020202020204" pitchFamily="34" charset="0"/>
              <a:buChar char="•"/>
            </a:pPr>
            <a:r>
              <a:rPr lang="en-US" sz="1200" dirty="0">
                <a:solidFill>
                  <a:srgbClr val="002060"/>
                </a:solidFill>
              </a:rPr>
              <a:t>Build a unified, API-led integration framework to standardize how internal applications (A2A) and external trading partners (B2B) exchange business data.</a:t>
            </a:r>
          </a:p>
          <a:p>
            <a:pPr marL="285750" indent="-285750" defTabSz="685800">
              <a:lnSpc>
                <a:spcPct val="110000"/>
              </a:lnSpc>
              <a:spcBef>
                <a:spcPts val="450"/>
              </a:spcBef>
              <a:buClr>
                <a:schemeClr val="tx1"/>
              </a:buClr>
              <a:buSzPct val="100000"/>
              <a:buFont typeface="Arial" panose="020B0604020202020204" pitchFamily="34" charset="0"/>
              <a:buChar char="•"/>
            </a:pPr>
            <a:r>
              <a:rPr lang="en-US" sz="1200" dirty="0">
                <a:solidFill>
                  <a:srgbClr val="002060"/>
                </a:solidFill>
              </a:rPr>
              <a:t>Provide a single, governed gateway for all inbound and outbound transactions with strong authentication, traffic control and threat protection.</a:t>
            </a:r>
          </a:p>
          <a:p>
            <a:pPr marL="285750" indent="-285750" defTabSz="685800">
              <a:lnSpc>
                <a:spcPct val="110000"/>
              </a:lnSpc>
              <a:spcBef>
                <a:spcPts val="450"/>
              </a:spcBef>
              <a:buClr>
                <a:schemeClr val="tx1"/>
              </a:buClr>
              <a:buSzPct val="100000"/>
              <a:buFont typeface="Arial" panose="020B0604020202020204" pitchFamily="34" charset="0"/>
              <a:buChar char="•"/>
            </a:pPr>
            <a:r>
              <a:rPr lang="en-US" sz="1200" dirty="0">
                <a:solidFill>
                  <a:srgbClr val="002060"/>
                </a:solidFill>
              </a:rPr>
              <a:t>Migrate legacy TIBCO BusinessConnect / BusinessWorks integration flows to a scalable, cloud-native platform.</a:t>
            </a:r>
          </a:p>
          <a:p>
            <a:pPr marL="285750" indent="-285750" defTabSz="685800">
              <a:lnSpc>
                <a:spcPct val="110000"/>
              </a:lnSpc>
              <a:spcBef>
                <a:spcPts val="450"/>
              </a:spcBef>
              <a:buClr>
                <a:schemeClr val="tx1"/>
              </a:buClr>
              <a:buSzPct val="100000"/>
              <a:buFont typeface="Arial" panose="020B0604020202020204" pitchFamily="34" charset="0"/>
              <a:buChar char="•"/>
            </a:pPr>
            <a:r>
              <a:rPr lang="en-US" sz="1200" dirty="0">
                <a:solidFill>
                  <a:srgbClr val="002060"/>
                </a:solidFill>
              </a:rPr>
              <a:t>Expose data to consuming applications in standardized business/process JSON payloads regardless of source protocol.</a:t>
            </a:r>
          </a:p>
          <a:p>
            <a:pPr marL="285750" indent="-285750" defTabSz="685800">
              <a:lnSpc>
                <a:spcPct val="110000"/>
              </a:lnSpc>
              <a:spcBef>
                <a:spcPts val="450"/>
              </a:spcBef>
              <a:buClr>
                <a:schemeClr val="tx1"/>
              </a:buClr>
              <a:buSzPct val="100000"/>
              <a:buFont typeface="Arial" panose="020B0604020202020204" pitchFamily="34" charset="0"/>
              <a:buChar char="•"/>
            </a:pPr>
            <a:r>
              <a:rPr lang="en-US" sz="1200" dirty="0">
                <a:solidFill>
                  <a:srgbClr val="002060"/>
                </a:solidFill>
              </a:rPr>
              <a:t>Ensure end-to-end observability, logging and proactive alerting across every API and integration flow.</a:t>
            </a:r>
          </a:p>
        </p:txBody>
      </p:sp>
      <p:sp>
        <p:nvSpPr>
          <p:cNvPr id="19" name="Text 7">
            <a:extLst>
              <a:ext uri="{FF2B5EF4-FFF2-40B4-BE49-F238E27FC236}">
                <a16:creationId xmlns:a16="http://schemas.microsoft.com/office/drawing/2014/main" id="{0987D77A-691A-37CD-7BA1-017F998A5D89}"/>
              </a:ext>
            </a:extLst>
          </p:cNvPr>
          <p:cNvSpPr/>
          <p:nvPr/>
        </p:nvSpPr>
        <p:spPr>
          <a:xfrm>
            <a:off x="4228011" y="1669143"/>
            <a:ext cx="3749040" cy="320040"/>
          </a:xfrm>
          <a:prstGeom prst="rect">
            <a:avLst/>
          </a:prstGeom>
          <a:noFill/>
          <a:ln/>
        </p:spPr>
        <p:txBody>
          <a:bodyPr wrap="square" lIns="0" tIns="0" rIns="0" bIns="0" rtlCol="0" anchor="ctr"/>
          <a:lstStyle/>
          <a:p>
            <a:pPr marL="0" indent="0">
              <a:buNone/>
            </a:pPr>
            <a:r>
              <a:rPr lang="en-US" sz="1650" b="1">
                <a:solidFill>
                  <a:srgbClr val="196B24"/>
                </a:solidFill>
                <a:latin typeface="Arial"/>
                <a:ea typeface="Arial" pitchFamily="34" charset="-122"/>
                <a:cs typeface="Arial"/>
              </a:rPr>
              <a:t> </a:t>
            </a:r>
            <a:r>
              <a:rPr lang="en-US" sz="1800">
                <a:solidFill>
                  <a:schemeClr val="accent3"/>
                </a:solidFill>
              </a:rPr>
              <a:t>Cognizant</a:t>
            </a:r>
            <a:r>
              <a:rPr lang="en-US" sz="1650">
                <a:solidFill>
                  <a:srgbClr val="196B24"/>
                </a:solidFill>
                <a:latin typeface="Arial"/>
                <a:ea typeface="Arial" pitchFamily="34" charset="-122"/>
                <a:cs typeface="Arial"/>
              </a:rPr>
              <a:t> </a:t>
            </a:r>
            <a:r>
              <a:rPr lang="en-US" sz="1800">
                <a:solidFill>
                  <a:schemeClr val="accent3"/>
                </a:solidFill>
              </a:rPr>
              <a:t>Solution</a:t>
            </a:r>
          </a:p>
        </p:txBody>
      </p:sp>
      <p:sp>
        <p:nvSpPr>
          <p:cNvPr id="21" name="Text 8">
            <a:extLst>
              <a:ext uri="{FF2B5EF4-FFF2-40B4-BE49-F238E27FC236}">
                <a16:creationId xmlns:a16="http://schemas.microsoft.com/office/drawing/2014/main" id="{ED038884-C054-248E-7EE6-C0DDCD512B94}"/>
              </a:ext>
            </a:extLst>
          </p:cNvPr>
          <p:cNvSpPr/>
          <p:nvPr/>
        </p:nvSpPr>
        <p:spPr>
          <a:xfrm>
            <a:off x="4082869" y="1995134"/>
            <a:ext cx="3894182" cy="4553131"/>
          </a:xfrm>
          <a:prstGeom prst="rect">
            <a:avLst/>
          </a:prstGeom>
          <a:noFill/>
          <a:ln/>
        </p:spPr>
        <p:txBody>
          <a:bodyPr wrap="square" lIns="0" tIns="0" rIns="0" bIns="0" rtlCol="0" anchor="t"/>
          <a:lstStyle/>
          <a:p>
            <a:pPr marL="171450" indent="-171450" defTabSz="685800">
              <a:lnSpc>
                <a:spcPct val="110000"/>
              </a:lnSpc>
              <a:spcBef>
                <a:spcPts val="450"/>
              </a:spcBef>
              <a:buClr>
                <a:schemeClr val="tx1"/>
              </a:buClr>
              <a:buSzPct val="100000"/>
              <a:buFont typeface="Arial"/>
              <a:buChar char="•"/>
            </a:pPr>
            <a:r>
              <a:rPr lang="en-US" sz="1200" dirty="0">
                <a:solidFill>
                  <a:srgbClr val="002060"/>
                </a:solidFill>
              </a:rPr>
              <a:t>Implemented Azure API Management (APIM) as the unified API gateway fronting all inbound/outbound partner (B2B) and application (A2A) traffic.</a:t>
            </a:r>
            <a:endParaRPr lang="en-US" dirty="0">
              <a:cs typeface="Arial" panose="020B0604020202020204"/>
            </a:endParaRPr>
          </a:p>
          <a:p>
            <a:pPr marL="171450" indent="-171450" defTabSz="685800">
              <a:lnSpc>
                <a:spcPct val="110000"/>
              </a:lnSpc>
              <a:spcBef>
                <a:spcPts val="450"/>
              </a:spcBef>
              <a:buClr>
                <a:schemeClr val="tx1"/>
              </a:buClr>
              <a:buSzPct val="100000"/>
              <a:buFont typeface="Arial"/>
              <a:buChar char="•"/>
            </a:pPr>
            <a:r>
              <a:rPr lang="en-US" sz="1200" dirty="0">
                <a:solidFill>
                  <a:srgbClr val="002060"/>
                </a:solidFill>
              </a:rPr>
              <a:t>Built a wrapper service using Azure Logic Apps and Azure Functions, integrating with VLTrader/SFTP file shares and transforming payloads to standardized JSON before publishing through APIM.</a:t>
            </a:r>
            <a:endParaRPr lang="en-US" sz="1200" dirty="0">
              <a:solidFill>
                <a:srgbClr val="002060"/>
              </a:solidFill>
              <a:cs typeface="Arial" panose="020B0604020202020204"/>
            </a:endParaRPr>
          </a:p>
          <a:p>
            <a:pPr marL="628015" lvl="1" indent="-171450" defTabSz="685800">
              <a:lnSpc>
                <a:spcPct val="110000"/>
              </a:lnSpc>
              <a:spcBef>
                <a:spcPts val="450"/>
              </a:spcBef>
              <a:buClr>
                <a:schemeClr val="tx1"/>
              </a:buClr>
              <a:buSzPct val="100000"/>
              <a:buFont typeface="Courier New"/>
              <a:buChar char="o"/>
            </a:pPr>
            <a:r>
              <a:rPr lang="en-US" sz="1200" dirty="0">
                <a:solidFill>
                  <a:srgbClr val="002060"/>
                </a:solidFill>
              </a:rPr>
              <a:t>Azure API Management</a:t>
            </a:r>
          </a:p>
          <a:p>
            <a:pPr marL="628015" lvl="1" indent="-171450" defTabSz="685800">
              <a:lnSpc>
                <a:spcPct val="110000"/>
              </a:lnSpc>
              <a:spcBef>
                <a:spcPts val="450"/>
              </a:spcBef>
              <a:buClr>
                <a:schemeClr val="tx1"/>
              </a:buClr>
              <a:buSzPct val="100000"/>
              <a:buFont typeface="Courier New"/>
              <a:buChar char="o"/>
            </a:pPr>
            <a:r>
              <a:rPr lang="en-US" sz="1200" dirty="0">
                <a:solidFill>
                  <a:srgbClr val="002060"/>
                </a:solidFill>
              </a:rPr>
              <a:t>Azure Logic Apps</a:t>
            </a:r>
          </a:p>
          <a:p>
            <a:pPr marL="628015" lvl="1" indent="-171450" defTabSz="685800">
              <a:lnSpc>
                <a:spcPct val="110000"/>
              </a:lnSpc>
              <a:spcBef>
                <a:spcPts val="450"/>
              </a:spcBef>
              <a:buClr>
                <a:schemeClr val="tx1"/>
              </a:buClr>
              <a:buSzPct val="100000"/>
              <a:buFont typeface="Courier New"/>
              <a:buChar char="o"/>
            </a:pPr>
            <a:r>
              <a:rPr lang="en-US" sz="1200" dirty="0">
                <a:solidFill>
                  <a:srgbClr val="002060"/>
                </a:solidFill>
              </a:rPr>
              <a:t>Azure Functions</a:t>
            </a:r>
          </a:p>
          <a:p>
            <a:pPr marL="628015" lvl="1" indent="-171450" defTabSz="685800">
              <a:lnSpc>
                <a:spcPct val="110000"/>
              </a:lnSpc>
              <a:spcBef>
                <a:spcPts val="450"/>
              </a:spcBef>
              <a:buClr>
                <a:schemeClr val="tx1"/>
              </a:buClr>
              <a:buSzPct val="100000"/>
              <a:buFont typeface="Courier New"/>
              <a:buChar char="o"/>
            </a:pPr>
            <a:r>
              <a:rPr lang="en-US" sz="1200" dirty="0">
                <a:solidFill>
                  <a:srgbClr val="002060"/>
                </a:solidFill>
              </a:rPr>
              <a:t>Service Bus</a:t>
            </a:r>
          </a:p>
          <a:p>
            <a:pPr marL="628015" lvl="1" indent="-171450" defTabSz="685800">
              <a:lnSpc>
                <a:spcPct val="110000"/>
              </a:lnSpc>
              <a:spcBef>
                <a:spcPts val="450"/>
              </a:spcBef>
              <a:buClr>
                <a:schemeClr val="tx1"/>
              </a:buClr>
              <a:buSzPct val="100000"/>
              <a:buFont typeface="Courier New"/>
              <a:buChar char="o"/>
            </a:pPr>
            <a:r>
              <a:rPr lang="en-US" sz="1200" dirty="0">
                <a:solidFill>
                  <a:srgbClr val="002060"/>
                </a:solidFill>
              </a:rPr>
              <a:t>Integration Account</a:t>
            </a:r>
          </a:p>
          <a:p>
            <a:pPr marL="628015" lvl="1" indent="-171450" defTabSz="685800">
              <a:lnSpc>
                <a:spcPct val="110000"/>
              </a:lnSpc>
              <a:spcBef>
                <a:spcPts val="450"/>
              </a:spcBef>
              <a:buClr>
                <a:schemeClr val="tx1"/>
              </a:buClr>
              <a:buSzPct val="100000"/>
              <a:buFont typeface="Courier New"/>
              <a:buChar char="o"/>
            </a:pPr>
            <a:r>
              <a:rPr lang="en-US" sz="1200" dirty="0">
                <a:solidFill>
                  <a:srgbClr val="002060"/>
                </a:solidFill>
              </a:rPr>
              <a:t>Key Vault, Storage Account, Azure Monitor, Entra ID</a:t>
            </a:r>
            <a:endParaRPr lang="en-US" sz="1200" dirty="0">
              <a:solidFill>
                <a:srgbClr val="002060"/>
              </a:solidFill>
              <a:cs typeface="Arial" panose="020B0604020202020204"/>
            </a:endParaRPr>
          </a:p>
          <a:p>
            <a:pPr marL="171450" indent="-171450" defTabSz="685800">
              <a:lnSpc>
                <a:spcPct val="110000"/>
              </a:lnSpc>
              <a:spcBef>
                <a:spcPts val="450"/>
              </a:spcBef>
              <a:buClr>
                <a:schemeClr val="tx1"/>
              </a:buClr>
              <a:buSzPct val="100000"/>
              <a:buFont typeface="Arial"/>
              <a:buChar char="•"/>
            </a:pPr>
            <a:r>
              <a:rPr lang="en-US" sz="1200" dirty="0">
                <a:solidFill>
                  <a:srgbClr val="002060"/>
                </a:solidFill>
              </a:rPr>
              <a:t>Enforced API policies for OAuth 2.0 / certificate-based security, content-based routing and traffic throttling across products.</a:t>
            </a:r>
            <a:endParaRPr lang="en-US" sz="1200" dirty="0">
              <a:solidFill>
                <a:srgbClr val="002060"/>
              </a:solidFill>
              <a:cs typeface="Arial" panose="020B0604020202020204"/>
            </a:endParaRPr>
          </a:p>
          <a:p>
            <a:pPr marL="171450" indent="-171450" defTabSz="685800">
              <a:lnSpc>
                <a:spcPct val="110000"/>
              </a:lnSpc>
              <a:spcBef>
                <a:spcPts val="450"/>
              </a:spcBef>
              <a:buClr>
                <a:schemeClr val="tx1"/>
              </a:buClr>
              <a:buSzPct val="100000"/>
              <a:buFont typeface="Arial"/>
              <a:buChar char="•"/>
            </a:pPr>
            <a:r>
              <a:rPr lang="en-US" sz="1200" dirty="0">
                <a:solidFill>
                  <a:srgbClr val="002060"/>
                </a:solidFill>
              </a:rPr>
              <a:t>Enabled end-to-end monitoring using Log Analytics, Application Insights and Azure Monitor, with automated alerts for failures..</a:t>
            </a:r>
            <a:endParaRPr lang="en-US" dirty="0">
              <a:cs typeface="Arial"/>
            </a:endParaRPr>
          </a:p>
        </p:txBody>
      </p:sp>
      <p:sp>
        <p:nvSpPr>
          <p:cNvPr id="23" name="Text 9">
            <a:extLst>
              <a:ext uri="{FF2B5EF4-FFF2-40B4-BE49-F238E27FC236}">
                <a16:creationId xmlns:a16="http://schemas.microsoft.com/office/drawing/2014/main" id="{183AC3C2-A415-29D3-CE0F-94DA02AC31CB}"/>
              </a:ext>
            </a:extLst>
          </p:cNvPr>
          <p:cNvSpPr/>
          <p:nvPr/>
        </p:nvSpPr>
        <p:spPr>
          <a:xfrm>
            <a:off x="8275320" y="1669143"/>
            <a:ext cx="3474720" cy="320040"/>
          </a:xfrm>
          <a:prstGeom prst="rect">
            <a:avLst/>
          </a:prstGeom>
          <a:noFill/>
          <a:ln/>
        </p:spPr>
        <p:txBody>
          <a:bodyPr wrap="square" lIns="0" tIns="0" rIns="0" bIns="0" rtlCol="0" anchor="ctr"/>
          <a:lstStyle/>
          <a:p>
            <a:pPr marL="0" indent="0">
              <a:buNone/>
            </a:pPr>
            <a:r>
              <a:rPr lang="en-US" sz="1800">
                <a:solidFill>
                  <a:schemeClr val="accent3"/>
                </a:solidFill>
              </a:rPr>
              <a:t>Key</a:t>
            </a:r>
            <a:r>
              <a:rPr lang="en-US" sz="1650">
                <a:solidFill>
                  <a:srgbClr val="196B24"/>
                </a:solidFill>
                <a:latin typeface="Arial"/>
                <a:ea typeface="Arial" pitchFamily="34" charset="-122"/>
                <a:cs typeface="Arial"/>
              </a:rPr>
              <a:t> </a:t>
            </a:r>
            <a:r>
              <a:rPr lang="en-US" sz="1800">
                <a:solidFill>
                  <a:schemeClr val="accent3"/>
                </a:solidFill>
              </a:rPr>
              <a:t>Benefits</a:t>
            </a:r>
          </a:p>
        </p:txBody>
      </p:sp>
      <p:sp>
        <p:nvSpPr>
          <p:cNvPr id="25" name="Text 10">
            <a:extLst>
              <a:ext uri="{FF2B5EF4-FFF2-40B4-BE49-F238E27FC236}">
                <a16:creationId xmlns:a16="http://schemas.microsoft.com/office/drawing/2014/main" id="{400219CF-DA6B-0D26-BDF5-FA084E0A0B2E}"/>
              </a:ext>
            </a:extLst>
          </p:cNvPr>
          <p:cNvSpPr/>
          <p:nvPr/>
        </p:nvSpPr>
        <p:spPr>
          <a:xfrm>
            <a:off x="8246291" y="1987877"/>
            <a:ext cx="3474720" cy="4480560"/>
          </a:xfrm>
          <a:prstGeom prst="rect">
            <a:avLst/>
          </a:prstGeom>
          <a:noFill/>
          <a:ln/>
        </p:spPr>
        <p:txBody>
          <a:bodyPr wrap="square" lIns="0" tIns="0" rIns="0" bIns="0" rtlCol="0" anchor="t"/>
          <a:lstStyle/>
          <a:p>
            <a:pPr marL="171450" indent="-171450">
              <a:lnSpc>
                <a:spcPts val="1550"/>
              </a:lnSpc>
              <a:spcAft>
                <a:spcPts val="800"/>
              </a:spcAft>
              <a:buSzPct val="100000"/>
              <a:buFont typeface="Arial"/>
              <a:buChar char="•"/>
            </a:pPr>
            <a:r>
              <a:rPr lang="en-US" sz="1200">
                <a:solidFill>
                  <a:srgbClr val="002060"/>
                </a:solidFill>
              </a:rPr>
              <a:t>Centralized, secure API gateway improving governance and control.</a:t>
            </a:r>
            <a:endParaRPr lang="en-US">
              <a:cs typeface="Arial" panose="020B0604020202020204"/>
            </a:endParaRPr>
          </a:p>
          <a:p>
            <a:pPr marL="171450" indent="-171450">
              <a:lnSpc>
                <a:spcPts val="1550"/>
              </a:lnSpc>
              <a:spcAft>
                <a:spcPts val="800"/>
              </a:spcAft>
              <a:buSzPct val="100000"/>
              <a:buFont typeface="Arial"/>
              <a:buChar char="•"/>
            </a:pPr>
            <a:r>
              <a:rPr lang="en-US" sz="1200">
                <a:solidFill>
                  <a:srgbClr val="002060"/>
                </a:solidFill>
              </a:rPr>
              <a:t>Standardized, reusable integration framework reducing effort to onboard new interfaces.</a:t>
            </a:r>
            <a:endParaRPr lang="en-US" sz="1200">
              <a:solidFill>
                <a:srgbClr val="002060"/>
              </a:solidFill>
              <a:cs typeface="Arial" panose="020B0604020202020204"/>
            </a:endParaRPr>
          </a:p>
          <a:p>
            <a:pPr marL="171450" indent="-171450">
              <a:lnSpc>
                <a:spcPts val="1550"/>
              </a:lnSpc>
              <a:spcAft>
                <a:spcPts val="800"/>
              </a:spcAft>
              <a:buSzPct val="100000"/>
              <a:buFont typeface="Arial"/>
              <a:buChar char="•"/>
            </a:pPr>
            <a:r>
              <a:rPr lang="en-US" sz="1200">
                <a:solidFill>
                  <a:srgbClr val="002060"/>
                </a:solidFill>
              </a:rPr>
              <a:t>Improved scalability and resilience with serverless, Azure-native components.</a:t>
            </a:r>
            <a:endParaRPr lang="en-US" sz="1200">
              <a:solidFill>
                <a:srgbClr val="002060"/>
              </a:solidFill>
              <a:cs typeface="Arial" panose="020B0604020202020204"/>
            </a:endParaRPr>
          </a:p>
          <a:p>
            <a:pPr marL="171450" indent="-171450">
              <a:lnSpc>
                <a:spcPts val="1550"/>
              </a:lnSpc>
              <a:spcAft>
                <a:spcPts val="800"/>
              </a:spcAft>
              <a:buSzPct val="100000"/>
              <a:buFont typeface="Arial"/>
              <a:buChar char="•"/>
            </a:pPr>
            <a:r>
              <a:rPr lang="en-US" sz="1200">
                <a:solidFill>
                  <a:srgbClr val="002060"/>
                </a:solidFill>
              </a:rPr>
              <a:t>Faster partner/application onboarding through a self-service API catalog.</a:t>
            </a:r>
            <a:endParaRPr lang="en-US" sz="1200">
              <a:solidFill>
                <a:srgbClr val="002060"/>
              </a:solidFill>
              <a:cs typeface="Arial" panose="020B0604020202020204"/>
            </a:endParaRPr>
          </a:p>
          <a:p>
            <a:pPr marL="171450" indent="-171450">
              <a:lnSpc>
                <a:spcPts val="1550"/>
              </a:lnSpc>
              <a:spcAft>
                <a:spcPts val="800"/>
              </a:spcAft>
              <a:buSzPct val="100000"/>
              <a:buFont typeface="Arial"/>
              <a:buChar char="•"/>
            </a:pPr>
            <a:r>
              <a:rPr lang="en-US" sz="1200">
                <a:solidFill>
                  <a:srgbClr val="002060"/>
                </a:solidFill>
              </a:rPr>
              <a:t>End-to-end visibility with proactive monitoring and alerting.</a:t>
            </a:r>
            <a:endParaRPr lang="en-US" sz="1200">
              <a:solidFill>
                <a:srgbClr val="002060"/>
              </a:solidFill>
              <a:cs typeface="Arial" panose="020B0604020202020204"/>
            </a:endParaRPr>
          </a:p>
          <a:p>
            <a:pPr marL="171450" indent="-171450">
              <a:lnSpc>
                <a:spcPts val="1550"/>
              </a:lnSpc>
              <a:spcAft>
                <a:spcPts val="800"/>
              </a:spcAft>
              <a:buSzPct val="100000"/>
              <a:buFont typeface="Arial"/>
              <a:buChar char="•"/>
            </a:pPr>
            <a:r>
              <a:rPr lang="en-US" sz="1200">
                <a:solidFill>
                  <a:srgbClr val="002060"/>
                </a:solidFill>
              </a:rPr>
              <a:t>Reduced operational cost via pay-per-use pricing model.</a:t>
            </a:r>
            <a:endParaRPr lang="en-US" sz="1200">
              <a:solidFill>
                <a:srgbClr val="002060"/>
              </a:solidFill>
              <a:cs typeface="Arial" panose="020B0604020202020204"/>
            </a:endParaRPr>
          </a:p>
        </p:txBody>
      </p:sp>
    </p:spTree>
    <p:extLst>
      <p:ext uri="{BB962C8B-B14F-4D97-AF65-F5344CB8AC3E}">
        <p14:creationId xmlns:p14="http://schemas.microsoft.com/office/powerpoint/2010/main" val="2738297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5CB0D9-28FD-558F-CFC0-B29047FC3068}"/>
              </a:ext>
            </a:extLst>
          </p:cNvPr>
          <p:cNvSpPr>
            <a:spLocks noGrp="1"/>
          </p:cNvSpPr>
          <p:nvPr>
            <p:ph type="ftr" sz="quarter" idx="11"/>
          </p:nvPr>
        </p:nvSpPr>
        <p:spPr/>
        <p:txBody>
          <a:bodyPr/>
          <a:lstStyle/>
          <a:p>
            <a:r>
              <a:rPr lang="en-US"/>
              <a:t>© 2026–2027 Cognizant | Private</a:t>
            </a:r>
          </a:p>
        </p:txBody>
      </p:sp>
      <p:sp>
        <p:nvSpPr>
          <p:cNvPr id="3" name="Slide Number Placeholder 2">
            <a:extLst>
              <a:ext uri="{FF2B5EF4-FFF2-40B4-BE49-F238E27FC236}">
                <a16:creationId xmlns:a16="http://schemas.microsoft.com/office/drawing/2014/main" id="{45A713FB-B59A-319B-EFC5-9BC6EF2ECFED}"/>
              </a:ext>
            </a:extLst>
          </p:cNvPr>
          <p:cNvSpPr>
            <a:spLocks noGrp="1"/>
          </p:cNvSpPr>
          <p:nvPr>
            <p:ph type="sldNum" sz="quarter" idx="12"/>
          </p:nvPr>
        </p:nvSpPr>
        <p:spPr/>
        <p:txBody>
          <a:bodyPr/>
          <a:lstStyle/>
          <a:p>
            <a:fld id="{38826FC0-333C-E549-9FA3-0EE43DF298A3}" type="slidenum">
              <a:rPr lang="en-US" smtClean="0"/>
              <a:pPr/>
              <a:t>10</a:t>
            </a:fld>
            <a:endParaRPr lang="en-US"/>
          </a:p>
        </p:txBody>
      </p:sp>
      <p:sp>
        <p:nvSpPr>
          <p:cNvPr id="4" name="Text Placeholder 161">
            <a:extLst>
              <a:ext uri="{FF2B5EF4-FFF2-40B4-BE49-F238E27FC236}">
                <a16:creationId xmlns:a16="http://schemas.microsoft.com/office/drawing/2014/main" id="{2C500ABB-9AAA-10FA-7CB0-E47045A0671D}"/>
              </a:ext>
            </a:extLst>
          </p:cNvPr>
          <p:cNvSpPr txBox="1">
            <a:spLocks/>
          </p:cNvSpPr>
          <p:nvPr/>
        </p:nvSpPr>
        <p:spPr>
          <a:xfrm>
            <a:off x="452438" y="1626459"/>
            <a:ext cx="3506787" cy="282575"/>
          </a:xfrm>
          <a:prstGeom prst="rect">
            <a:avLst/>
          </a:prstGeom>
        </p:spPr>
        <p:txBody>
          <a:bodyPr vert="horz" lIns="0" tIns="0" rIns="0" bIns="0" rtlCol="0" anchor="t">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a:t>Client Requirements</a:t>
            </a:r>
          </a:p>
        </p:txBody>
      </p:sp>
      <p:sp>
        <p:nvSpPr>
          <p:cNvPr id="5" name="Content Placeholder 166">
            <a:extLst>
              <a:ext uri="{FF2B5EF4-FFF2-40B4-BE49-F238E27FC236}">
                <a16:creationId xmlns:a16="http://schemas.microsoft.com/office/drawing/2014/main" id="{8411F389-3944-A3BC-B6DC-9C5FEEBD5097}"/>
              </a:ext>
            </a:extLst>
          </p:cNvPr>
          <p:cNvSpPr txBox="1">
            <a:spLocks/>
          </p:cNvSpPr>
          <p:nvPr/>
        </p:nvSpPr>
        <p:spPr>
          <a:xfrm>
            <a:off x="8152650" y="1998511"/>
            <a:ext cx="3566109" cy="4033837"/>
          </a:xfrm>
          <a:prstGeom prst="rect">
            <a:avLst/>
          </a:prstGeom>
        </p:spPr>
        <p:txBody>
          <a:bodyPr vert="horz" wrap="square" lIns="0" tIns="0" rIns="0" bIns="0" rtlCol="0">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sz="1200">
                <a:solidFill>
                  <a:srgbClr val="002060"/>
                </a:solidFill>
              </a:rPr>
              <a:t>Publishing APIs for external/internal developers to discover, learn, and consume.</a:t>
            </a:r>
          </a:p>
          <a:p>
            <a:r>
              <a:rPr lang="en-US" sz="1200">
                <a:solidFill>
                  <a:srgbClr val="002060"/>
                </a:solidFill>
              </a:rPr>
              <a:t>Providing interactive API documentation (Swagger/Open API) and code samples.</a:t>
            </a:r>
          </a:p>
          <a:p>
            <a:r>
              <a:rPr lang="en-US" sz="1200">
                <a:solidFill>
                  <a:srgbClr val="002060"/>
                </a:solidFill>
              </a:rPr>
              <a:t>Managing API keys, subscriptions, and access for developers.</a:t>
            </a:r>
          </a:p>
          <a:p>
            <a:r>
              <a:rPr lang="en-US" sz="1200">
                <a:solidFill>
                  <a:srgbClr val="002060"/>
                </a:solidFill>
              </a:rPr>
              <a:t>Enabling self-service onboarding for developers &amp; Management approvals.</a:t>
            </a:r>
          </a:p>
          <a:p>
            <a:r>
              <a:rPr lang="en-US" sz="1200">
                <a:solidFill>
                  <a:srgbClr val="002060"/>
                </a:solidFill>
              </a:rPr>
              <a:t>API Testing </a:t>
            </a:r>
          </a:p>
          <a:p>
            <a:r>
              <a:rPr lang="en-US" sz="1200">
                <a:solidFill>
                  <a:srgbClr val="002060"/>
                </a:solidFill>
              </a:rPr>
              <a:t>Sharing announcements, guides, and support resources.</a:t>
            </a:r>
          </a:p>
          <a:p>
            <a:r>
              <a:rPr lang="en-US" sz="1200">
                <a:solidFill>
                  <a:srgbClr val="002060"/>
                </a:solidFill>
              </a:rPr>
              <a:t>Integrating with external systems (e.g., support, analytics)</a:t>
            </a:r>
          </a:p>
          <a:p>
            <a:r>
              <a:rPr lang="en-US" sz="1200">
                <a:solidFill>
                  <a:srgbClr val="002060"/>
                </a:solidFill>
              </a:rPr>
              <a:t>Managing user roles and access</a:t>
            </a:r>
          </a:p>
          <a:p>
            <a:r>
              <a:rPr lang="en-US" sz="1200">
                <a:solidFill>
                  <a:srgbClr val="002060"/>
                </a:solidFill>
              </a:rPr>
              <a:t>Integrate AI-powered chatbots for instant support and API guidance.</a:t>
            </a:r>
          </a:p>
          <a:p>
            <a:r>
              <a:rPr lang="en-US" sz="1200">
                <a:solidFill>
                  <a:srgbClr val="002060"/>
                </a:solidFill>
              </a:rPr>
              <a:t>Add AI-based personalization for portal content and onboarding.</a:t>
            </a:r>
          </a:p>
          <a:p>
            <a:pPr marL="171450" indent="-171450">
              <a:buFont typeface="Wingdings" panose="05000000000000000000" pitchFamily="2" charset="2"/>
              <a:buChar char="ü"/>
            </a:pPr>
            <a:endParaRPr lang="en-US" sz="1200" dirty="0"/>
          </a:p>
        </p:txBody>
      </p:sp>
      <p:sp>
        <p:nvSpPr>
          <p:cNvPr id="6" name="Title 6">
            <a:extLst>
              <a:ext uri="{FF2B5EF4-FFF2-40B4-BE49-F238E27FC236}">
                <a16:creationId xmlns:a16="http://schemas.microsoft.com/office/drawing/2014/main" id="{1DAF2245-D108-7779-775B-E916E351C759}"/>
              </a:ext>
            </a:extLst>
          </p:cNvPr>
          <p:cNvSpPr txBox="1">
            <a:spLocks/>
          </p:cNvSpPr>
          <p:nvPr/>
        </p:nvSpPr>
        <p:spPr>
          <a:xfrm>
            <a:off x="367391" y="260358"/>
            <a:ext cx="10808209" cy="307777"/>
          </a:xfrm>
          <a:prstGeom prst="rect">
            <a:avLst/>
          </a:prstGeom>
        </p:spPr>
        <p:txBody>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r>
              <a:rPr lang="en-US" dirty="0"/>
              <a:t>Case Study – </a:t>
            </a:r>
            <a:r>
              <a:rPr lang="en-US" sz="2000" b="0" dirty="0"/>
              <a:t>Unified Developer Portal</a:t>
            </a:r>
          </a:p>
        </p:txBody>
      </p:sp>
      <p:sp>
        <p:nvSpPr>
          <p:cNvPr id="7" name="Text Placeholder 162">
            <a:extLst>
              <a:ext uri="{FF2B5EF4-FFF2-40B4-BE49-F238E27FC236}">
                <a16:creationId xmlns:a16="http://schemas.microsoft.com/office/drawing/2014/main" id="{6774330A-E763-2E27-1298-1F1966CA8B13}"/>
              </a:ext>
            </a:extLst>
          </p:cNvPr>
          <p:cNvSpPr txBox="1">
            <a:spLocks/>
          </p:cNvSpPr>
          <p:nvPr/>
        </p:nvSpPr>
        <p:spPr>
          <a:xfrm>
            <a:off x="4325191" y="1626459"/>
            <a:ext cx="3506787" cy="282575"/>
          </a:xfrm>
          <a:prstGeom prst="rect">
            <a:avLst/>
          </a:prstGeom>
        </p:spPr>
        <p:txBody>
          <a:bodyPr vert="horz" lIns="0" tIns="0" rIns="0" bIns="0" rtlCol="0" anchor="t">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a:t>Cognizant Solution</a:t>
            </a:r>
          </a:p>
        </p:txBody>
      </p:sp>
      <p:sp>
        <p:nvSpPr>
          <p:cNvPr id="8" name="Text Placeholder 163">
            <a:extLst>
              <a:ext uri="{FF2B5EF4-FFF2-40B4-BE49-F238E27FC236}">
                <a16:creationId xmlns:a16="http://schemas.microsoft.com/office/drawing/2014/main" id="{4D8A8F18-AF25-BFC4-0CA5-0A313451CA5B}"/>
              </a:ext>
            </a:extLst>
          </p:cNvPr>
          <p:cNvSpPr txBox="1">
            <a:spLocks/>
          </p:cNvSpPr>
          <p:nvPr/>
        </p:nvSpPr>
        <p:spPr>
          <a:xfrm>
            <a:off x="8184497" y="1626459"/>
            <a:ext cx="3566109" cy="282575"/>
          </a:xfrm>
          <a:prstGeom prst="rect">
            <a:avLst/>
          </a:prstGeom>
        </p:spPr>
        <p:txBody>
          <a:bodyPr vert="horz" lIns="0" tIns="0" rIns="0" bIns="0" rtlCol="0" anchor="t">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a:t>Key Benefits</a:t>
            </a:r>
          </a:p>
        </p:txBody>
      </p:sp>
      <p:sp>
        <p:nvSpPr>
          <p:cNvPr id="9" name="Content Placeholder 164">
            <a:extLst>
              <a:ext uri="{FF2B5EF4-FFF2-40B4-BE49-F238E27FC236}">
                <a16:creationId xmlns:a16="http://schemas.microsoft.com/office/drawing/2014/main" id="{A4E4A598-022C-2F4A-EB89-1FA645C7E293}"/>
              </a:ext>
            </a:extLst>
          </p:cNvPr>
          <p:cNvSpPr txBox="1">
            <a:spLocks/>
          </p:cNvSpPr>
          <p:nvPr/>
        </p:nvSpPr>
        <p:spPr>
          <a:xfrm>
            <a:off x="452438" y="2054566"/>
            <a:ext cx="3506787" cy="4033837"/>
          </a:xfrm>
          <a:prstGeom prst="rect">
            <a:avLst/>
          </a:prstGeom>
        </p:spPr>
        <p:txBody>
          <a:bodyPr vert="horz" wrap="square" lIns="0" tIns="0" rIns="0" bIns="0" rtlCol="0" anchor="t">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285750" indent="-285750" defTabSz="685800">
              <a:spcBef>
                <a:spcPts val="450"/>
              </a:spcBef>
            </a:pPr>
            <a:r>
              <a:rPr lang="en-US" sz="1200">
                <a:solidFill>
                  <a:srgbClr val="002060"/>
                </a:solidFill>
              </a:rPr>
              <a:t>Azure API Management (APIM) lifecycle management and establishing API C4E (Center for enablement).</a:t>
            </a:r>
            <a:endParaRPr lang="en-IN" sz="1200">
              <a:solidFill>
                <a:srgbClr val="002060"/>
              </a:solidFill>
            </a:endParaRPr>
          </a:p>
          <a:p>
            <a:pPr marL="285750" indent="-285750" defTabSz="685800">
              <a:spcBef>
                <a:spcPts val="450"/>
              </a:spcBef>
            </a:pPr>
            <a:r>
              <a:rPr lang="en-US" sz="1200">
                <a:solidFill>
                  <a:srgbClr val="002060"/>
                </a:solidFill>
              </a:rPr>
              <a:t>Focusses on the findability aspects of APIs for developers by integrating with http://xxx, and centrally managed security controls, eliminating the duplication of APIs.</a:t>
            </a:r>
            <a:endParaRPr lang="en-IN" sz="1200">
              <a:solidFill>
                <a:srgbClr val="002060"/>
              </a:solidFill>
            </a:endParaRPr>
          </a:p>
          <a:p>
            <a:pPr marL="285750" indent="-285750" defTabSz="685800">
              <a:spcBef>
                <a:spcPts val="450"/>
              </a:spcBef>
            </a:pPr>
            <a:r>
              <a:rPr lang="en-US" sz="1200">
                <a:solidFill>
                  <a:srgbClr val="002060"/>
                </a:solidFill>
              </a:rPr>
              <a:t>The UI portal[Developer Portal] offers comprehensive search functionality, allowing users to efficiently locate APIs, products, and tags, enhancing the discoverability and accessibility of resources.</a:t>
            </a:r>
            <a:endParaRPr lang="en-IN" sz="1200">
              <a:solidFill>
                <a:srgbClr val="002060"/>
              </a:solidFill>
            </a:endParaRPr>
          </a:p>
          <a:p>
            <a:pPr marL="285750" indent="-285750" defTabSz="685800">
              <a:spcBef>
                <a:spcPts val="450"/>
              </a:spcBef>
            </a:pPr>
            <a:r>
              <a:rPr lang="en-US" sz="1200">
                <a:solidFill>
                  <a:srgbClr val="002060"/>
                </a:solidFill>
              </a:rPr>
              <a:t>It integrates with GenAI platform, providing advanced interaction capabilities and leveraging AI-driven insights to optimize user experience and enterprise engagement</a:t>
            </a:r>
            <a:endParaRPr lang="en-IN" sz="1200">
              <a:solidFill>
                <a:srgbClr val="002060"/>
              </a:solidFill>
            </a:endParaRPr>
          </a:p>
          <a:p>
            <a:pPr marL="171450" indent="-171450">
              <a:buFont typeface="Wingdings" panose="05000000000000000000" pitchFamily="2" charset="2"/>
              <a:buChar char="ü"/>
            </a:pPr>
            <a:endParaRPr lang="en-US" sz="1800">
              <a:solidFill>
                <a:schemeClr val="accent3"/>
              </a:solidFill>
            </a:endParaRPr>
          </a:p>
        </p:txBody>
      </p:sp>
      <p:sp>
        <p:nvSpPr>
          <p:cNvPr id="10" name="Content Placeholder 165">
            <a:extLst>
              <a:ext uri="{FF2B5EF4-FFF2-40B4-BE49-F238E27FC236}">
                <a16:creationId xmlns:a16="http://schemas.microsoft.com/office/drawing/2014/main" id="{73959DD7-CAB6-3FDE-2553-E459D4D7406F}"/>
              </a:ext>
            </a:extLst>
          </p:cNvPr>
          <p:cNvSpPr txBox="1">
            <a:spLocks/>
          </p:cNvSpPr>
          <p:nvPr/>
        </p:nvSpPr>
        <p:spPr>
          <a:xfrm>
            <a:off x="4302544" y="2054566"/>
            <a:ext cx="3506787" cy="4033837"/>
          </a:xfrm>
          <a:prstGeom prst="rect">
            <a:avLst/>
          </a:prstGeom>
        </p:spPr>
        <p:txBody>
          <a:bodyPr vert="horz" lIns="0" tIns="0" rIns="0" bIns="0" rtlCol="0" anchor="t">
            <a:no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285750" indent="-285750" defTabSz="685800">
              <a:spcBef>
                <a:spcPts val="450"/>
              </a:spcBef>
            </a:pPr>
            <a:r>
              <a:rPr lang="en-US" sz="1200">
                <a:solidFill>
                  <a:srgbClr val="002060"/>
                </a:solidFill>
              </a:rPr>
              <a:t>Extract the APIM metadata from multiple APIM instances, stored in Azure Blob storage, consolidated, and indexed through RAG model into the Azure AI Search Service to enable chatbot integration within the Developer Portal.</a:t>
            </a:r>
          </a:p>
          <a:p>
            <a:pPr marL="285750" indent="-285750" defTabSz="685800">
              <a:spcBef>
                <a:spcPts val="450"/>
              </a:spcBef>
            </a:pPr>
            <a:r>
              <a:rPr lang="en-US" sz="1200">
                <a:solidFill>
                  <a:srgbClr val="002060"/>
                </a:solidFill>
              </a:rPr>
              <a:t>The normalized metadata exposed as REST API</a:t>
            </a:r>
          </a:p>
          <a:p>
            <a:pPr marL="285750" indent="-285750" defTabSz="685800">
              <a:spcBef>
                <a:spcPts val="450"/>
              </a:spcBef>
            </a:pPr>
            <a:r>
              <a:rPr lang="en-US" sz="1200">
                <a:solidFill>
                  <a:srgbClr val="002060"/>
                </a:solidFill>
              </a:rPr>
              <a:t>The UI designed and developed in Microsoft Power Apps</a:t>
            </a:r>
          </a:p>
          <a:p>
            <a:pPr marL="285750" indent="-285750" defTabSz="685800">
              <a:spcBef>
                <a:spcPts val="450"/>
              </a:spcBef>
            </a:pPr>
            <a:r>
              <a:rPr lang="en-US" sz="1200">
                <a:solidFill>
                  <a:srgbClr val="002060"/>
                </a:solidFill>
              </a:rPr>
              <a:t>The Data loaded into Dataverse table using Power Automate flows &amp; Rest APIs.</a:t>
            </a:r>
          </a:p>
          <a:p>
            <a:pPr marL="285750" indent="-285750" defTabSz="685800">
              <a:spcBef>
                <a:spcPts val="450"/>
              </a:spcBef>
            </a:pPr>
            <a:r>
              <a:rPr lang="en-US" sz="1200">
                <a:solidFill>
                  <a:srgbClr val="002060"/>
                </a:solidFill>
              </a:rPr>
              <a:t>Power connectors used for API testing invoking APIM's APIs. </a:t>
            </a:r>
          </a:p>
          <a:p>
            <a:pPr marL="285750" indent="-285750" defTabSz="685800">
              <a:spcBef>
                <a:spcPts val="450"/>
              </a:spcBef>
            </a:pPr>
            <a:r>
              <a:rPr lang="en-US" sz="1200">
                <a:solidFill>
                  <a:srgbClr val="002060"/>
                </a:solidFill>
              </a:rPr>
              <a:t>Azure Functions, Logic App, Python, ADO, Power Platform, APIM, Azure AI service.</a:t>
            </a:r>
          </a:p>
          <a:p>
            <a:pPr marL="171450" indent="-171450">
              <a:buFont typeface="Wingdings" panose="05000000000000000000" pitchFamily="2" charset="2"/>
              <a:buChar char="ü"/>
            </a:pPr>
            <a:endParaRPr lang="en-US" sz="1200"/>
          </a:p>
        </p:txBody>
      </p:sp>
      <p:cxnSp>
        <p:nvCxnSpPr>
          <p:cNvPr id="11" name="Straight Connector 10">
            <a:extLst>
              <a:ext uri="{FF2B5EF4-FFF2-40B4-BE49-F238E27FC236}">
                <a16:creationId xmlns:a16="http://schemas.microsoft.com/office/drawing/2014/main" id="{A34EA86D-D294-630D-AC60-F35966D165FA}"/>
              </a:ext>
            </a:extLst>
          </p:cNvPr>
          <p:cNvCxnSpPr>
            <a:cxnSpLocks/>
          </p:cNvCxnSpPr>
          <p:nvPr/>
        </p:nvCxnSpPr>
        <p:spPr>
          <a:xfrm>
            <a:off x="4067175" y="1877148"/>
            <a:ext cx="0" cy="446289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E310668-4FC3-12E3-066C-EDDC76069A40}"/>
              </a:ext>
            </a:extLst>
          </p:cNvPr>
          <p:cNvCxnSpPr>
            <a:cxnSpLocks/>
          </p:cNvCxnSpPr>
          <p:nvPr/>
        </p:nvCxnSpPr>
        <p:spPr>
          <a:xfrm>
            <a:off x="7924800" y="1877148"/>
            <a:ext cx="0" cy="446289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3" name="Content Placeholder 30">
            <a:extLst>
              <a:ext uri="{FF2B5EF4-FFF2-40B4-BE49-F238E27FC236}">
                <a16:creationId xmlns:a16="http://schemas.microsoft.com/office/drawing/2014/main" id="{5B9990F4-B085-F560-8823-F17755FCFCDA}"/>
              </a:ext>
            </a:extLst>
          </p:cNvPr>
          <p:cNvSpPr txBox="1">
            <a:spLocks/>
          </p:cNvSpPr>
          <p:nvPr/>
        </p:nvSpPr>
        <p:spPr>
          <a:xfrm>
            <a:off x="452438" y="880532"/>
            <a:ext cx="11129959" cy="593044"/>
          </a:xfrm>
          <a:prstGeom prst="rect">
            <a:avLst/>
          </a:prstGeom>
        </p:spPr>
        <p:txBody>
          <a:bodyPr vert="horz" wrap="square" lIns="0" tIns="0" rIns="0" bIns="0" rtlCol="0">
            <a:noAutofit/>
          </a:bodyPr>
          <a:lstStyle>
            <a:lvl1pPr marL="0" indent="0" algn="l" defTabSz="914400" rtl="0" eaLnBrk="1" latinLnBrk="0" hangingPunct="1">
              <a:lnSpc>
                <a:spcPct val="100000"/>
              </a:lnSpc>
              <a:spcBef>
                <a:spcPts val="1000"/>
              </a:spcBef>
              <a:buFont typeface="+mj-lt"/>
              <a:buNone/>
              <a:tabLst/>
              <a:defRPr sz="1600" kern="1200">
                <a:solidFill>
                  <a:schemeClr val="tx1"/>
                </a:solidFill>
                <a:latin typeface="+mn-lt"/>
                <a:ea typeface="+mn-ea"/>
                <a:cs typeface="+mn-cs"/>
              </a:defRPr>
            </a:lvl1pPr>
            <a:lvl2pPr marL="57308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58838" indent="-228600"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Client Profile </a:t>
            </a:r>
            <a:r>
              <a:rPr lang="en-US"/>
              <a:t>- An international organization of five institutions that provides financing, policy advice, and technical assistance to developing countries to reduce poverty and boost shared prosperity.</a:t>
            </a:r>
          </a:p>
        </p:txBody>
      </p:sp>
      <p:cxnSp>
        <p:nvCxnSpPr>
          <p:cNvPr id="14" name="Straight Connector 13">
            <a:extLst>
              <a:ext uri="{FF2B5EF4-FFF2-40B4-BE49-F238E27FC236}">
                <a16:creationId xmlns:a16="http://schemas.microsoft.com/office/drawing/2014/main" id="{8C4903CF-95DA-257E-D073-569ACC2887EB}"/>
              </a:ext>
            </a:extLst>
          </p:cNvPr>
          <p:cNvCxnSpPr>
            <a:cxnSpLocks/>
          </p:cNvCxnSpPr>
          <p:nvPr/>
        </p:nvCxnSpPr>
        <p:spPr>
          <a:xfrm flipH="1">
            <a:off x="452438" y="1399822"/>
            <a:ext cx="10938050" cy="73754"/>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2412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6EA1E-98FC-87D7-B6F7-495C1C83DC5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77D393D-8389-9308-DA94-575A2895050B}"/>
              </a:ext>
            </a:extLst>
          </p:cNvPr>
          <p:cNvSpPr>
            <a:spLocks noGrp="1"/>
          </p:cNvSpPr>
          <p:nvPr>
            <p:ph type="ftr" sz="quarter" idx="11"/>
          </p:nvPr>
        </p:nvSpPr>
        <p:spPr/>
        <p:txBody>
          <a:bodyPr/>
          <a:lstStyle/>
          <a:p>
            <a:r>
              <a:rPr lang="en-US"/>
              <a:t>© 2026–2027 Cognizant | Private</a:t>
            </a:r>
          </a:p>
        </p:txBody>
      </p:sp>
      <p:sp>
        <p:nvSpPr>
          <p:cNvPr id="4" name="Slide Number Placeholder 3">
            <a:extLst>
              <a:ext uri="{FF2B5EF4-FFF2-40B4-BE49-F238E27FC236}">
                <a16:creationId xmlns:a16="http://schemas.microsoft.com/office/drawing/2014/main" id="{DF3C2C7D-A980-EEE1-1FDE-ACC343CA928B}"/>
              </a:ext>
            </a:extLst>
          </p:cNvPr>
          <p:cNvSpPr>
            <a:spLocks noGrp="1"/>
          </p:cNvSpPr>
          <p:nvPr>
            <p:ph type="sldNum" sz="quarter" idx="12"/>
          </p:nvPr>
        </p:nvSpPr>
        <p:spPr/>
        <p:txBody>
          <a:bodyPr/>
          <a:lstStyle/>
          <a:p>
            <a:fld id="{38826FC0-333C-E549-9FA3-0EE43DF298A3}" type="slidenum">
              <a:rPr lang="en-US" smtClean="0"/>
              <a:pPr/>
              <a:t>11</a:t>
            </a:fld>
            <a:endParaRPr lang="en-US"/>
          </a:p>
        </p:txBody>
      </p:sp>
      <p:sp>
        <p:nvSpPr>
          <p:cNvPr id="5" name="Title 4">
            <a:extLst>
              <a:ext uri="{FF2B5EF4-FFF2-40B4-BE49-F238E27FC236}">
                <a16:creationId xmlns:a16="http://schemas.microsoft.com/office/drawing/2014/main" id="{745F30BC-0397-C14B-5AC1-AFEE68A81434}"/>
              </a:ext>
            </a:extLst>
          </p:cNvPr>
          <p:cNvSpPr>
            <a:spLocks noGrp="1"/>
          </p:cNvSpPr>
          <p:nvPr>
            <p:ph type="ctrTitle"/>
          </p:nvPr>
        </p:nvSpPr>
        <p:spPr>
          <a:xfrm>
            <a:off x="1005840" y="2638355"/>
            <a:ext cx="7143750" cy="332399"/>
          </a:xfrm>
        </p:spPr>
        <p:txBody>
          <a:bodyPr/>
          <a:lstStyle/>
          <a:p>
            <a:r>
              <a:rPr lang="en-US" sz="2400">
                <a:solidFill>
                  <a:srgbClr val="FFFFFF"/>
                </a:solidFill>
                <a:latin typeface="Arial"/>
                <a:cs typeface="Arial"/>
              </a:rPr>
              <a:t>Delivery Approach &amp; Delivery Plan</a:t>
            </a:r>
            <a:endParaRPr lang="en-US"/>
          </a:p>
        </p:txBody>
      </p:sp>
    </p:spTree>
    <p:extLst>
      <p:ext uri="{BB962C8B-B14F-4D97-AF65-F5344CB8AC3E}">
        <p14:creationId xmlns:p14="http://schemas.microsoft.com/office/powerpoint/2010/main" val="2992994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647FA0C-A57D-AE68-352A-8794BFE6EEFA}"/>
              </a:ext>
            </a:extLst>
          </p:cNvPr>
          <p:cNvSpPr>
            <a:spLocks noGrp="1"/>
          </p:cNvSpPr>
          <p:nvPr>
            <p:ph type="ftr" sz="quarter" idx="11"/>
          </p:nvPr>
        </p:nvSpPr>
        <p:spPr/>
        <p:txBody>
          <a:bodyPr/>
          <a:lstStyle/>
          <a:p>
            <a:r>
              <a:rPr lang="en-US"/>
              <a:t>© 2026–2027 Cognizant | Private</a:t>
            </a:r>
          </a:p>
        </p:txBody>
      </p:sp>
      <p:sp>
        <p:nvSpPr>
          <p:cNvPr id="3" name="Slide Number Placeholder 2">
            <a:extLst>
              <a:ext uri="{FF2B5EF4-FFF2-40B4-BE49-F238E27FC236}">
                <a16:creationId xmlns:a16="http://schemas.microsoft.com/office/drawing/2014/main" id="{67752863-B1F4-027F-8283-CBFC8D02B94E}"/>
              </a:ext>
            </a:extLst>
          </p:cNvPr>
          <p:cNvSpPr>
            <a:spLocks noGrp="1"/>
          </p:cNvSpPr>
          <p:nvPr>
            <p:ph type="sldNum" sz="quarter" idx="12"/>
          </p:nvPr>
        </p:nvSpPr>
        <p:spPr/>
        <p:txBody>
          <a:bodyPr/>
          <a:lstStyle/>
          <a:p>
            <a:fld id="{38826FC0-333C-E549-9FA3-0EE43DF298A3}" type="slidenum">
              <a:rPr lang="en-US" smtClean="0"/>
              <a:pPr/>
              <a:t>12</a:t>
            </a:fld>
            <a:endParaRPr lang="en-US"/>
          </a:p>
        </p:txBody>
      </p:sp>
      <p:sp>
        <p:nvSpPr>
          <p:cNvPr id="5" name="Title 6">
            <a:extLst>
              <a:ext uri="{FF2B5EF4-FFF2-40B4-BE49-F238E27FC236}">
                <a16:creationId xmlns:a16="http://schemas.microsoft.com/office/drawing/2014/main" id="{76411F35-F223-17EE-5D73-2691FAEEC38E}"/>
              </a:ext>
            </a:extLst>
          </p:cNvPr>
          <p:cNvSpPr txBox="1">
            <a:spLocks/>
          </p:cNvSpPr>
          <p:nvPr/>
        </p:nvSpPr>
        <p:spPr>
          <a:xfrm>
            <a:off x="380768" y="493187"/>
            <a:ext cx="8932184" cy="609599"/>
          </a:xfrm>
          <a:prstGeom prst="rect">
            <a:avLst/>
          </a:prstGeom>
        </p:spPr>
        <p:txBody>
          <a:bodyP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r>
              <a:rPr lang="en-GB">
                <a:solidFill>
                  <a:srgbClr val="000000"/>
                </a:solidFill>
                <a:latin typeface="Calibri" panose="020F0502020204030204" pitchFamily="34" charset="0"/>
                <a:cs typeface="Calibri" panose="020F0502020204030204" pitchFamily="34" charset="0"/>
              </a:rPr>
              <a:t>Delivery Approach &amp; Methodology</a:t>
            </a:r>
          </a:p>
        </p:txBody>
      </p:sp>
      <p:pic>
        <p:nvPicPr>
          <p:cNvPr id="7" name="Picture 6" descr="A black rectangle with white dots&#10;&#10;AI-generated content may be incorrect.">
            <a:extLst>
              <a:ext uri="{FF2B5EF4-FFF2-40B4-BE49-F238E27FC236}">
                <a16:creationId xmlns:a16="http://schemas.microsoft.com/office/drawing/2014/main" id="{44DE1BD2-3AA2-DFC5-E6CE-6F4C4E712713}"/>
              </a:ext>
            </a:extLst>
          </p:cNvPr>
          <p:cNvPicPr>
            <a:picLocks noChangeAspect="1"/>
          </p:cNvPicPr>
          <p:nvPr/>
        </p:nvPicPr>
        <p:blipFill>
          <a:blip r:embed="rId2"/>
          <a:stretch>
            <a:fillRect/>
          </a:stretch>
        </p:blipFill>
        <p:spPr>
          <a:xfrm flipH="1">
            <a:off x="1259587" y="1418859"/>
            <a:ext cx="494635" cy="494635"/>
          </a:xfrm>
          <a:prstGeom prst="rect">
            <a:avLst/>
          </a:prstGeom>
        </p:spPr>
      </p:pic>
      <p:sp>
        <p:nvSpPr>
          <p:cNvPr id="9" name="Rectangle: Rounded Corners 72">
            <a:extLst>
              <a:ext uri="{FF2B5EF4-FFF2-40B4-BE49-F238E27FC236}">
                <a16:creationId xmlns:a16="http://schemas.microsoft.com/office/drawing/2014/main" id="{A0E7EA95-5DB0-E023-D904-384F3D260393}"/>
              </a:ext>
            </a:extLst>
          </p:cNvPr>
          <p:cNvSpPr/>
          <p:nvPr/>
        </p:nvSpPr>
        <p:spPr>
          <a:xfrm>
            <a:off x="9637993" y="2197251"/>
            <a:ext cx="1951048" cy="2839097"/>
          </a:xfrm>
          <a:prstGeom prst="roundRect">
            <a:avLst>
              <a:gd name="adj" fmla="val 12406"/>
            </a:avLst>
          </a:prstGeom>
          <a:noFill/>
          <a:ln>
            <a:solidFill>
              <a:srgbClr val="D56B2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latin typeface="Calibri" panose="020F0502020204030204" pitchFamily="34" charset="0"/>
              <a:ea typeface="Calibri" panose="020F0502020204030204" pitchFamily="34" charset="0"/>
              <a:cs typeface="Calibri" panose="020F0502020204030204" pitchFamily="34" charset="0"/>
            </a:endParaRPr>
          </a:p>
        </p:txBody>
      </p:sp>
      <p:sp>
        <p:nvSpPr>
          <p:cNvPr id="11" name="Rectangle: Rounded Corners 32">
            <a:extLst>
              <a:ext uri="{FF2B5EF4-FFF2-40B4-BE49-F238E27FC236}">
                <a16:creationId xmlns:a16="http://schemas.microsoft.com/office/drawing/2014/main" id="{F610B126-7D43-35AB-7653-8BD9703F469A}"/>
              </a:ext>
            </a:extLst>
          </p:cNvPr>
          <p:cNvSpPr/>
          <p:nvPr/>
        </p:nvSpPr>
        <p:spPr>
          <a:xfrm>
            <a:off x="2766605" y="2228145"/>
            <a:ext cx="1993467" cy="2808206"/>
          </a:xfrm>
          <a:custGeom>
            <a:avLst/>
            <a:gdLst>
              <a:gd name="connsiteX0" fmla="*/ 0 w 1950601"/>
              <a:gd name="connsiteY0" fmla="*/ 237018 h 2861465"/>
              <a:gd name="connsiteX1" fmla="*/ 237018 w 1950601"/>
              <a:gd name="connsiteY1" fmla="*/ 0 h 2861465"/>
              <a:gd name="connsiteX2" fmla="*/ 1713583 w 1950601"/>
              <a:gd name="connsiteY2" fmla="*/ 0 h 2861465"/>
              <a:gd name="connsiteX3" fmla="*/ 1950601 w 1950601"/>
              <a:gd name="connsiteY3" fmla="*/ 237018 h 2861465"/>
              <a:gd name="connsiteX4" fmla="*/ 1950601 w 1950601"/>
              <a:gd name="connsiteY4" fmla="*/ 2624447 h 2861465"/>
              <a:gd name="connsiteX5" fmla="*/ 1713583 w 1950601"/>
              <a:gd name="connsiteY5" fmla="*/ 2861465 h 2861465"/>
              <a:gd name="connsiteX6" fmla="*/ 237018 w 1950601"/>
              <a:gd name="connsiteY6" fmla="*/ 2861465 h 2861465"/>
              <a:gd name="connsiteX7" fmla="*/ 0 w 1950601"/>
              <a:gd name="connsiteY7" fmla="*/ 2624447 h 2861465"/>
              <a:gd name="connsiteX8" fmla="*/ 0 w 1950601"/>
              <a:gd name="connsiteY8" fmla="*/ 237018 h 2861465"/>
              <a:gd name="connsiteX0" fmla="*/ 0 w 1951047"/>
              <a:gd name="connsiteY0" fmla="*/ 237018 h 2861465"/>
              <a:gd name="connsiteX1" fmla="*/ 237018 w 1951047"/>
              <a:gd name="connsiteY1" fmla="*/ 0 h 2861465"/>
              <a:gd name="connsiteX2" fmla="*/ 1713583 w 1951047"/>
              <a:gd name="connsiteY2" fmla="*/ 0 h 2861465"/>
              <a:gd name="connsiteX3" fmla="*/ 1950601 w 1951047"/>
              <a:gd name="connsiteY3" fmla="*/ 237018 h 2861465"/>
              <a:gd name="connsiteX4" fmla="*/ 1951047 w 1951047"/>
              <a:gd name="connsiteY4" fmla="*/ 1542745 h 2861465"/>
              <a:gd name="connsiteX5" fmla="*/ 1950601 w 1951047"/>
              <a:gd name="connsiteY5" fmla="*/ 2624447 h 2861465"/>
              <a:gd name="connsiteX6" fmla="*/ 1713583 w 1951047"/>
              <a:gd name="connsiteY6" fmla="*/ 2861465 h 2861465"/>
              <a:gd name="connsiteX7" fmla="*/ 237018 w 1951047"/>
              <a:gd name="connsiteY7" fmla="*/ 2861465 h 2861465"/>
              <a:gd name="connsiteX8" fmla="*/ 0 w 1951047"/>
              <a:gd name="connsiteY8" fmla="*/ 2624447 h 2861465"/>
              <a:gd name="connsiteX9" fmla="*/ 0 w 1951047"/>
              <a:gd name="connsiteY9" fmla="*/ 237018 h 2861465"/>
              <a:gd name="connsiteX0" fmla="*/ 0 w 1968290"/>
              <a:gd name="connsiteY0" fmla="*/ 237018 h 2861465"/>
              <a:gd name="connsiteX1" fmla="*/ 237018 w 1968290"/>
              <a:gd name="connsiteY1" fmla="*/ 0 h 2861465"/>
              <a:gd name="connsiteX2" fmla="*/ 1713583 w 1968290"/>
              <a:gd name="connsiteY2" fmla="*/ 0 h 2861465"/>
              <a:gd name="connsiteX3" fmla="*/ 1950601 w 1968290"/>
              <a:gd name="connsiteY3" fmla="*/ 237018 h 2861465"/>
              <a:gd name="connsiteX4" fmla="*/ 1951047 w 1968290"/>
              <a:gd name="connsiteY4" fmla="*/ 916846 h 2861465"/>
              <a:gd name="connsiteX5" fmla="*/ 1951047 w 1968290"/>
              <a:gd name="connsiteY5" fmla="*/ 1542745 h 2861465"/>
              <a:gd name="connsiteX6" fmla="*/ 1950601 w 1968290"/>
              <a:gd name="connsiteY6" fmla="*/ 2624447 h 2861465"/>
              <a:gd name="connsiteX7" fmla="*/ 1713583 w 1968290"/>
              <a:gd name="connsiteY7" fmla="*/ 2861465 h 2861465"/>
              <a:gd name="connsiteX8" fmla="*/ 237018 w 1968290"/>
              <a:gd name="connsiteY8" fmla="*/ 2861465 h 2861465"/>
              <a:gd name="connsiteX9" fmla="*/ 0 w 1968290"/>
              <a:gd name="connsiteY9" fmla="*/ 2624447 h 2861465"/>
              <a:gd name="connsiteX10" fmla="*/ 0 w 1968290"/>
              <a:gd name="connsiteY10" fmla="*/ 237018 h 2861465"/>
              <a:gd name="connsiteX0" fmla="*/ 1951047 w 2042487"/>
              <a:gd name="connsiteY0" fmla="*/ 916846 h 2861465"/>
              <a:gd name="connsiteX1" fmla="*/ 1951047 w 2042487"/>
              <a:gd name="connsiteY1" fmla="*/ 1542745 h 2861465"/>
              <a:gd name="connsiteX2" fmla="*/ 1950601 w 2042487"/>
              <a:gd name="connsiteY2" fmla="*/ 2624447 h 2861465"/>
              <a:gd name="connsiteX3" fmla="*/ 1713583 w 2042487"/>
              <a:gd name="connsiteY3" fmla="*/ 2861465 h 2861465"/>
              <a:gd name="connsiteX4" fmla="*/ 237018 w 2042487"/>
              <a:gd name="connsiteY4" fmla="*/ 2861465 h 2861465"/>
              <a:gd name="connsiteX5" fmla="*/ 0 w 2042487"/>
              <a:gd name="connsiteY5" fmla="*/ 2624447 h 2861465"/>
              <a:gd name="connsiteX6" fmla="*/ 0 w 2042487"/>
              <a:gd name="connsiteY6" fmla="*/ 237018 h 2861465"/>
              <a:gd name="connsiteX7" fmla="*/ 237018 w 2042487"/>
              <a:gd name="connsiteY7" fmla="*/ 0 h 2861465"/>
              <a:gd name="connsiteX8" fmla="*/ 1713583 w 2042487"/>
              <a:gd name="connsiteY8" fmla="*/ 0 h 2861465"/>
              <a:gd name="connsiteX9" fmla="*/ 1950601 w 2042487"/>
              <a:gd name="connsiteY9" fmla="*/ 237018 h 2861465"/>
              <a:gd name="connsiteX10" fmla="*/ 2042487 w 2042487"/>
              <a:gd name="connsiteY10" fmla="*/ 1008286 h 2861465"/>
              <a:gd name="connsiteX0" fmla="*/ 1951047 w 1951102"/>
              <a:gd name="connsiteY0" fmla="*/ 916846 h 2861465"/>
              <a:gd name="connsiteX1" fmla="*/ 1951047 w 1951102"/>
              <a:gd name="connsiteY1" fmla="*/ 1542745 h 2861465"/>
              <a:gd name="connsiteX2" fmla="*/ 1950601 w 1951102"/>
              <a:gd name="connsiteY2" fmla="*/ 2624447 h 2861465"/>
              <a:gd name="connsiteX3" fmla="*/ 1713583 w 1951102"/>
              <a:gd name="connsiteY3" fmla="*/ 2861465 h 2861465"/>
              <a:gd name="connsiteX4" fmla="*/ 237018 w 1951102"/>
              <a:gd name="connsiteY4" fmla="*/ 2861465 h 2861465"/>
              <a:gd name="connsiteX5" fmla="*/ 0 w 1951102"/>
              <a:gd name="connsiteY5" fmla="*/ 2624447 h 2861465"/>
              <a:gd name="connsiteX6" fmla="*/ 0 w 1951102"/>
              <a:gd name="connsiteY6" fmla="*/ 237018 h 2861465"/>
              <a:gd name="connsiteX7" fmla="*/ 237018 w 1951102"/>
              <a:gd name="connsiteY7" fmla="*/ 0 h 2861465"/>
              <a:gd name="connsiteX8" fmla="*/ 1713583 w 1951102"/>
              <a:gd name="connsiteY8" fmla="*/ 0 h 2861465"/>
              <a:gd name="connsiteX9" fmla="*/ 1950601 w 1951102"/>
              <a:gd name="connsiteY9" fmla="*/ 237018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 name="connsiteX7" fmla="*/ 1713583 w 1951047"/>
              <a:gd name="connsiteY7" fmla="*/ 0 h 2861465"/>
              <a:gd name="connsiteX8" fmla="*/ 1950601 w 1951047"/>
              <a:gd name="connsiteY8" fmla="*/ 237018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 name="connsiteX7" fmla="*/ 1713583 w 1951047"/>
              <a:gd name="connsiteY7" fmla="*/ 0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1047" h="2861465">
                <a:moveTo>
                  <a:pt x="1951047" y="1542745"/>
                </a:moveTo>
                <a:cubicBezTo>
                  <a:pt x="1950898" y="1903312"/>
                  <a:pt x="1950750" y="2263880"/>
                  <a:pt x="1950601" y="2624447"/>
                </a:cubicBezTo>
                <a:cubicBezTo>
                  <a:pt x="1950601" y="2755348"/>
                  <a:pt x="1844484" y="2861465"/>
                  <a:pt x="1713583" y="2861465"/>
                </a:cubicBezTo>
                <a:lnTo>
                  <a:pt x="237018" y="2861465"/>
                </a:lnTo>
                <a:cubicBezTo>
                  <a:pt x="106117" y="2861465"/>
                  <a:pt x="0" y="2755348"/>
                  <a:pt x="0" y="2624447"/>
                </a:cubicBezTo>
                <a:lnTo>
                  <a:pt x="0" y="237018"/>
                </a:lnTo>
                <a:cubicBezTo>
                  <a:pt x="0" y="106117"/>
                  <a:pt x="106117" y="0"/>
                  <a:pt x="237018" y="0"/>
                </a:cubicBezTo>
              </a:path>
            </a:pathLst>
          </a:custGeom>
          <a:noFill/>
          <a:ln>
            <a:solidFill>
              <a:srgbClr val="468BD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latin typeface="Calibri" panose="020F0502020204030204" pitchFamily="34" charset="0"/>
              <a:ea typeface="Calibri" panose="020F0502020204030204" pitchFamily="34" charset="0"/>
              <a:cs typeface="Calibri" panose="020F0502020204030204" pitchFamily="34" charset="0"/>
            </a:endParaRPr>
          </a:p>
        </p:txBody>
      </p:sp>
      <p:sp>
        <p:nvSpPr>
          <p:cNvPr id="13" name="Isosceles Triangle 66">
            <a:extLst>
              <a:ext uri="{FF2B5EF4-FFF2-40B4-BE49-F238E27FC236}">
                <a16:creationId xmlns:a16="http://schemas.microsoft.com/office/drawing/2014/main" id="{27B5B1B9-CDE3-4E81-6C39-FD9067DE805E}"/>
              </a:ext>
            </a:extLst>
          </p:cNvPr>
          <p:cNvSpPr/>
          <p:nvPr/>
        </p:nvSpPr>
        <p:spPr>
          <a:xfrm rot="5400000">
            <a:off x="4744591" y="3538563"/>
            <a:ext cx="273944" cy="236159"/>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latin typeface="Calibri" panose="020F0502020204030204" pitchFamily="34" charset="0"/>
              <a:ea typeface="Calibri" panose="020F0502020204030204" pitchFamily="34" charset="0"/>
              <a:cs typeface="Calibri" panose="020F0502020204030204" pitchFamily="34" charset="0"/>
            </a:endParaRPr>
          </a:p>
        </p:txBody>
      </p:sp>
      <p:sp>
        <p:nvSpPr>
          <p:cNvPr id="15" name="Rectangle: Rounded Corners 32">
            <a:extLst>
              <a:ext uri="{FF2B5EF4-FFF2-40B4-BE49-F238E27FC236}">
                <a16:creationId xmlns:a16="http://schemas.microsoft.com/office/drawing/2014/main" id="{E4A7F36E-4A80-98AF-FF50-373043EA42CC}"/>
              </a:ext>
            </a:extLst>
          </p:cNvPr>
          <p:cNvSpPr/>
          <p:nvPr/>
        </p:nvSpPr>
        <p:spPr>
          <a:xfrm>
            <a:off x="5122485" y="2197254"/>
            <a:ext cx="1951047" cy="2839097"/>
          </a:xfrm>
          <a:custGeom>
            <a:avLst/>
            <a:gdLst>
              <a:gd name="connsiteX0" fmla="*/ 0 w 1950601"/>
              <a:gd name="connsiteY0" fmla="*/ 237018 h 2861465"/>
              <a:gd name="connsiteX1" fmla="*/ 237018 w 1950601"/>
              <a:gd name="connsiteY1" fmla="*/ 0 h 2861465"/>
              <a:gd name="connsiteX2" fmla="*/ 1713583 w 1950601"/>
              <a:gd name="connsiteY2" fmla="*/ 0 h 2861465"/>
              <a:gd name="connsiteX3" fmla="*/ 1950601 w 1950601"/>
              <a:gd name="connsiteY3" fmla="*/ 237018 h 2861465"/>
              <a:gd name="connsiteX4" fmla="*/ 1950601 w 1950601"/>
              <a:gd name="connsiteY4" fmla="*/ 2624447 h 2861465"/>
              <a:gd name="connsiteX5" fmla="*/ 1713583 w 1950601"/>
              <a:gd name="connsiteY5" fmla="*/ 2861465 h 2861465"/>
              <a:gd name="connsiteX6" fmla="*/ 237018 w 1950601"/>
              <a:gd name="connsiteY6" fmla="*/ 2861465 h 2861465"/>
              <a:gd name="connsiteX7" fmla="*/ 0 w 1950601"/>
              <a:gd name="connsiteY7" fmla="*/ 2624447 h 2861465"/>
              <a:gd name="connsiteX8" fmla="*/ 0 w 1950601"/>
              <a:gd name="connsiteY8" fmla="*/ 237018 h 2861465"/>
              <a:gd name="connsiteX0" fmla="*/ 0 w 1951047"/>
              <a:gd name="connsiteY0" fmla="*/ 237018 h 2861465"/>
              <a:gd name="connsiteX1" fmla="*/ 237018 w 1951047"/>
              <a:gd name="connsiteY1" fmla="*/ 0 h 2861465"/>
              <a:gd name="connsiteX2" fmla="*/ 1713583 w 1951047"/>
              <a:gd name="connsiteY2" fmla="*/ 0 h 2861465"/>
              <a:gd name="connsiteX3" fmla="*/ 1950601 w 1951047"/>
              <a:gd name="connsiteY3" fmla="*/ 237018 h 2861465"/>
              <a:gd name="connsiteX4" fmla="*/ 1951047 w 1951047"/>
              <a:gd name="connsiteY4" fmla="*/ 1542745 h 2861465"/>
              <a:gd name="connsiteX5" fmla="*/ 1950601 w 1951047"/>
              <a:gd name="connsiteY5" fmla="*/ 2624447 h 2861465"/>
              <a:gd name="connsiteX6" fmla="*/ 1713583 w 1951047"/>
              <a:gd name="connsiteY6" fmla="*/ 2861465 h 2861465"/>
              <a:gd name="connsiteX7" fmla="*/ 237018 w 1951047"/>
              <a:gd name="connsiteY7" fmla="*/ 2861465 h 2861465"/>
              <a:gd name="connsiteX8" fmla="*/ 0 w 1951047"/>
              <a:gd name="connsiteY8" fmla="*/ 2624447 h 2861465"/>
              <a:gd name="connsiteX9" fmla="*/ 0 w 1951047"/>
              <a:gd name="connsiteY9" fmla="*/ 237018 h 2861465"/>
              <a:gd name="connsiteX0" fmla="*/ 0 w 1968290"/>
              <a:gd name="connsiteY0" fmla="*/ 237018 h 2861465"/>
              <a:gd name="connsiteX1" fmla="*/ 237018 w 1968290"/>
              <a:gd name="connsiteY1" fmla="*/ 0 h 2861465"/>
              <a:gd name="connsiteX2" fmla="*/ 1713583 w 1968290"/>
              <a:gd name="connsiteY2" fmla="*/ 0 h 2861465"/>
              <a:gd name="connsiteX3" fmla="*/ 1950601 w 1968290"/>
              <a:gd name="connsiteY3" fmla="*/ 237018 h 2861465"/>
              <a:gd name="connsiteX4" fmla="*/ 1951047 w 1968290"/>
              <a:gd name="connsiteY4" fmla="*/ 916846 h 2861465"/>
              <a:gd name="connsiteX5" fmla="*/ 1951047 w 1968290"/>
              <a:gd name="connsiteY5" fmla="*/ 1542745 h 2861465"/>
              <a:gd name="connsiteX6" fmla="*/ 1950601 w 1968290"/>
              <a:gd name="connsiteY6" fmla="*/ 2624447 h 2861465"/>
              <a:gd name="connsiteX7" fmla="*/ 1713583 w 1968290"/>
              <a:gd name="connsiteY7" fmla="*/ 2861465 h 2861465"/>
              <a:gd name="connsiteX8" fmla="*/ 237018 w 1968290"/>
              <a:gd name="connsiteY8" fmla="*/ 2861465 h 2861465"/>
              <a:gd name="connsiteX9" fmla="*/ 0 w 1968290"/>
              <a:gd name="connsiteY9" fmla="*/ 2624447 h 2861465"/>
              <a:gd name="connsiteX10" fmla="*/ 0 w 1968290"/>
              <a:gd name="connsiteY10" fmla="*/ 237018 h 2861465"/>
              <a:gd name="connsiteX0" fmla="*/ 1951047 w 2042487"/>
              <a:gd name="connsiteY0" fmla="*/ 916846 h 2861465"/>
              <a:gd name="connsiteX1" fmla="*/ 1951047 w 2042487"/>
              <a:gd name="connsiteY1" fmla="*/ 1542745 h 2861465"/>
              <a:gd name="connsiteX2" fmla="*/ 1950601 w 2042487"/>
              <a:gd name="connsiteY2" fmla="*/ 2624447 h 2861465"/>
              <a:gd name="connsiteX3" fmla="*/ 1713583 w 2042487"/>
              <a:gd name="connsiteY3" fmla="*/ 2861465 h 2861465"/>
              <a:gd name="connsiteX4" fmla="*/ 237018 w 2042487"/>
              <a:gd name="connsiteY4" fmla="*/ 2861465 h 2861465"/>
              <a:gd name="connsiteX5" fmla="*/ 0 w 2042487"/>
              <a:gd name="connsiteY5" fmla="*/ 2624447 h 2861465"/>
              <a:gd name="connsiteX6" fmla="*/ 0 w 2042487"/>
              <a:gd name="connsiteY6" fmla="*/ 237018 h 2861465"/>
              <a:gd name="connsiteX7" fmla="*/ 237018 w 2042487"/>
              <a:gd name="connsiteY7" fmla="*/ 0 h 2861465"/>
              <a:gd name="connsiteX8" fmla="*/ 1713583 w 2042487"/>
              <a:gd name="connsiteY8" fmla="*/ 0 h 2861465"/>
              <a:gd name="connsiteX9" fmla="*/ 1950601 w 2042487"/>
              <a:gd name="connsiteY9" fmla="*/ 237018 h 2861465"/>
              <a:gd name="connsiteX10" fmla="*/ 2042487 w 2042487"/>
              <a:gd name="connsiteY10" fmla="*/ 1008286 h 2861465"/>
              <a:gd name="connsiteX0" fmla="*/ 1951047 w 1951102"/>
              <a:gd name="connsiteY0" fmla="*/ 916846 h 2861465"/>
              <a:gd name="connsiteX1" fmla="*/ 1951047 w 1951102"/>
              <a:gd name="connsiteY1" fmla="*/ 1542745 h 2861465"/>
              <a:gd name="connsiteX2" fmla="*/ 1950601 w 1951102"/>
              <a:gd name="connsiteY2" fmla="*/ 2624447 h 2861465"/>
              <a:gd name="connsiteX3" fmla="*/ 1713583 w 1951102"/>
              <a:gd name="connsiteY3" fmla="*/ 2861465 h 2861465"/>
              <a:gd name="connsiteX4" fmla="*/ 237018 w 1951102"/>
              <a:gd name="connsiteY4" fmla="*/ 2861465 h 2861465"/>
              <a:gd name="connsiteX5" fmla="*/ 0 w 1951102"/>
              <a:gd name="connsiteY5" fmla="*/ 2624447 h 2861465"/>
              <a:gd name="connsiteX6" fmla="*/ 0 w 1951102"/>
              <a:gd name="connsiteY6" fmla="*/ 237018 h 2861465"/>
              <a:gd name="connsiteX7" fmla="*/ 237018 w 1951102"/>
              <a:gd name="connsiteY7" fmla="*/ 0 h 2861465"/>
              <a:gd name="connsiteX8" fmla="*/ 1713583 w 1951102"/>
              <a:gd name="connsiteY8" fmla="*/ 0 h 2861465"/>
              <a:gd name="connsiteX9" fmla="*/ 1950601 w 1951102"/>
              <a:gd name="connsiteY9" fmla="*/ 237018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 name="connsiteX7" fmla="*/ 1713583 w 1951047"/>
              <a:gd name="connsiteY7" fmla="*/ 0 h 2861465"/>
              <a:gd name="connsiteX8" fmla="*/ 1950601 w 1951047"/>
              <a:gd name="connsiteY8" fmla="*/ 237018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 name="connsiteX7" fmla="*/ 1713583 w 1951047"/>
              <a:gd name="connsiteY7" fmla="*/ 0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1047" h="2861465">
                <a:moveTo>
                  <a:pt x="1951047" y="1542745"/>
                </a:moveTo>
                <a:cubicBezTo>
                  <a:pt x="1950898" y="1903312"/>
                  <a:pt x="1950750" y="2263880"/>
                  <a:pt x="1950601" y="2624447"/>
                </a:cubicBezTo>
                <a:cubicBezTo>
                  <a:pt x="1950601" y="2755348"/>
                  <a:pt x="1844484" y="2861465"/>
                  <a:pt x="1713583" y="2861465"/>
                </a:cubicBezTo>
                <a:lnTo>
                  <a:pt x="237018" y="2861465"/>
                </a:lnTo>
                <a:cubicBezTo>
                  <a:pt x="106117" y="2861465"/>
                  <a:pt x="0" y="2755348"/>
                  <a:pt x="0" y="2624447"/>
                </a:cubicBezTo>
                <a:lnTo>
                  <a:pt x="0" y="237018"/>
                </a:lnTo>
                <a:cubicBezTo>
                  <a:pt x="0" y="106117"/>
                  <a:pt x="106117" y="0"/>
                  <a:pt x="237018" y="0"/>
                </a:cubicBezTo>
              </a:path>
            </a:pathLst>
          </a:custGeom>
          <a:noFill/>
          <a:ln>
            <a:solidFill>
              <a:srgbClr val="183C6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latin typeface="Calibri" panose="020F0502020204030204" pitchFamily="34" charset="0"/>
              <a:ea typeface="Calibri" panose="020F0502020204030204" pitchFamily="34" charset="0"/>
              <a:cs typeface="Calibri" panose="020F0502020204030204" pitchFamily="34" charset="0"/>
            </a:endParaRPr>
          </a:p>
        </p:txBody>
      </p:sp>
      <p:sp>
        <p:nvSpPr>
          <p:cNvPr id="17" name="Isosceles Triangle 68">
            <a:extLst>
              <a:ext uri="{FF2B5EF4-FFF2-40B4-BE49-F238E27FC236}">
                <a16:creationId xmlns:a16="http://schemas.microsoft.com/office/drawing/2014/main" id="{B96F5E01-E7B6-01DF-DB32-62A0A134B16E}"/>
              </a:ext>
            </a:extLst>
          </p:cNvPr>
          <p:cNvSpPr/>
          <p:nvPr/>
        </p:nvSpPr>
        <p:spPr>
          <a:xfrm rot="5400000">
            <a:off x="7059401" y="3529038"/>
            <a:ext cx="273944" cy="236159"/>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latin typeface="Calibri" panose="020F0502020204030204" pitchFamily="34" charset="0"/>
              <a:ea typeface="Calibri" panose="020F0502020204030204" pitchFamily="34" charset="0"/>
              <a:cs typeface="Calibri" panose="020F0502020204030204" pitchFamily="34" charset="0"/>
            </a:endParaRPr>
          </a:p>
        </p:txBody>
      </p:sp>
      <p:sp>
        <p:nvSpPr>
          <p:cNvPr id="19" name="Rectangle: Rounded Corners 32">
            <a:extLst>
              <a:ext uri="{FF2B5EF4-FFF2-40B4-BE49-F238E27FC236}">
                <a16:creationId xmlns:a16="http://schemas.microsoft.com/office/drawing/2014/main" id="{99AEF874-E576-C838-C48B-B1C7CC941CDC}"/>
              </a:ext>
            </a:extLst>
          </p:cNvPr>
          <p:cNvSpPr/>
          <p:nvPr/>
        </p:nvSpPr>
        <p:spPr>
          <a:xfrm>
            <a:off x="7401569" y="2197254"/>
            <a:ext cx="1934422" cy="2839097"/>
          </a:xfrm>
          <a:custGeom>
            <a:avLst/>
            <a:gdLst>
              <a:gd name="connsiteX0" fmla="*/ 0 w 1950601"/>
              <a:gd name="connsiteY0" fmla="*/ 237018 h 2861465"/>
              <a:gd name="connsiteX1" fmla="*/ 237018 w 1950601"/>
              <a:gd name="connsiteY1" fmla="*/ 0 h 2861465"/>
              <a:gd name="connsiteX2" fmla="*/ 1713583 w 1950601"/>
              <a:gd name="connsiteY2" fmla="*/ 0 h 2861465"/>
              <a:gd name="connsiteX3" fmla="*/ 1950601 w 1950601"/>
              <a:gd name="connsiteY3" fmla="*/ 237018 h 2861465"/>
              <a:gd name="connsiteX4" fmla="*/ 1950601 w 1950601"/>
              <a:gd name="connsiteY4" fmla="*/ 2624447 h 2861465"/>
              <a:gd name="connsiteX5" fmla="*/ 1713583 w 1950601"/>
              <a:gd name="connsiteY5" fmla="*/ 2861465 h 2861465"/>
              <a:gd name="connsiteX6" fmla="*/ 237018 w 1950601"/>
              <a:gd name="connsiteY6" fmla="*/ 2861465 h 2861465"/>
              <a:gd name="connsiteX7" fmla="*/ 0 w 1950601"/>
              <a:gd name="connsiteY7" fmla="*/ 2624447 h 2861465"/>
              <a:gd name="connsiteX8" fmla="*/ 0 w 1950601"/>
              <a:gd name="connsiteY8" fmla="*/ 237018 h 2861465"/>
              <a:gd name="connsiteX0" fmla="*/ 0 w 1951047"/>
              <a:gd name="connsiteY0" fmla="*/ 237018 h 2861465"/>
              <a:gd name="connsiteX1" fmla="*/ 237018 w 1951047"/>
              <a:gd name="connsiteY1" fmla="*/ 0 h 2861465"/>
              <a:gd name="connsiteX2" fmla="*/ 1713583 w 1951047"/>
              <a:gd name="connsiteY2" fmla="*/ 0 h 2861465"/>
              <a:gd name="connsiteX3" fmla="*/ 1950601 w 1951047"/>
              <a:gd name="connsiteY3" fmla="*/ 237018 h 2861465"/>
              <a:gd name="connsiteX4" fmla="*/ 1951047 w 1951047"/>
              <a:gd name="connsiteY4" fmla="*/ 1542745 h 2861465"/>
              <a:gd name="connsiteX5" fmla="*/ 1950601 w 1951047"/>
              <a:gd name="connsiteY5" fmla="*/ 2624447 h 2861465"/>
              <a:gd name="connsiteX6" fmla="*/ 1713583 w 1951047"/>
              <a:gd name="connsiteY6" fmla="*/ 2861465 h 2861465"/>
              <a:gd name="connsiteX7" fmla="*/ 237018 w 1951047"/>
              <a:gd name="connsiteY7" fmla="*/ 2861465 h 2861465"/>
              <a:gd name="connsiteX8" fmla="*/ 0 w 1951047"/>
              <a:gd name="connsiteY8" fmla="*/ 2624447 h 2861465"/>
              <a:gd name="connsiteX9" fmla="*/ 0 w 1951047"/>
              <a:gd name="connsiteY9" fmla="*/ 237018 h 2861465"/>
              <a:gd name="connsiteX0" fmla="*/ 0 w 1968290"/>
              <a:gd name="connsiteY0" fmla="*/ 237018 h 2861465"/>
              <a:gd name="connsiteX1" fmla="*/ 237018 w 1968290"/>
              <a:gd name="connsiteY1" fmla="*/ 0 h 2861465"/>
              <a:gd name="connsiteX2" fmla="*/ 1713583 w 1968290"/>
              <a:gd name="connsiteY2" fmla="*/ 0 h 2861465"/>
              <a:gd name="connsiteX3" fmla="*/ 1950601 w 1968290"/>
              <a:gd name="connsiteY3" fmla="*/ 237018 h 2861465"/>
              <a:gd name="connsiteX4" fmla="*/ 1951047 w 1968290"/>
              <a:gd name="connsiteY4" fmla="*/ 916846 h 2861465"/>
              <a:gd name="connsiteX5" fmla="*/ 1951047 w 1968290"/>
              <a:gd name="connsiteY5" fmla="*/ 1542745 h 2861465"/>
              <a:gd name="connsiteX6" fmla="*/ 1950601 w 1968290"/>
              <a:gd name="connsiteY6" fmla="*/ 2624447 h 2861465"/>
              <a:gd name="connsiteX7" fmla="*/ 1713583 w 1968290"/>
              <a:gd name="connsiteY7" fmla="*/ 2861465 h 2861465"/>
              <a:gd name="connsiteX8" fmla="*/ 237018 w 1968290"/>
              <a:gd name="connsiteY8" fmla="*/ 2861465 h 2861465"/>
              <a:gd name="connsiteX9" fmla="*/ 0 w 1968290"/>
              <a:gd name="connsiteY9" fmla="*/ 2624447 h 2861465"/>
              <a:gd name="connsiteX10" fmla="*/ 0 w 1968290"/>
              <a:gd name="connsiteY10" fmla="*/ 237018 h 2861465"/>
              <a:gd name="connsiteX0" fmla="*/ 1951047 w 2042487"/>
              <a:gd name="connsiteY0" fmla="*/ 916846 h 2861465"/>
              <a:gd name="connsiteX1" fmla="*/ 1951047 w 2042487"/>
              <a:gd name="connsiteY1" fmla="*/ 1542745 h 2861465"/>
              <a:gd name="connsiteX2" fmla="*/ 1950601 w 2042487"/>
              <a:gd name="connsiteY2" fmla="*/ 2624447 h 2861465"/>
              <a:gd name="connsiteX3" fmla="*/ 1713583 w 2042487"/>
              <a:gd name="connsiteY3" fmla="*/ 2861465 h 2861465"/>
              <a:gd name="connsiteX4" fmla="*/ 237018 w 2042487"/>
              <a:gd name="connsiteY4" fmla="*/ 2861465 h 2861465"/>
              <a:gd name="connsiteX5" fmla="*/ 0 w 2042487"/>
              <a:gd name="connsiteY5" fmla="*/ 2624447 h 2861465"/>
              <a:gd name="connsiteX6" fmla="*/ 0 w 2042487"/>
              <a:gd name="connsiteY6" fmla="*/ 237018 h 2861465"/>
              <a:gd name="connsiteX7" fmla="*/ 237018 w 2042487"/>
              <a:gd name="connsiteY7" fmla="*/ 0 h 2861465"/>
              <a:gd name="connsiteX8" fmla="*/ 1713583 w 2042487"/>
              <a:gd name="connsiteY8" fmla="*/ 0 h 2861465"/>
              <a:gd name="connsiteX9" fmla="*/ 1950601 w 2042487"/>
              <a:gd name="connsiteY9" fmla="*/ 237018 h 2861465"/>
              <a:gd name="connsiteX10" fmla="*/ 2042487 w 2042487"/>
              <a:gd name="connsiteY10" fmla="*/ 1008286 h 2861465"/>
              <a:gd name="connsiteX0" fmla="*/ 1951047 w 1951102"/>
              <a:gd name="connsiteY0" fmla="*/ 916846 h 2861465"/>
              <a:gd name="connsiteX1" fmla="*/ 1951047 w 1951102"/>
              <a:gd name="connsiteY1" fmla="*/ 1542745 h 2861465"/>
              <a:gd name="connsiteX2" fmla="*/ 1950601 w 1951102"/>
              <a:gd name="connsiteY2" fmla="*/ 2624447 h 2861465"/>
              <a:gd name="connsiteX3" fmla="*/ 1713583 w 1951102"/>
              <a:gd name="connsiteY3" fmla="*/ 2861465 h 2861465"/>
              <a:gd name="connsiteX4" fmla="*/ 237018 w 1951102"/>
              <a:gd name="connsiteY4" fmla="*/ 2861465 h 2861465"/>
              <a:gd name="connsiteX5" fmla="*/ 0 w 1951102"/>
              <a:gd name="connsiteY5" fmla="*/ 2624447 h 2861465"/>
              <a:gd name="connsiteX6" fmla="*/ 0 w 1951102"/>
              <a:gd name="connsiteY6" fmla="*/ 237018 h 2861465"/>
              <a:gd name="connsiteX7" fmla="*/ 237018 w 1951102"/>
              <a:gd name="connsiteY7" fmla="*/ 0 h 2861465"/>
              <a:gd name="connsiteX8" fmla="*/ 1713583 w 1951102"/>
              <a:gd name="connsiteY8" fmla="*/ 0 h 2861465"/>
              <a:gd name="connsiteX9" fmla="*/ 1950601 w 1951102"/>
              <a:gd name="connsiteY9" fmla="*/ 237018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 name="connsiteX7" fmla="*/ 1713583 w 1951047"/>
              <a:gd name="connsiteY7" fmla="*/ 0 h 2861465"/>
              <a:gd name="connsiteX8" fmla="*/ 1950601 w 1951047"/>
              <a:gd name="connsiteY8" fmla="*/ 237018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 name="connsiteX7" fmla="*/ 1713583 w 1951047"/>
              <a:gd name="connsiteY7" fmla="*/ 0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1047" h="2861465">
                <a:moveTo>
                  <a:pt x="1951047" y="1542745"/>
                </a:moveTo>
                <a:cubicBezTo>
                  <a:pt x="1950898" y="1903312"/>
                  <a:pt x="1950750" y="2263880"/>
                  <a:pt x="1950601" y="2624447"/>
                </a:cubicBezTo>
                <a:cubicBezTo>
                  <a:pt x="1950601" y="2755348"/>
                  <a:pt x="1844484" y="2861465"/>
                  <a:pt x="1713583" y="2861465"/>
                </a:cubicBezTo>
                <a:lnTo>
                  <a:pt x="237018" y="2861465"/>
                </a:lnTo>
                <a:cubicBezTo>
                  <a:pt x="106117" y="2861465"/>
                  <a:pt x="0" y="2755348"/>
                  <a:pt x="0" y="2624447"/>
                </a:cubicBezTo>
                <a:lnTo>
                  <a:pt x="0" y="237018"/>
                </a:lnTo>
                <a:cubicBezTo>
                  <a:pt x="0" y="106117"/>
                  <a:pt x="106117" y="0"/>
                  <a:pt x="237018" y="0"/>
                </a:cubicBezTo>
              </a:path>
            </a:pathLst>
          </a:custGeom>
          <a:noFill/>
          <a:ln>
            <a:solidFill>
              <a:srgbClr val="0A817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latin typeface="Calibri" panose="020F0502020204030204" pitchFamily="34" charset="0"/>
              <a:ea typeface="Calibri" panose="020F0502020204030204" pitchFamily="34" charset="0"/>
              <a:cs typeface="Calibri" panose="020F0502020204030204" pitchFamily="34" charset="0"/>
            </a:endParaRPr>
          </a:p>
        </p:txBody>
      </p:sp>
      <p:sp>
        <p:nvSpPr>
          <p:cNvPr id="21" name="Isosceles Triangle 70">
            <a:extLst>
              <a:ext uri="{FF2B5EF4-FFF2-40B4-BE49-F238E27FC236}">
                <a16:creationId xmlns:a16="http://schemas.microsoft.com/office/drawing/2014/main" id="{42B88922-997F-6814-98AA-B14AA2ABB6B5}"/>
              </a:ext>
            </a:extLst>
          </p:cNvPr>
          <p:cNvSpPr/>
          <p:nvPr/>
        </p:nvSpPr>
        <p:spPr>
          <a:xfrm rot="5400000">
            <a:off x="9315121" y="3545626"/>
            <a:ext cx="273944" cy="236159"/>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latin typeface="Calibri" panose="020F0502020204030204" pitchFamily="34" charset="0"/>
              <a:ea typeface="Calibri" panose="020F0502020204030204" pitchFamily="34" charset="0"/>
              <a:cs typeface="Calibri" panose="020F0502020204030204" pitchFamily="34" charset="0"/>
            </a:endParaRPr>
          </a:p>
        </p:txBody>
      </p:sp>
      <p:sp>
        <p:nvSpPr>
          <p:cNvPr id="23" name="Rectangle: Rounded Corners 32">
            <a:extLst>
              <a:ext uri="{FF2B5EF4-FFF2-40B4-BE49-F238E27FC236}">
                <a16:creationId xmlns:a16="http://schemas.microsoft.com/office/drawing/2014/main" id="{4D7DFB8B-25B1-FF0E-5E04-372A8847E533}"/>
              </a:ext>
            </a:extLst>
          </p:cNvPr>
          <p:cNvSpPr/>
          <p:nvPr/>
        </p:nvSpPr>
        <p:spPr>
          <a:xfrm>
            <a:off x="521857" y="2197253"/>
            <a:ext cx="1951047" cy="2808206"/>
          </a:xfrm>
          <a:custGeom>
            <a:avLst/>
            <a:gdLst>
              <a:gd name="connsiteX0" fmla="*/ 0 w 1950601"/>
              <a:gd name="connsiteY0" fmla="*/ 237018 h 2861465"/>
              <a:gd name="connsiteX1" fmla="*/ 237018 w 1950601"/>
              <a:gd name="connsiteY1" fmla="*/ 0 h 2861465"/>
              <a:gd name="connsiteX2" fmla="*/ 1713583 w 1950601"/>
              <a:gd name="connsiteY2" fmla="*/ 0 h 2861465"/>
              <a:gd name="connsiteX3" fmla="*/ 1950601 w 1950601"/>
              <a:gd name="connsiteY3" fmla="*/ 237018 h 2861465"/>
              <a:gd name="connsiteX4" fmla="*/ 1950601 w 1950601"/>
              <a:gd name="connsiteY4" fmla="*/ 2624447 h 2861465"/>
              <a:gd name="connsiteX5" fmla="*/ 1713583 w 1950601"/>
              <a:gd name="connsiteY5" fmla="*/ 2861465 h 2861465"/>
              <a:gd name="connsiteX6" fmla="*/ 237018 w 1950601"/>
              <a:gd name="connsiteY6" fmla="*/ 2861465 h 2861465"/>
              <a:gd name="connsiteX7" fmla="*/ 0 w 1950601"/>
              <a:gd name="connsiteY7" fmla="*/ 2624447 h 2861465"/>
              <a:gd name="connsiteX8" fmla="*/ 0 w 1950601"/>
              <a:gd name="connsiteY8" fmla="*/ 237018 h 2861465"/>
              <a:gd name="connsiteX0" fmla="*/ 0 w 1951047"/>
              <a:gd name="connsiteY0" fmla="*/ 237018 h 2861465"/>
              <a:gd name="connsiteX1" fmla="*/ 237018 w 1951047"/>
              <a:gd name="connsiteY1" fmla="*/ 0 h 2861465"/>
              <a:gd name="connsiteX2" fmla="*/ 1713583 w 1951047"/>
              <a:gd name="connsiteY2" fmla="*/ 0 h 2861465"/>
              <a:gd name="connsiteX3" fmla="*/ 1950601 w 1951047"/>
              <a:gd name="connsiteY3" fmla="*/ 237018 h 2861465"/>
              <a:gd name="connsiteX4" fmla="*/ 1951047 w 1951047"/>
              <a:gd name="connsiteY4" fmla="*/ 1542745 h 2861465"/>
              <a:gd name="connsiteX5" fmla="*/ 1950601 w 1951047"/>
              <a:gd name="connsiteY5" fmla="*/ 2624447 h 2861465"/>
              <a:gd name="connsiteX6" fmla="*/ 1713583 w 1951047"/>
              <a:gd name="connsiteY6" fmla="*/ 2861465 h 2861465"/>
              <a:gd name="connsiteX7" fmla="*/ 237018 w 1951047"/>
              <a:gd name="connsiteY7" fmla="*/ 2861465 h 2861465"/>
              <a:gd name="connsiteX8" fmla="*/ 0 w 1951047"/>
              <a:gd name="connsiteY8" fmla="*/ 2624447 h 2861465"/>
              <a:gd name="connsiteX9" fmla="*/ 0 w 1951047"/>
              <a:gd name="connsiteY9" fmla="*/ 237018 h 2861465"/>
              <a:gd name="connsiteX0" fmla="*/ 0 w 1968290"/>
              <a:gd name="connsiteY0" fmla="*/ 237018 h 2861465"/>
              <a:gd name="connsiteX1" fmla="*/ 237018 w 1968290"/>
              <a:gd name="connsiteY1" fmla="*/ 0 h 2861465"/>
              <a:gd name="connsiteX2" fmla="*/ 1713583 w 1968290"/>
              <a:gd name="connsiteY2" fmla="*/ 0 h 2861465"/>
              <a:gd name="connsiteX3" fmla="*/ 1950601 w 1968290"/>
              <a:gd name="connsiteY3" fmla="*/ 237018 h 2861465"/>
              <a:gd name="connsiteX4" fmla="*/ 1951047 w 1968290"/>
              <a:gd name="connsiteY4" fmla="*/ 916846 h 2861465"/>
              <a:gd name="connsiteX5" fmla="*/ 1951047 w 1968290"/>
              <a:gd name="connsiteY5" fmla="*/ 1542745 h 2861465"/>
              <a:gd name="connsiteX6" fmla="*/ 1950601 w 1968290"/>
              <a:gd name="connsiteY6" fmla="*/ 2624447 h 2861465"/>
              <a:gd name="connsiteX7" fmla="*/ 1713583 w 1968290"/>
              <a:gd name="connsiteY7" fmla="*/ 2861465 h 2861465"/>
              <a:gd name="connsiteX8" fmla="*/ 237018 w 1968290"/>
              <a:gd name="connsiteY8" fmla="*/ 2861465 h 2861465"/>
              <a:gd name="connsiteX9" fmla="*/ 0 w 1968290"/>
              <a:gd name="connsiteY9" fmla="*/ 2624447 h 2861465"/>
              <a:gd name="connsiteX10" fmla="*/ 0 w 1968290"/>
              <a:gd name="connsiteY10" fmla="*/ 237018 h 2861465"/>
              <a:gd name="connsiteX0" fmla="*/ 1951047 w 2042487"/>
              <a:gd name="connsiteY0" fmla="*/ 916846 h 2861465"/>
              <a:gd name="connsiteX1" fmla="*/ 1951047 w 2042487"/>
              <a:gd name="connsiteY1" fmla="*/ 1542745 h 2861465"/>
              <a:gd name="connsiteX2" fmla="*/ 1950601 w 2042487"/>
              <a:gd name="connsiteY2" fmla="*/ 2624447 h 2861465"/>
              <a:gd name="connsiteX3" fmla="*/ 1713583 w 2042487"/>
              <a:gd name="connsiteY3" fmla="*/ 2861465 h 2861465"/>
              <a:gd name="connsiteX4" fmla="*/ 237018 w 2042487"/>
              <a:gd name="connsiteY4" fmla="*/ 2861465 h 2861465"/>
              <a:gd name="connsiteX5" fmla="*/ 0 w 2042487"/>
              <a:gd name="connsiteY5" fmla="*/ 2624447 h 2861465"/>
              <a:gd name="connsiteX6" fmla="*/ 0 w 2042487"/>
              <a:gd name="connsiteY6" fmla="*/ 237018 h 2861465"/>
              <a:gd name="connsiteX7" fmla="*/ 237018 w 2042487"/>
              <a:gd name="connsiteY7" fmla="*/ 0 h 2861465"/>
              <a:gd name="connsiteX8" fmla="*/ 1713583 w 2042487"/>
              <a:gd name="connsiteY8" fmla="*/ 0 h 2861465"/>
              <a:gd name="connsiteX9" fmla="*/ 1950601 w 2042487"/>
              <a:gd name="connsiteY9" fmla="*/ 237018 h 2861465"/>
              <a:gd name="connsiteX10" fmla="*/ 2042487 w 2042487"/>
              <a:gd name="connsiteY10" fmla="*/ 1008286 h 2861465"/>
              <a:gd name="connsiteX0" fmla="*/ 1951047 w 1951102"/>
              <a:gd name="connsiteY0" fmla="*/ 916846 h 2861465"/>
              <a:gd name="connsiteX1" fmla="*/ 1951047 w 1951102"/>
              <a:gd name="connsiteY1" fmla="*/ 1542745 h 2861465"/>
              <a:gd name="connsiteX2" fmla="*/ 1950601 w 1951102"/>
              <a:gd name="connsiteY2" fmla="*/ 2624447 h 2861465"/>
              <a:gd name="connsiteX3" fmla="*/ 1713583 w 1951102"/>
              <a:gd name="connsiteY3" fmla="*/ 2861465 h 2861465"/>
              <a:gd name="connsiteX4" fmla="*/ 237018 w 1951102"/>
              <a:gd name="connsiteY4" fmla="*/ 2861465 h 2861465"/>
              <a:gd name="connsiteX5" fmla="*/ 0 w 1951102"/>
              <a:gd name="connsiteY5" fmla="*/ 2624447 h 2861465"/>
              <a:gd name="connsiteX6" fmla="*/ 0 w 1951102"/>
              <a:gd name="connsiteY6" fmla="*/ 237018 h 2861465"/>
              <a:gd name="connsiteX7" fmla="*/ 237018 w 1951102"/>
              <a:gd name="connsiteY7" fmla="*/ 0 h 2861465"/>
              <a:gd name="connsiteX8" fmla="*/ 1713583 w 1951102"/>
              <a:gd name="connsiteY8" fmla="*/ 0 h 2861465"/>
              <a:gd name="connsiteX9" fmla="*/ 1950601 w 1951102"/>
              <a:gd name="connsiteY9" fmla="*/ 237018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 name="connsiteX7" fmla="*/ 1713583 w 1951047"/>
              <a:gd name="connsiteY7" fmla="*/ 0 h 2861465"/>
              <a:gd name="connsiteX8" fmla="*/ 1950601 w 1951047"/>
              <a:gd name="connsiteY8" fmla="*/ 237018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 name="connsiteX7" fmla="*/ 1713583 w 1951047"/>
              <a:gd name="connsiteY7" fmla="*/ 0 h 2861465"/>
              <a:gd name="connsiteX0" fmla="*/ 1951047 w 1951047"/>
              <a:gd name="connsiteY0" fmla="*/ 1542745 h 2861465"/>
              <a:gd name="connsiteX1" fmla="*/ 1950601 w 1951047"/>
              <a:gd name="connsiteY1" fmla="*/ 2624447 h 2861465"/>
              <a:gd name="connsiteX2" fmla="*/ 1713583 w 1951047"/>
              <a:gd name="connsiteY2" fmla="*/ 2861465 h 2861465"/>
              <a:gd name="connsiteX3" fmla="*/ 237018 w 1951047"/>
              <a:gd name="connsiteY3" fmla="*/ 2861465 h 2861465"/>
              <a:gd name="connsiteX4" fmla="*/ 0 w 1951047"/>
              <a:gd name="connsiteY4" fmla="*/ 2624447 h 2861465"/>
              <a:gd name="connsiteX5" fmla="*/ 0 w 1951047"/>
              <a:gd name="connsiteY5" fmla="*/ 237018 h 2861465"/>
              <a:gd name="connsiteX6" fmla="*/ 237018 w 1951047"/>
              <a:gd name="connsiteY6" fmla="*/ 0 h 2861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1047" h="2861465">
                <a:moveTo>
                  <a:pt x="1951047" y="1542745"/>
                </a:moveTo>
                <a:cubicBezTo>
                  <a:pt x="1950898" y="1903312"/>
                  <a:pt x="1950750" y="2263880"/>
                  <a:pt x="1950601" y="2624447"/>
                </a:cubicBezTo>
                <a:cubicBezTo>
                  <a:pt x="1950601" y="2755348"/>
                  <a:pt x="1844484" y="2861465"/>
                  <a:pt x="1713583" y="2861465"/>
                </a:cubicBezTo>
                <a:lnTo>
                  <a:pt x="237018" y="2861465"/>
                </a:lnTo>
                <a:cubicBezTo>
                  <a:pt x="106117" y="2861465"/>
                  <a:pt x="0" y="2755348"/>
                  <a:pt x="0" y="2624447"/>
                </a:cubicBezTo>
                <a:lnTo>
                  <a:pt x="0" y="237018"/>
                </a:lnTo>
                <a:cubicBezTo>
                  <a:pt x="0" y="106117"/>
                  <a:pt x="106117" y="0"/>
                  <a:pt x="237018" y="0"/>
                </a:cubicBezTo>
              </a:path>
            </a:pathLst>
          </a:custGeom>
          <a:noFill/>
          <a:ln>
            <a:solidFill>
              <a:srgbClr val="00138B"/>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CF935E63-7BDB-4E1C-EA53-59F98E460DC5}"/>
              </a:ext>
            </a:extLst>
          </p:cNvPr>
          <p:cNvSpPr txBox="1"/>
          <p:nvPr/>
        </p:nvSpPr>
        <p:spPr>
          <a:xfrm>
            <a:off x="611491" y="2407740"/>
            <a:ext cx="1768284" cy="2425517"/>
          </a:xfrm>
          <a:prstGeom prst="rect">
            <a:avLst/>
          </a:prstGeom>
          <a:noFill/>
        </p:spPr>
        <p:txBody>
          <a:bodyPr wrap="square" lIns="0" tIns="0" rIns="0" bIns="0" rtlCol="0" anchor="t">
            <a:noAutofit/>
          </a:bodyPr>
          <a:lstStyle/>
          <a:p>
            <a:pPr marL="171450" lvl="1" indent="-171450">
              <a:spcBef>
                <a:spcPts val="300"/>
              </a:spcBef>
              <a:buFont typeface="Arial" panose="020B0604020202020204" pitchFamily="34" charset="0"/>
              <a:buChar char="•"/>
            </a:pPr>
            <a:r>
              <a:rPr lang="en-US" sz="1100">
                <a:solidFill>
                  <a:srgbClr val="002060"/>
                </a:solidFill>
                <a:latin typeface="Calibri"/>
                <a:ea typeface="Calibri"/>
                <a:cs typeface="Calibri"/>
              </a:rPr>
              <a:t>Review existing documentation, current integration landscape, and prior architectural decisions</a:t>
            </a:r>
            <a:endParaRPr lang="en-US">
              <a:solidFill>
                <a:srgbClr val="000048"/>
              </a:solidFill>
              <a:latin typeface="Arial" panose="020B0604020202020204"/>
              <a:ea typeface="Calibri"/>
              <a:cs typeface="Arial" panose="020B0604020202020204"/>
            </a:endParaRPr>
          </a:p>
          <a:p>
            <a:pPr marL="171450" lvl="1" indent="-171450">
              <a:spcBef>
                <a:spcPts val="300"/>
              </a:spcBef>
              <a:buFont typeface="Arial" panose="020B0604020202020204" pitchFamily="34" charset="0"/>
              <a:buChar char="•"/>
            </a:pPr>
            <a:r>
              <a:rPr lang="en-US" sz="1100">
                <a:solidFill>
                  <a:srgbClr val="002060"/>
                </a:solidFill>
                <a:latin typeface="Calibri"/>
                <a:ea typeface="Calibri"/>
                <a:cs typeface="Calibri"/>
              </a:rPr>
              <a:t>Run structured interviews with Chaucer stakeholders and existing Cognizant Team.</a:t>
            </a:r>
            <a:endParaRPr lang="en-US">
              <a:solidFill>
                <a:srgbClr val="000048"/>
              </a:solidFill>
              <a:latin typeface="Arial" panose="020B0604020202020204"/>
              <a:ea typeface="Calibri"/>
              <a:cs typeface="Arial" panose="020B0604020202020204"/>
            </a:endParaRPr>
          </a:p>
          <a:p>
            <a:pPr marL="171450" lvl="1" indent="-171450">
              <a:spcBef>
                <a:spcPts val="300"/>
              </a:spcBef>
              <a:buFont typeface="Arial" panose="020B0604020202020204" pitchFamily="34" charset="0"/>
              <a:buChar char="•"/>
            </a:pPr>
            <a:r>
              <a:rPr lang="en-US" sz="1100">
                <a:solidFill>
                  <a:srgbClr val="002060"/>
                </a:solidFill>
                <a:latin typeface="Calibri"/>
                <a:ea typeface="Calibri"/>
                <a:cs typeface="Calibri"/>
              </a:rPr>
              <a:t>Confirm scope boundaries, especially the interfaces to infrastructure and data-platform workstreams.</a:t>
            </a:r>
            <a:endParaRPr lang="en-US">
              <a:cs typeface="Arial" panose="020B0604020202020204"/>
            </a:endParaRPr>
          </a:p>
        </p:txBody>
      </p:sp>
      <p:sp>
        <p:nvSpPr>
          <p:cNvPr id="27" name="TextBox 26">
            <a:extLst>
              <a:ext uri="{FF2B5EF4-FFF2-40B4-BE49-F238E27FC236}">
                <a16:creationId xmlns:a16="http://schemas.microsoft.com/office/drawing/2014/main" id="{934364AF-E008-6AA7-50F6-3E32B314A4DE}"/>
              </a:ext>
            </a:extLst>
          </p:cNvPr>
          <p:cNvSpPr txBox="1"/>
          <p:nvPr/>
        </p:nvSpPr>
        <p:spPr>
          <a:xfrm>
            <a:off x="2970905" y="2410530"/>
            <a:ext cx="1732117" cy="2594929"/>
          </a:xfrm>
          <a:prstGeom prst="rect">
            <a:avLst/>
          </a:prstGeom>
          <a:noFill/>
        </p:spPr>
        <p:txBody>
          <a:bodyPr wrap="square" lIns="0" tIns="0" rIns="0" bIns="0" rtlCol="0" anchor="t">
            <a:noAutofit/>
          </a:bodyPr>
          <a:lstStyle>
            <a:defPPr>
              <a:defRPr lang="en-US"/>
            </a:defPPr>
            <a:lvl1pPr marL="171450" indent="-171450">
              <a:spcBef>
                <a:spcPts val="200"/>
              </a:spcBef>
              <a:buFont typeface="Arial" panose="020B0604020202020204" pitchFamily="34" charset="0"/>
              <a:buChar char="•"/>
              <a:defRPr sz="1000">
                <a:solidFill>
                  <a:srgbClr val="000000"/>
                </a:solidFill>
              </a:defRPr>
            </a:lvl1pPr>
          </a:lstStyle>
          <a:p>
            <a:pPr marL="171450" lvl="1" indent="-171450">
              <a:spcBef>
                <a:spcPts val="300"/>
              </a:spcBef>
              <a:buFont typeface="Arial" panose="020B0604020202020204" pitchFamily="34" charset="0"/>
              <a:buChar char="•"/>
            </a:pPr>
            <a:r>
              <a:rPr lang="en-US" sz="1100" dirty="0">
                <a:solidFill>
                  <a:srgbClr val="002060"/>
                </a:solidFill>
                <a:latin typeface="Calibri" panose="020F0502020204030204" pitchFamily="34" charset="0"/>
                <a:ea typeface="Calibri" panose="020F0502020204030204" pitchFamily="34" charset="0"/>
                <a:cs typeface="Calibri" panose="020F0502020204030204" pitchFamily="34" charset="0"/>
              </a:rPr>
              <a:t>Develop draft framework structures, principles, reference architecture and pattern catalogue in working sessions with Chaucer's Architect, capturing design decisions and rationale as they are agreed.</a:t>
            </a:r>
          </a:p>
        </p:txBody>
      </p:sp>
      <p:sp>
        <p:nvSpPr>
          <p:cNvPr id="29" name="TextBox 28">
            <a:extLst>
              <a:ext uri="{FF2B5EF4-FFF2-40B4-BE49-F238E27FC236}">
                <a16:creationId xmlns:a16="http://schemas.microsoft.com/office/drawing/2014/main" id="{AB4542B1-0B61-57E5-31B6-73A21A350C41}"/>
              </a:ext>
            </a:extLst>
          </p:cNvPr>
          <p:cNvSpPr txBox="1"/>
          <p:nvPr/>
        </p:nvSpPr>
        <p:spPr>
          <a:xfrm>
            <a:off x="7545969" y="2397696"/>
            <a:ext cx="1736964" cy="2638655"/>
          </a:xfrm>
          <a:prstGeom prst="rect">
            <a:avLst/>
          </a:prstGeom>
          <a:noFill/>
        </p:spPr>
        <p:txBody>
          <a:bodyPr wrap="square" lIns="0" tIns="0" rIns="0" bIns="0" rtlCol="0">
            <a:noAutofit/>
          </a:bodyPr>
          <a:lstStyle>
            <a:defPPr>
              <a:defRPr lang="en-US"/>
            </a:defPPr>
            <a:lvl1pPr marL="171450" indent="-171450">
              <a:spcBef>
                <a:spcPts val="200"/>
              </a:spcBef>
              <a:buFont typeface="Arial" panose="020B0604020202020204" pitchFamily="34" charset="0"/>
              <a:buChar char="•"/>
              <a:defRPr sz="1000">
                <a:solidFill>
                  <a:srgbClr val="000000"/>
                </a:solidFill>
              </a:defRPr>
            </a:lvl1pPr>
          </a:lstStyle>
          <a:p>
            <a:pPr marL="171450" lvl="1" indent="-171450">
              <a:spcBef>
                <a:spcPts val="300"/>
              </a:spcBef>
              <a:buFont typeface="Arial" panose="020B0604020202020204" pitchFamily="34" charset="0"/>
              <a:buChar char="•"/>
            </a:pPr>
            <a:r>
              <a:rPr lang="en-GB" sz="1100">
                <a:solidFill>
                  <a:srgbClr val="002060"/>
                </a:solidFill>
                <a:latin typeface="Calibri" panose="020F0502020204030204" pitchFamily="34" charset="0"/>
                <a:ea typeface="Calibri" panose="020F0502020204030204" pitchFamily="34" charset="0"/>
                <a:cs typeface="Calibri" panose="020F0502020204030204" pitchFamily="34" charset="0"/>
              </a:rPr>
              <a:t>Consolidate agreed content into the formal SIF and APIM HLD artefacts, reference diagrams and decision-guidance material, peer-reviewed by both Cognizant and Chaucer.</a:t>
            </a:r>
          </a:p>
        </p:txBody>
      </p:sp>
      <p:sp>
        <p:nvSpPr>
          <p:cNvPr id="31" name="TextBox 30">
            <a:extLst>
              <a:ext uri="{FF2B5EF4-FFF2-40B4-BE49-F238E27FC236}">
                <a16:creationId xmlns:a16="http://schemas.microsoft.com/office/drawing/2014/main" id="{D080DF82-5EBF-9536-6878-3C27A745D96B}"/>
              </a:ext>
            </a:extLst>
          </p:cNvPr>
          <p:cNvSpPr txBox="1"/>
          <p:nvPr/>
        </p:nvSpPr>
        <p:spPr>
          <a:xfrm>
            <a:off x="9770989" y="2397696"/>
            <a:ext cx="1705085" cy="2638655"/>
          </a:xfrm>
          <a:prstGeom prst="rect">
            <a:avLst/>
          </a:prstGeom>
          <a:noFill/>
        </p:spPr>
        <p:txBody>
          <a:bodyPr wrap="square" lIns="0" tIns="0" rIns="0" bIns="0" rtlCol="0">
            <a:noAutofit/>
          </a:bodyPr>
          <a:lstStyle>
            <a:defPPr>
              <a:defRPr lang="en-US"/>
            </a:defPPr>
            <a:lvl1pPr marL="171450" indent="-171450">
              <a:spcBef>
                <a:spcPts val="200"/>
              </a:spcBef>
              <a:buFont typeface="Arial" panose="020B0604020202020204" pitchFamily="34" charset="0"/>
              <a:buChar char="•"/>
              <a:defRPr sz="1000">
                <a:solidFill>
                  <a:srgbClr val="000000"/>
                </a:solidFill>
              </a:defRPr>
            </a:lvl1pPr>
          </a:lstStyle>
          <a:p>
            <a:r>
              <a:rPr lang="en-GB" sz="1100">
                <a:solidFill>
                  <a:srgbClr val="002060"/>
                </a:solidFill>
                <a:latin typeface="Calibri" panose="020F0502020204030204" pitchFamily="34" charset="0"/>
                <a:ea typeface="Calibri" panose="020F0502020204030204" pitchFamily="34" charset="0"/>
                <a:cs typeface="Calibri" panose="020F0502020204030204" pitchFamily="34" charset="0"/>
              </a:rPr>
              <a:t>Walk the artefacts through Chaucer's TDA governance forum and support formal publication as a shared Cognizant/Chaucer output.</a:t>
            </a:r>
            <a:endParaRPr lang="en-US" sz="1100">
              <a:solidFill>
                <a:srgbClr val="002060"/>
              </a:solidFill>
              <a:latin typeface="Calibri" panose="020F0502020204030204" pitchFamily="34" charset="0"/>
              <a:ea typeface="Calibri" panose="020F0502020204030204" pitchFamily="34" charset="0"/>
              <a:cs typeface="Calibri" panose="020F0502020204030204" pitchFamily="34" charset="0"/>
            </a:endParaRPr>
          </a:p>
          <a:p>
            <a:pPr marL="171450" lvl="1" indent="-171450">
              <a:spcBef>
                <a:spcPts val="300"/>
              </a:spcBef>
              <a:buFont typeface="Arial" panose="020B0604020202020204" pitchFamily="34" charset="0"/>
              <a:buChar char="•"/>
            </a:pPr>
            <a:endParaRPr lang="en-GB" sz="1100">
              <a:solidFill>
                <a:srgbClr val="002060"/>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Isosceles Triangle 32">
            <a:extLst>
              <a:ext uri="{FF2B5EF4-FFF2-40B4-BE49-F238E27FC236}">
                <a16:creationId xmlns:a16="http://schemas.microsoft.com/office/drawing/2014/main" id="{1E985E36-6D3B-3649-E5DC-72DCBFEAA320}"/>
              </a:ext>
            </a:extLst>
          </p:cNvPr>
          <p:cNvSpPr/>
          <p:nvPr/>
        </p:nvSpPr>
        <p:spPr>
          <a:xfrm rot="5400000">
            <a:off x="2460473" y="3529039"/>
            <a:ext cx="273944" cy="236159"/>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00">
              <a:latin typeface="Calibri" panose="020F0502020204030204" pitchFamily="34" charset="0"/>
              <a:ea typeface="Calibri" panose="020F0502020204030204" pitchFamily="34" charset="0"/>
              <a:cs typeface="Calibri" panose="020F0502020204030204" pitchFamily="34" charset="0"/>
            </a:endParaRPr>
          </a:p>
        </p:txBody>
      </p:sp>
      <p:sp>
        <p:nvSpPr>
          <p:cNvPr id="35" name="Rectangle: Rounded Corners 16">
            <a:extLst>
              <a:ext uri="{FF2B5EF4-FFF2-40B4-BE49-F238E27FC236}">
                <a16:creationId xmlns:a16="http://schemas.microsoft.com/office/drawing/2014/main" id="{AC20F627-8160-6D7F-3887-A829051ECC4F}"/>
              </a:ext>
            </a:extLst>
          </p:cNvPr>
          <p:cNvSpPr/>
          <p:nvPr/>
        </p:nvSpPr>
        <p:spPr>
          <a:xfrm>
            <a:off x="512332" y="1956151"/>
            <a:ext cx="1964572" cy="376772"/>
          </a:xfrm>
          <a:prstGeom prst="roundRect">
            <a:avLst>
              <a:gd name="adj" fmla="val 50000"/>
            </a:avLst>
          </a:prstGeom>
          <a:solidFill>
            <a:srgbClr val="00138B"/>
          </a:solidFill>
          <a:ln w="28575">
            <a:solidFill>
              <a:srgbClr val="00138B"/>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a:latin typeface="Calibri" panose="020F0502020204030204" pitchFamily="34" charset="0"/>
              <a:ea typeface="Calibri" panose="020F0502020204030204" pitchFamily="34" charset="0"/>
              <a:cs typeface="Calibri" panose="020F0502020204030204" pitchFamily="34" charset="0"/>
            </a:endParaRPr>
          </a:p>
          <a:p>
            <a:pPr algn="ctr"/>
            <a:r>
              <a:rPr lang="en-GB" sz="1100" b="1">
                <a:latin typeface="Calibri" panose="020F0502020204030204" pitchFamily="34" charset="0"/>
                <a:ea typeface="Calibri" panose="020F0502020204030204" pitchFamily="34" charset="0"/>
                <a:cs typeface="Calibri" panose="020F0502020204030204" pitchFamily="34" charset="0"/>
              </a:rPr>
              <a:t>Discover</a:t>
            </a:r>
            <a:endParaRPr lang="en-US" sz="1100" b="1">
              <a:latin typeface="Calibri" panose="020F0502020204030204" pitchFamily="34" charset="0"/>
              <a:ea typeface="Calibri" panose="020F0502020204030204" pitchFamily="34" charset="0"/>
              <a:cs typeface="Calibri" panose="020F0502020204030204" pitchFamily="34" charset="0"/>
            </a:endParaRPr>
          </a:p>
          <a:p>
            <a:pPr algn="ctr"/>
            <a:endParaRPr lang="en-GB" sz="1100" b="1">
              <a:latin typeface="Calibri" panose="020F0502020204030204" pitchFamily="34" charset="0"/>
              <a:ea typeface="Calibri" panose="020F0502020204030204" pitchFamily="34" charset="0"/>
              <a:cs typeface="Calibri" panose="020F0502020204030204" pitchFamily="34" charset="0"/>
            </a:endParaRPr>
          </a:p>
        </p:txBody>
      </p:sp>
      <p:sp>
        <p:nvSpPr>
          <p:cNvPr id="37" name="Rectangle: Rounded Corners 17">
            <a:extLst>
              <a:ext uri="{FF2B5EF4-FFF2-40B4-BE49-F238E27FC236}">
                <a16:creationId xmlns:a16="http://schemas.microsoft.com/office/drawing/2014/main" id="{66ABCA86-D9B9-9289-6E72-943BA058CBEC}"/>
              </a:ext>
            </a:extLst>
          </p:cNvPr>
          <p:cNvSpPr/>
          <p:nvPr/>
        </p:nvSpPr>
        <p:spPr>
          <a:xfrm>
            <a:off x="2787831" y="1956150"/>
            <a:ext cx="2067061" cy="376772"/>
          </a:xfrm>
          <a:prstGeom prst="roundRect">
            <a:avLst>
              <a:gd name="adj" fmla="val 50000"/>
            </a:avLst>
          </a:prstGeom>
          <a:solidFill>
            <a:srgbClr val="00138B"/>
          </a:solidFill>
          <a:ln w="28575">
            <a:solidFill>
              <a:srgbClr val="00138B"/>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b="1">
                <a:latin typeface="Calibri" panose="020F0502020204030204" pitchFamily="34" charset="0"/>
                <a:ea typeface="Calibri" panose="020F0502020204030204" pitchFamily="34" charset="0"/>
                <a:cs typeface="Calibri" panose="020F0502020204030204" pitchFamily="34" charset="0"/>
              </a:rPr>
              <a:t>                    Define</a:t>
            </a:r>
            <a:endParaRPr lang="en-US" sz="1100" b="1">
              <a:latin typeface="Calibri" panose="020F0502020204030204" pitchFamily="34" charset="0"/>
              <a:ea typeface="Calibri" panose="020F0502020204030204" pitchFamily="34" charset="0"/>
              <a:cs typeface="Calibri" panose="020F0502020204030204" pitchFamily="34" charset="0"/>
            </a:endParaRPr>
          </a:p>
        </p:txBody>
      </p:sp>
      <p:sp>
        <p:nvSpPr>
          <p:cNvPr id="39" name="Rectangle: Rounded Corners 18">
            <a:extLst>
              <a:ext uri="{FF2B5EF4-FFF2-40B4-BE49-F238E27FC236}">
                <a16:creationId xmlns:a16="http://schemas.microsoft.com/office/drawing/2014/main" id="{60DA49C0-6A35-B700-3325-4236FE30D04D}"/>
              </a:ext>
            </a:extLst>
          </p:cNvPr>
          <p:cNvSpPr/>
          <p:nvPr/>
        </p:nvSpPr>
        <p:spPr>
          <a:xfrm>
            <a:off x="5108103" y="1956149"/>
            <a:ext cx="1973014" cy="376772"/>
          </a:xfrm>
          <a:prstGeom prst="roundRect">
            <a:avLst>
              <a:gd name="adj" fmla="val 50000"/>
            </a:avLst>
          </a:prstGeom>
          <a:solidFill>
            <a:srgbClr val="00138B"/>
          </a:solidFill>
          <a:ln w="28575">
            <a:solidFill>
              <a:srgbClr val="00138B"/>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b="1">
                <a:latin typeface="Calibri" panose="020F0502020204030204" pitchFamily="34" charset="0"/>
                <a:ea typeface="Calibri" panose="020F0502020204030204" pitchFamily="34" charset="0"/>
                <a:cs typeface="Calibri" panose="020F0502020204030204" pitchFamily="34" charset="0"/>
              </a:rPr>
              <a:t>                 Validate</a:t>
            </a:r>
            <a:endParaRPr lang="en-US" sz="1100" b="1">
              <a:latin typeface="Calibri" panose="020F0502020204030204" pitchFamily="34" charset="0"/>
              <a:ea typeface="Calibri" panose="020F0502020204030204" pitchFamily="34" charset="0"/>
              <a:cs typeface="Calibri" panose="020F0502020204030204" pitchFamily="34" charset="0"/>
            </a:endParaRPr>
          </a:p>
        </p:txBody>
      </p:sp>
      <p:sp>
        <p:nvSpPr>
          <p:cNvPr id="41" name="Rectangle: Rounded Corners 19">
            <a:extLst>
              <a:ext uri="{FF2B5EF4-FFF2-40B4-BE49-F238E27FC236}">
                <a16:creationId xmlns:a16="http://schemas.microsoft.com/office/drawing/2014/main" id="{2E0D338C-D0EA-DF4C-4455-4EE8BEAC95B9}"/>
              </a:ext>
            </a:extLst>
          </p:cNvPr>
          <p:cNvSpPr/>
          <p:nvPr/>
        </p:nvSpPr>
        <p:spPr>
          <a:xfrm>
            <a:off x="7384344" y="1956149"/>
            <a:ext cx="1933197" cy="376772"/>
          </a:xfrm>
          <a:prstGeom prst="roundRect">
            <a:avLst>
              <a:gd name="adj" fmla="val 50000"/>
            </a:avLst>
          </a:prstGeom>
          <a:solidFill>
            <a:srgbClr val="00138B"/>
          </a:solidFill>
          <a:ln w="28575">
            <a:solidFill>
              <a:srgbClr val="00138B"/>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b="1">
                <a:latin typeface="Calibri" panose="020F0502020204030204" pitchFamily="34" charset="0"/>
                <a:ea typeface="Calibri" panose="020F0502020204030204" pitchFamily="34" charset="0"/>
                <a:cs typeface="Calibri" panose="020F0502020204030204" pitchFamily="34" charset="0"/>
              </a:rPr>
              <a:t>          Document</a:t>
            </a:r>
            <a:endParaRPr lang="en-US" sz="1100" b="1">
              <a:latin typeface="Calibri" panose="020F0502020204030204" pitchFamily="34" charset="0"/>
              <a:ea typeface="Calibri" panose="020F0502020204030204" pitchFamily="34" charset="0"/>
              <a:cs typeface="Calibri" panose="020F0502020204030204" pitchFamily="34" charset="0"/>
            </a:endParaRPr>
          </a:p>
        </p:txBody>
      </p:sp>
      <p:sp>
        <p:nvSpPr>
          <p:cNvPr id="43" name="Rectangle: Rounded Corners 20">
            <a:extLst>
              <a:ext uri="{FF2B5EF4-FFF2-40B4-BE49-F238E27FC236}">
                <a16:creationId xmlns:a16="http://schemas.microsoft.com/office/drawing/2014/main" id="{A87A9ACA-770A-4E97-01DB-F3528C853EB5}"/>
              </a:ext>
            </a:extLst>
          </p:cNvPr>
          <p:cNvSpPr/>
          <p:nvPr/>
        </p:nvSpPr>
        <p:spPr>
          <a:xfrm>
            <a:off x="9628468" y="1956149"/>
            <a:ext cx="1951048" cy="376772"/>
          </a:xfrm>
          <a:prstGeom prst="roundRect">
            <a:avLst>
              <a:gd name="adj" fmla="val 50000"/>
            </a:avLst>
          </a:prstGeom>
          <a:solidFill>
            <a:srgbClr val="FFC000"/>
          </a:soli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b="1">
                <a:latin typeface="Calibri" panose="020F0502020204030204" pitchFamily="34" charset="0"/>
                <a:ea typeface="Calibri" panose="020F0502020204030204" pitchFamily="34" charset="0"/>
                <a:cs typeface="Calibri" panose="020F0502020204030204" pitchFamily="34" charset="0"/>
              </a:rPr>
              <a:t>                 Publish</a:t>
            </a:r>
            <a:endParaRPr lang="en-US" sz="1100" b="1">
              <a:latin typeface="Calibri" panose="020F0502020204030204" pitchFamily="34" charset="0"/>
              <a:ea typeface="Calibri" panose="020F0502020204030204" pitchFamily="34" charset="0"/>
              <a:cs typeface="Calibri" panose="020F0502020204030204" pitchFamily="34" charset="0"/>
            </a:endParaRPr>
          </a:p>
        </p:txBody>
      </p:sp>
      <p:pic>
        <p:nvPicPr>
          <p:cNvPr id="45" name="Picture 44" descr="A black and white icon of a light bulb and a gear  AI-generated content may be incorrect.">
            <a:extLst>
              <a:ext uri="{FF2B5EF4-FFF2-40B4-BE49-F238E27FC236}">
                <a16:creationId xmlns:a16="http://schemas.microsoft.com/office/drawing/2014/main" id="{E1EFBA06-C1B2-A98E-8309-0A6CE5759800}"/>
              </a:ext>
            </a:extLst>
          </p:cNvPr>
          <p:cNvPicPr>
            <a:picLocks noChangeAspect="1"/>
          </p:cNvPicPr>
          <p:nvPr/>
        </p:nvPicPr>
        <p:blipFill>
          <a:blip r:embed="rId3" cstate="print">
            <a:extLst>
              <a:ext uri="{28A0092B-C50C-407E-A947-70E740481C1C}">
                <a14:useLocalDpi xmlns:a14="http://schemas.microsoft.com/office/drawing/2010/main" val="0"/>
              </a:ext>
            </a:extLst>
          </a:blip>
          <a:srcRect b="16360"/>
          <a:stretch>
            <a:fillRect/>
          </a:stretch>
        </p:blipFill>
        <p:spPr>
          <a:xfrm>
            <a:off x="7969321" y="1264080"/>
            <a:ext cx="725274" cy="606615"/>
          </a:xfrm>
          <a:prstGeom prst="rect">
            <a:avLst/>
          </a:prstGeom>
        </p:spPr>
      </p:pic>
      <p:pic>
        <p:nvPicPr>
          <p:cNvPr id="47" name="Picture 46" descr="A white paper plane in a blue circle  AI-generated content may be incorrect.">
            <a:extLst>
              <a:ext uri="{FF2B5EF4-FFF2-40B4-BE49-F238E27FC236}">
                <a16:creationId xmlns:a16="http://schemas.microsoft.com/office/drawing/2014/main" id="{92F429B8-F6BF-1012-A129-66DD40BE9DAD}"/>
              </a:ext>
            </a:extLst>
          </p:cNvPr>
          <p:cNvPicPr>
            <a:picLocks noChangeAspect="1"/>
          </p:cNvPicPr>
          <p:nvPr/>
        </p:nvPicPr>
        <p:blipFill>
          <a:blip r:embed="rId4" cstate="print">
            <a:extLst>
              <a:ext uri="{BEBA8EAE-BF5A-486C-A8C5-ECC9F3942E4B}">
                <a14:imgProps xmlns:a14="http://schemas.microsoft.com/office/drawing/2010/main">
                  <a14:imgLayer r:embed="rId5">
                    <a14:imgEffect>
                      <a14:saturation sat="33000"/>
                    </a14:imgEffect>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794067" y="1386194"/>
            <a:ext cx="667546" cy="548871"/>
          </a:xfrm>
          <a:prstGeom prst="rect">
            <a:avLst/>
          </a:prstGeom>
        </p:spPr>
      </p:pic>
      <p:pic>
        <p:nvPicPr>
          <p:cNvPr id="49" name="Picture 48" descr="A black and white handshake  AI-generated content may be incorrect.">
            <a:extLst>
              <a:ext uri="{FF2B5EF4-FFF2-40B4-BE49-F238E27FC236}">
                <a16:creationId xmlns:a16="http://schemas.microsoft.com/office/drawing/2014/main" id="{6F03F396-2C97-3887-8983-2D62C7383AE0}"/>
              </a:ext>
            </a:extLst>
          </p:cNvPr>
          <p:cNvPicPr>
            <a:picLocks noChangeAspect="1"/>
          </p:cNvPicPr>
          <p:nvPr/>
        </p:nvPicPr>
        <p:blipFill>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3408949" y="1386717"/>
            <a:ext cx="768442" cy="488388"/>
          </a:xfrm>
          <a:prstGeom prst="rect">
            <a:avLst/>
          </a:prstGeom>
        </p:spPr>
      </p:pic>
      <p:sp>
        <p:nvSpPr>
          <p:cNvPr id="51" name="TextBox 50">
            <a:extLst>
              <a:ext uri="{FF2B5EF4-FFF2-40B4-BE49-F238E27FC236}">
                <a16:creationId xmlns:a16="http://schemas.microsoft.com/office/drawing/2014/main" id="{5B8A2B48-FF48-2357-0000-4B58323687B8}"/>
              </a:ext>
            </a:extLst>
          </p:cNvPr>
          <p:cNvSpPr txBox="1"/>
          <p:nvPr/>
        </p:nvSpPr>
        <p:spPr>
          <a:xfrm>
            <a:off x="5260491" y="2379828"/>
            <a:ext cx="1728257" cy="2656523"/>
          </a:xfrm>
          <a:prstGeom prst="rect">
            <a:avLst/>
          </a:prstGeom>
          <a:noFill/>
        </p:spPr>
        <p:txBody>
          <a:bodyPr wrap="square" lIns="0" tIns="0" rIns="0" bIns="0" rtlCol="0" anchor="t">
            <a:noAutofit/>
          </a:bodyPr>
          <a:lstStyle>
            <a:defPPr>
              <a:defRPr lang="en-US"/>
            </a:defPPr>
            <a:lvl1pPr marL="171450" indent="-171450">
              <a:spcBef>
                <a:spcPts val="200"/>
              </a:spcBef>
              <a:buFont typeface="Arial" panose="020B0604020202020204" pitchFamily="34" charset="0"/>
              <a:buChar char="•"/>
              <a:defRPr sz="1000">
                <a:solidFill>
                  <a:srgbClr val="000000"/>
                </a:solidFill>
              </a:defRPr>
            </a:lvl1pPr>
          </a:lstStyle>
          <a:p>
            <a:pPr marL="171450" lvl="1" indent="-171450">
              <a:spcBef>
                <a:spcPts val="300"/>
              </a:spcBef>
              <a:buFont typeface="Arial" panose="020B0604020202020204" pitchFamily="34" charset="0"/>
              <a:buChar char="•"/>
            </a:pPr>
            <a:r>
              <a:rPr lang="en-US" sz="1100">
                <a:solidFill>
                  <a:srgbClr val="002060"/>
                </a:solidFill>
                <a:latin typeface="Calibri" panose="020F0502020204030204" pitchFamily="34" charset="0"/>
                <a:ea typeface="Calibri" panose="020F0502020204030204" pitchFamily="34" charset="0"/>
                <a:cs typeface="Calibri" panose="020F0502020204030204" pitchFamily="34" charset="0"/>
              </a:rPr>
              <a:t>Test draft patterns and the APIM HLD against representative current/planned integration scenarios provided by Chaucer, refining guidance so it is actionable rather than theoretical.</a:t>
            </a:r>
          </a:p>
        </p:txBody>
      </p:sp>
      <p:pic>
        <p:nvPicPr>
          <p:cNvPr id="53" name="Picture 52" descr="A blue and green outline of a document with a stamp  AI-generated content may be incorrect.">
            <a:extLst>
              <a:ext uri="{FF2B5EF4-FFF2-40B4-BE49-F238E27FC236}">
                <a16:creationId xmlns:a16="http://schemas.microsoft.com/office/drawing/2014/main" id="{6CD251C5-D610-302F-31EC-8B06BED98217}"/>
              </a:ext>
            </a:extLst>
          </p:cNvPr>
          <p:cNvPicPr>
            <a:picLocks noChangeAspect="1"/>
          </p:cNvPicPr>
          <p:nvPr/>
        </p:nvPicPr>
        <p:blipFill>
          <a:blip r:embed="rId8" cstate="print">
            <a:duotone>
              <a:prstClr val="black"/>
              <a:schemeClr val="tx2">
                <a:tint val="45000"/>
                <a:satMod val="400000"/>
              </a:schemeClr>
            </a:duotone>
            <a:extLst>
              <a:ext uri="{BEBA8EAE-BF5A-486C-A8C5-ECC9F3942E4B}">
                <a14:imgProps xmlns:a14="http://schemas.microsoft.com/office/drawing/2010/main">
                  <a14:imgLayer r:embed="rId9">
                    <a14:imgEffect>
                      <a14:artisticGlowEdges/>
                    </a14:imgEffect>
                  </a14:imgLayer>
                </a14:imgProps>
              </a:ext>
              <a:ext uri="{28A0092B-C50C-407E-A947-70E740481C1C}">
                <a14:useLocalDpi xmlns:a14="http://schemas.microsoft.com/office/drawing/2010/main" val="0"/>
              </a:ext>
            </a:extLst>
          </a:blip>
          <a:stretch>
            <a:fillRect/>
          </a:stretch>
        </p:blipFill>
        <p:spPr>
          <a:xfrm>
            <a:off x="10392490" y="1386193"/>
            <a:ext cx="548871" cy="548871"/>
          </a:xfrm>
          <a:prstGeom prst="rect">
            <a:avLst/>
          </a:prstGeom>
        </p:spPr>
      </p:pic>
    </p:spTree>
    <p:extLst>
      <p:ext uri="{BB962C8B-B14F-4D97-AF65-F5344CB8AC3E}">
        <p14:creationId xmlns:p14="http://schemas.microsoft.com/office/powerpoint/2010/main" val="4124227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469EF-0AD2-23FA-D7FC-B0F7A2B76DA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2020703-2B5B-E4E0-0F5B-03BEE0EA9C52}"/>
              </a:ext>
            </a:extLst>
          </p:cNvPr>
          <p:cNvSpPr>
            <a:spLocks noGrp="1"/>
          </p:cNvSpPr>
          <p:nvPr>
            <p:ph type="sldNum" sz="quarter" idx="12"/>
          </p:nvPr>
        </p:nvSpPr>
        <p:spPr/>
        <p:txBody>
          <a:bodyPr/>
          <a:lstStyle/>
          <a:p>
            <a:fld id="{38826FC0-333C-E549-9FA3-0EE43DF298A3}" type="slidenum">
              <a:rPr lang="en-US" smtClean="0"/>
              <a:pPr/>
              <a:t>13</a:t>
            </a:fld>
            <a:endParaRPr lang="en-US"/>
          </a:p>
        </p:txBody>
      </p:sp>
      <p:sp>
        <p:nvSpPr>
          <p:cNvPr id="6" name="Title 6">
            <a:extLst>
              <a:ext uri="{FF2B5EF4-FFF2-40B4-BE49-F238E27FC236}">
                <a16:creationId xmlns:a16="http://schemas.microsoft.com/office/drawing/2014/main" id="{3FAD227E-8C65-2B4C-ED40-A4AAE90C5A18}"/>
              </a:ext>
            </a:extLst>
          </p:cNvPr>
          <p:cNvSpPr txBox="1">
            <a:spLocks/>
          </p:cNvSpPr>
          <p:nvPr/>
        </p:nvSpPr>
        <p:spPr>
          <a:xfrm>
            <a:off x="337225" y="217416"/>
            <a:ext cx="8932184" cy="609599"/>
          </a:xfrm>
          <a:prstGeom prst="rect">
            <a:avLst/>
          </a:prstGeom>
        </p:spPr>
        <p:txBody>
          <a:bodyP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endParaRPr lang="en-GB">
              <a:solidFill>
                <a:srgbClr val="000000"/>
              </a:solidFill>
              <a:latin typeface="Calibri" panose="020F0502020204030204" pitchFamily="34" charset="0"/>
              <a:cs typeface="Calibri" panose="020F0502020204030204" pitchFamily="34" charset="0"/>
            </a:endParaRPr>
          </a:p>
        </p:txBody>
      </p:sp>
      <p:sp>
        <p:nvSpPr>
          <p:cNvPr id="4" name="Text 0">
            <a:extLst>
              <a:ext uri="{FF2B5EF4-FFF2-40B4-BE49-F238E27FC236}">
                <a16:creationId xmlns:a16="http://schemas.microsoft.com/office/drawing/2014/main" id="{33B5AF38-6456-0980-1595-F5B72EF029E7}"/>
              </a:ext>
            </a:extLst>
          </p:cNvPr>
          <p:cNvSpPr/>
          <p:nvPr/>
        </p:nvSpPr>
        <p:spPr>
          <a:xfrm>
            <a:off x="548640" y="411480"/>
            <a:ext cx="10058400" cy="274320"/>
          </a:xfrm>
          <a:prstGeom prst="rect">
            <a:avLst/>
          </a:prstGeom>
          <a:noFill/>
          <a:ln/>
        </p:spPr>
        <p:txBody>
          <a:bodyPr wrap="square" lIns="0" tIns="0" rIns="0" bIns="0" rtlCol="0" anchor="ctr"/>
          <a:lstStyle/>
          <a:p>
            <a:pPr marL="0" indent="0" algn="l">
              <a:buNone/>
            </a:pPr>
            <a:r>
              <a:rPr lang="en-US" sz="1100" b="1" kern="0" spc="100">
                <a:solidFill>
                  <a:srgbClr val="05819B"/>
                </a:solidFill>
                <a:latin typeface="Arial" pitchFamily="34" charset="0"/>
                <a:ea typeface="Arial" pitchFamily="34" charset="-122"/>
                <a:cs typeface="Arial" pitchFamily="34" charset="-120"/>
              </a:rPr>
              <a:t>Indicative timeline</a:t>
            </a:r>
            <a:endParaRPr lang="en-US" sz="1100"/>
          </a:p>
        </p:txBody>
      </p:sp>
      <p:sp>
        <p:nvSpPr>
          <p:cNvPr id="5" name="Text 1">
            <a:extLst>
              <a:ext uri="{FF2B5EF4-FFF2-40B4-BE49-F238E27FC236}">
                <a16:creationId xmlns:a16="http://schemas.microsoft.com/office/drawing/2014/main" id="{0269E0E1-60EC-33E0-33D7-298A33E039D1}"/>
              </a:ext>
            </a:extLst>
          </p:cNvPr>
          <p:cNvSpPr/>
          <p:nvPr/>
        </p:nvSpPr>
        <p:spPr>
          <a:xfrm>
            <a:off x="548640" y="737614"/>
            <a:ext cx="10972800" cy="548640"/>
          </a:xfrm>
          <a:prstGeom prst="rect">
            <a:avLst/>
          </a:prstGeom>
          <a:noFill/>
          <a:ln/>
        </p:spPr>
        <p:txBody>
          <a:bodyPr wrap="square" lIns="0" tIns="0" rIns="0" bIns="0" rtlCol="0" anchor="t"/>
          <a:lstStyle/>
          <a:p>
            <a:pPr indent="0" defTabSz="914400">
              <a:lnSpc>
                <a:spcPct val="90000"/>
              </a:lnSpc>
              <a:spcBef>
                <a:spcPct val="0"/>
              </a:spcBef>
            </a:pPr>
            <a:r>
              <a:rPr lang="en-US" sz="2400" b="1">
                <a:latin typeface="Arial" panose="020B0604020202020204" pitchFamily="34" charset="0"/>
                <a:ea typeface="+mj-ea"/>
                <a:cs typeface="Arial" panose="020B0604020202020204" pitchFamily="34" charset="0"/>
              </a:rPr>
              <a:t>Eight weeks, phased with deliberate overlap</a:t>
            </a:r>
          </a:p>
        </p:txBody>
      </p:sp>
      <p:sp>
        <p:nvSpPr>
          <p:cNvPr id="7" name="Text 2">
            <a:extLst>
              <a:ext uri="{FF2B5EF4-FFF2-40B4-BE49-F238E27FC236}">
                <a16:creationId xmlns:a16="http://schemas.microsoft.com/office/drawing/2014/main" id="{10804F64-2C87-1E45-1B59-7AC2097C95BA}"/>
              </a:ext>
            </a:extLst>
          </p:cNvPr>
          <p:cNvSpPr/>
          <p:nvPr/>
        </p:nvSpPr>
        <p:spPr>
          <a:xfrm>
            <a:off x="3732349" y="1537789"/>
            <a:ext cx="875000" cy="274320"/>
          </a:xfrm>
          <a:prstGeom prst="rect">
            <a:avLst/>
          </a:prstGeom>
          <a:noFill/>
          <a:ln/>
        </p:spPr>
        <p:txBody>
          <a:bodyPr wrap="square" lIns="0" tIns="0" rIns="0" bIns="0" rtlCol="0" anchor="ctr"/>
          <a:lstStyle/>
          <a:p>
            <a:pPr marL="0" indent="0" algn="ctr">
              <a:buNone/>
            </a:pPr>
            <a:r>
              <a:rPr lang="en-US" sz="1000" b="1">
                <a:solidFill>
                  <a:srgbClr val="5B5E72"/>
                </a:solidFill>
                <a:latin typeface="Arial" pitchFamily="34" charset="0"/>
                <a:ea typeface="Arial" pitchFamily="34" charset="-122"/>
                <a:cs typeface="Arial" pitchFamily="34" charset="-120"/>
              </a:rPr>
              <a:t>Wk 1</a:t>
            </a:r>
            <a:endParaRPr lang="en-US" sz="1000"/>
          </a:p>
        </p:txBody>
      </p:sp>
      <p:sp>
        <p:nvSpPr>
          <p:cNvPr id="8" name="Shape 3">
            <a:extLst>
              <a:ext uri="{FF2B5EF4-FFF2-40B4-BE49-F238E27FC236}">
                <a16:creationId xmlns:a16="http://schemas.microsoft.com/office/drawing/2014/main" id="{6B6E5085-B682-86F4-F721-22C1C9DC70DD}"/>
              </a:ext>
            </a:extLst>
          </p:cNvPr>
          <p:cNvSpPr/>
          <p:nvPr/>
        </p:nvSpPr>
        <p:spPr>
          <a:xfrm>
            <a:off x="3732349" y="1830397"/>
            <a:ext cx="0" cy="3566160"/>
          </a:xfrm>
          <a:prstGeom prst="line">
            <a:avLst/>
          </a:prstGeom>
          <a:noFill/>
          <a:ln w="9525">
            <a:solidFill>
              <a:srgbClr val="E7E9F1"/>
            </a:solidFill>
            <a:prstDash val="solid"/>
          </a:ln>
        </p:spPr>
        <p:txBody>
          <a:bodyPr/>
          <a:lstStyle/>
          <a:p>
            <a:endParaRPr lang="en-US"/>
          </a:p>
        </p:txBody>
      </p:sp>
      <p:sp>
        <p:nvSpPr>
          <p:cNvPr id="9" name="Text 4">
            <a:extLst>
              <a:ext uri="{FF2B5EF4-FFF2-40B4-BE49-F238E27FC236}">
                <a16:creationId xmlns:a16="http://schemas.microsoft.com/office/drawing/2014/main" id="{453D5166-360D-8800-340D-8F12EB8DBBD8}"/>
              </a:ext>
            </a:extLst>
          </p:cNvPr>
          <p:cNvSpPr/>
          <p:nvPr/>
        </p:nvSpPr>
        <p:spPr>
          <a:xfrm>
            <a:off x="4607349" y="1537789"/>
            <a:ext cx="875000" cy="274320"/>
          </a:xfrm>
          <a:prstGeom prst="rect">
            <a:avLst/>
          </a:prstGeom>
          <a:noFill/>
          <a:ln/>
        </p:spPr>
        <p:txBody>
          <a:bodyPr wrap="square" lIns="0" tIns="0" rIns="0" bIns="0" rtlCol="0" anchor="ctr"/>
          <a:lstStyle/>
          <a:p>
            <a:pPr marL="0" indent="0" algn="ctr">
              <a:buNone/>
            </a:pPr>
            <a:r>
              <a:rPr lang="en-US" sz="1000" b="1">
                <a:solidFill>
                  <a:srgbClr val="5B5E72"/>
                </a:solidFill>
                <a:latin typeface="Arial" pitchFamily="34" charset="0"/>
                <a:ea typeface="Arial" pitchFamily="34" charset="-122"/>
                <a:cs typeface="Arial" pitchFamily="34" charset="-120"/>
              </a:rPr>
              <a:t>Wk 2</a:t>
            </a:r>
            <a:endParaRPr lang="en-US" sz="1000"/>
          </a:p>
        </p:txBody>
      </p:sp>
      <p:sp>
        <p:nvSpPr>
          <p:cNvPr id="10" name="Shape 5">
            <a:extLst>
              <a:ext uri="{FF2B5EF4-FFF2-40B4-BE49-F238E27FC236}">
                <a16:creationId xmlns:a16="http://schemas.microsoft.com/office/drawing/2014/main" id="{0A36D37F-B2DB-BBDA-66FD-CB74C4DC3F68}"/>
              </a:ext>
            </a:extLst>
          </p:cNvPr>
          <p:cNvSpPr/>
          <p:nvPr/>
        </p:nvSpPr>
        <p:spPr>
          <a:xfrm>
            <a:off x="4607349" y="1830397"/>
            <a:ext cx="0" cy="3566160"/>
          </a:xfrm>
          <a:prstGeom prst="line">
            <a:avLst/>
          </a:prstGeom>
          <a:noFill/>
          <a:ln w="9525">
            <a:solidFill>
              <a:srgbClr val="E7E9F1"/>
            </a:solidFill>
            <a:prstDash val="solid"/>
          </a:ln>
        </p:spPr>
        <p:txBody>
          <a:bodyPr/>
          <a:lstStyle/>
          <a:p>
            <a:endParaRPr lang="en-US"/>
          </a:p>
        </p:txBody>
      </p:sp>
      <p:sp>
        <p:nvSpPr>
          <p:cNvPr id="11" name="Text 6">
            <a:extLst>
              <a:ext uri="{FF2B5EF4-FFF2-40B4-BE49-F238E27FC236}">
                <a16:creationId xmlns:a16="http://schemas.microsoft.com/office/drawing/2014/main" id="{E26DAD37-40AB-4AF4-6615-A360E3778E55}"/>
              </a:ext>
            </a:extLst>
          </p:cNvPr>
          <p:cNvSpPr/>
          <p:nvPr/>
        </p:nvSpPr>
        <p:spPr>
          <a:xfrm>
            <a:off x="5482349" y="1537789"/>
            <a:ext cx="875000" cy="274320"/>
          </a:xfrm>
          <a:prstGeom prst="rect">
            <a:avLst/>
          </a:prstGeom>
          <a:noFill/>
          <a:ln/>
        </p:spPr>
        <p:txBody>
          <a:bodyPr wrap="square" lIns="0" tIns="0" rIns="0" bIns="0" rtlCol="0" anchor="ctr"/>
          <a:lstStyle/>
          <a:p>
            <a:pPr marL="0" indent="0" algn="ctr">
              <a:buNone/>
            </a:pPr>
            <a:r>
              <a:rPr lang="en-US" sz="1000" b="1">
                <a:solidFill>
                  <a:srgbClr val="5B5E72"/>
                </a:solidFill>
                <a:latin typeface="Arial" pitchFamily="34" charset="0"/>
                <a:ea typeface="Arial" pitchFamily="34" charset="-122"/>
                <a:cs typeface="Arial" pitchFamily="34" charset="-120"/>
              </a:rPr>
              <a:t>Wk 3</a:t>
            </a:r>
            <a:endParaRPr lang="en-US" sz="1000"/>
          </a:p>
        </p:txBody>
      </p:sp>
      <p:sp>
        <p:nvSpPr>
          <p:cNvPr id="12" name="Shape 7">
            <a:extLst>
              <a:ext uri="{FF2B5EF4-FFF2-40B4-BE49-F238E27FC236}">
                <a16:creationId xmlns:a16="http://schemas.microsoft.com/office/drawing/2014/main" id="{EE87AEB9-C771-D4D2-D5A0-FF35F9BE3FEC}"/>
              </a:ext>
            </a:extLst>
          </p:cNvPr>
          <p:cNvSpPr/>
          <p:nvPr/>
        </p:nvSpPr>
        <p:spPr>
          <a:xfrm>
            <a:off x="5482349" y="1830397"/>
            <a:ext cx="0" cy="3566160"/>
          </a:xfrm>
          <a:prstGeom prst="line">
            <a:avLst/>
          </a:prstGeom>
          <a:noFill/>
          <a:ln w="9525">
            <a:solidFill>
              <a:srgbClr val="E7E9F1"/>
            </a:solidFill>
            <a:prstDash val="solid"/>
          </a:ln>
        </p:spPr>
        <p:txBody>
          <a:bodyPr/>
          <a:lstStyle/>
          <a:p>
            <a:endParaRPr lang="en-US"/>
          </a:p>
        </p:txBody>
      </p:sp>
      <p:sp>
        <p:nvSpPr>
          <p:cNvPr id="13" name="Text 8">
            <a:extLst>
              <a:ext uri="{FF2B5EF4-FFF2-40B4-BE49-F238E27FC236}">
                <a16:creationId xmlns:a16="http://schemas.microsoft.com/office/drawing/2014/main" id="{9F5F6A1C-2984-3518-1936-9647DF1CB1DA}"/>
              </a:ext>
            </a:extLst>
          </p:cNvPr>
          <p:cNvSpPr/>
          <p:nvPr/>
        </p:nvSpPr>
        <p:spPr>
          <a:xfrm>
            <a:off x="6357349" y="1537789"/>
            <a:ext cx="875000" cy="274320"/>
          </a:xfrm>
          <a:prstGeom prst="rect">
            <a:avLst/>
          </a:prstGeom>
          <a:noFill/>
          <a:ln/>
        </p:spPr>
        <p:txBody>
          <a:bodyPr wrap="square" lIns="0" tIns="0" rIns="0" bIns="0" rtlCol="0" anchor="ctr"/>
          <a:lstStyle/>
          <a:p>
            <a:pPr marL="0" indent="0" algn="ctr">
              <a:buNone/>
            </a:pPr>
            <a:r>
              <a:rPr lang="en-US" sz="1000" b="1">
                <a:solidFill>
                  <a:srgbClr val="5B5E72"/>
                </a:solidFill>
                <a:latin typeface="Arial" pitchFamily="34" charset="0"/>
                <a:ea typeface="Arial" pitchFamily="34" charset="-122"/>
                <a:cs typeface="Arial" pitchFamily="34" charset="-120"/>
              </a:rPr>
              <a:t>Wk 4</a:t>
            </a:r>
            <a:endParaRPr lang="en-US" sz="1000"/>
          </a:p>
        </p:txBody>
      </p:sp>
      <p:sp>
        <p:nvSpPr>
          <p:cNvPr id="14" name="Shape 9">
            <a:extLst>
              <a:ext uri="{FF2B5EF4-FFF2-40B4-BE49-F238E27FC236}">
                <a16:creationId xmlns:a16="http://schemas.microsoft.com/office/drawing/2014/main" id="{F628A9E7-2D29-E17D-F3F2-F2D14E08D6FD}"/>
              </a:ext>
            </a:extLst>
          </p:cNvPr>
          <p:cNvSpPr/>
          <p:nvPr/>
        </p:nvSpPr>
        <p:spPr>
          <a:xfrm>
            <a:off x="6357349" y="1830397"/>
            <a:ext cx="0" cy="3566160"/>
          </a:xfrm>
          <a:prstGeom prst="line">
            <a:avLst/>
          </a:prstGeom>
          <a:noFill/>
          <a:ln w="9525">
            <a:solidFill>
              <a:srgbClr val="E7E9F1"/>
            </a:solidFill>
            <a:prstDash val="solid"/>
          </a:ln>
        </p:spPr>
        <p:txBody>
          <a:bodyPr/>
          <a:lstStyle/>
          <a:p>
            <a:endParaRPr lang="en-US"/>
          </a:p>
        </p:txBody>
      </p:sp>
      <p:sp>
        <p:nvSpPr>
          <p:cNvPr id="15" name="Text 10">
            <a:extLst>
              <a:ext uri="{FF2B5EF4-FFF2-40B4-BE49-F238E27FC236}">
                <a16:creationId xmlns:a16="http://schemas.microsoft.com/office/drawing/2014/main" id="{88F8F769-A8A3-5FF8-BD70-EE10850C5A3F}"/>
              </a:ext>
            </a:extLst>
          </p:cNvPr>
          <p:cNvSpPr/>
          <p:nvPr/>
        </p:nvSpPr>
        <p:spPr>
          <a:xfrm>
            <a:off x="7232349" y="1537789"/>
            <a:ext cx="875000" cy="274320"/>
          </a:xfrm>
          <a:prstGeom prst="rect">
            <a:avLst/>
          </a:prstGeom>
          <a:noFill/>
          <a:ln/>
        </p:spPr>
        <p:txBody>
          <a:bodyPr wrap="square" lIns="0" tIns="0" rIns="0" bIns="0" rtlCol="0" anchor="ctr"/>
          <a:lstStyle/>
          <a:p>
            <a:pPr marL="0" indent="0" algn="ctr">
              <a:buNone/>
            </a:pPr>
            <a:r>
              <a:rPr lang="en-US" sz="1000" b="1">
                <a:solidFill>
                  <a:srgbClr val="5B5E72"/>
                </a:solidFill>
                <a:latin typeface="Arial" pitchFamily="34" charset="0"/>
                <a:ea typeface="Arial" pitchFamily="34" charset="-122"/>
                <a:cs typeface="Arial" pitchFamily="34" charset="-120"/>
              </a:rPr>
              <a:t>Wk 5</a:t>
            </a:r>
            <a:endParaRPr lang="en-US" sz="1000"/>
          </a:p>
        </p:txBody>
      </p:sp>
      <p:sp>
        <p:nvSpPr>
          <p:cNvPr id="16" name="Shape 11">
            <a:extLst>
              <a:ext uri="{FF2B5EF4-FFF2-40B4-BE49-F238E27FC236}">
                <a16:creationId xmlns:a16="http://schemas.microsoft.com/office/drawing/2014/main" id="{C28B2174-335D-75FE-29DA-610994F34D68}"/>
              </a:ext>
            </a:extLst>
          </p:cNvPr>
          <p:cNvSpPr/>
          <p:nvPr/>
        </p:nvSpPr>
        <p:spPr>
          <a:xfrm>
            <a:off x="7232349" y="1830397"/>
            <a:ext cx="0" cy="3566160"/>
          </a:xfrm>
          <a:prstGeom prst="line">
            <a:avLst/>
          </a:prstGeom>
          <a:noFill/>
          <a:ln w="9525">
            <a:solidFill>
              <a:srgbClr val="E7E9F1"/>
            </a:solidFill>
            <a:prstDash val="solid"/>
          </a:ln>
        </p:spPr>
        <p:txBody>
          <a:bodyPr/>
          <a:lstStyle/>
          <a:p>
            <a:endParaRPr lang="en-US"/>
          </a:p>
        </p:txBody>
      </p:sp>
      <p:sp>
        <p:nvSpPr>
          <p:cNvPr id="17" name="Text 12">
            <a:extLst>
              <a:ext uri="{FF2B5EF4-FFF2-40B4-BE49-F238E27FC236}">
                <a16:creationId xmlns:a16="http://schemas.microsoft.com/office/drawing/2014/main" id="{0A55036C-9B5F-1F6F-25C1-88ECE7FFB8CF}"/>
              </a:ext>
            </a:extLst>
          </p:cNvPr>
          <p:cNvSpPr/>
          <p:nvPr/>
        </p:nvSpPr>
        <p:spPr>
          <a:xfrm>
            <a:off x="8107349" y="1537789"/>
            <a:ext cx="875000" cy="274320"/>
          </a:xfrm>
          <a:prstGeom prst="rect">
            <a:avLst/>
          </a:prstGeom>
          <a:noFill/>
          <a:ln/>
        </p:spPr>
        <p:txBody>
          <a:bodyPr wrap="square" lIns="0" tIns="0" rIns="0" bIns="0" rtlCol="0" anchor="ctr"/>
          <a:lstStyle/>
          <a:p>
            <a:pPr marL="0" indent="0" algn="ctr">
              <a:buNone/>
            </a:pPr>
            <a:r>
              <a:rPr lang="en-US" sz="1000" b="1">
                <a:solidFill>
                  <a:srgbClr val="5B5E72"/>
                </a:solidFill>
                <a:latin typeface="Arial" pitchFamily="34" charset="0"/>
                <a:ea typeface="Arial" pitchFamily="34" charset="-122"/>
                <a:cs typeface="Arial" pitchFamily="34" charset="-120"/>
              </a:rPr>
              <a:t>Wk 6</a:t>
            </a:r>
            <a:endParaRPr lang="en-US" sz="1000"/>
          </a:p>
        </p:txBody>
      </p:sp>
      <p:sp>
        <p:nvSpPr>
          <p:cNvPr id="18" name="Shape 13">
            <a:extLst>
              <a:ext uri="{FF2B5EF4-FFF2-40B4-BE49-F238E27FC236}">
                <a16:creationId xmlns:a16="http://schemas.microsoft.com/office/drawing/2014/main" id="{19343FD5-24A7-6488-40C1-75CD493E0FAE}"/>
              </a:ext>
            </a:extLst>
          </p:cNvPr>
          <p:cNvSpPr/>
          <p:nvPr/>
        </p:nvSpPr>
        <p:spPr>
          <a:xfrm>
            <a:off x="8107349" y="1830397"/>
            <a:ext cx="0" cy="3566160"/>
          </a:xfrm>
          <a:prstGeom prst="line">
            <a:avLst/>
          </a:prstGeom>
          <a:noFill/>
          <a:ln w="9525">
            <a:solidFill>
              <a:srgbClr val="E7E9F1"/>
            </a:solidFill>
            <a:prstDash val="solid"/>
          </a:ln>
        </p:spPr>
        <p:txBody>
          <a:bodyPr/>
          <a:lstStyle/>
          <a:p>
            <a:endParaRPr lang="en-US"/>
          </a:p>
        </p:txBody>
      </p:sp>
      <p:sp>
        <p:nvSpPr>
          <p:cNvPr id="19" name="Text 14">
            <a:extLst>
              <a:ext uri="{FF2B5EF4-FFF2-40B4-BE49-F238E27FC236}">
                <a16:creationId xmlns:a16="http://schemas.microsoft.com/office/drawing/2014/main" id="{AB4E8658-8F6B-60E2-27EA-0489C2D8DC43}"/>
              </a:ext>
            </a:extLst>
          </p:cNvPr>
          <p:cNvSpPr/>
          <p:nvPr/>
        </p:nvSpPr>
        <p:spPr>
          <a:xfrm>
            <a:off x="8982349" y="1537789"/>
            <a:ext cx="875000" cy="274320"/>
          </a:xfrm>
          <a:prstGeom prst="rect">
            <a:avLst/>
          </a:prstGeom>
          <a:noFill/>
          <a:ln/>
        </p:spPr>
        <p:txBody>
          <a:bodyPr wrap="square" lIns="0" tIns="0" rIns="0" bIns="0" rtlCol="0" anchor="ctr"/>
          <a:lstStyle/>
          <a:p>
            <a:pPr marL="0" indent="0" algn="ctr">
              <a:buNone/>
            </a:pPr>
            <a:r>
              <a:rPr lang="en-US" sz="1000" b="1">
                <a:solidFill>
                  <a:srgbClr val="5B5E72"/>
                </a:solidFill>
                <a:latin typeface="Arial" pitchFamily="34" charset="0"/>
                <a:ea typeface="Arial" pitchFamily="34" charset="-122"/>
                <a:cs typeface="Arial" pitchFamily="34" charset="-120"/>
              </a:rPr>
              <a:t>Wk 7</a:t>
            </a:r>
            <a:endParaRPr lang="en-US" sz="1000"/>
          </a:p>
        </p:txBody>
      </p:sp>
      <p:sp>
        <p:nvSpPr>
          <p:cNvPr id="20" name="Shape 15">
            <a:extLst>
              <a:ext uri="{FF2B5EF4-FFF2-40B4-BE49-F238E27FC236}">
                <a16:creationId xmlns:a16="http://schemas.microsoft.com/office/drawing/2014/main" id="{26D6130C-7F37-E3A8-7596-522C437AFF07}"/>
              </a:ext>
            </a:extLst>
          </p:cNvPr>
          <p:cNvSpPr/>
          <p:nvPr/>
        </p:nvSpPr>
        <p:spPr>
          <a:xfrm>
            <a:off x="8982349" y="1830397"/>
            <a:ext cx="0" cy="3566160"/>
          </a:xfrm>
          <a:prstGeom prst="line">
            <a:avLst/>
          </a:prstGeom>
          <a:noFill/>
          <a:ln w="9525">
            <a:solidFill>
              <a:srgbClr val="E7E9F1"/>
            </a:solidFill>
            <a:prstDash val="solid"/>
          </a:ln>
        </p:spPr>
        <p:txBody>
          <a:bodyPr/>
          <a:lstStyle/>
          <a:p>
            <a:endParaRPr lang="en-US"/>
          </a:p>
        </p:txBody>
      </p:sp>
      <p:sp>
        <p:nvSpPr>
          <p:cNvPr id="21" name="Text 16">
            <a:extLst>
              <a:ext uri="{FF2B5EF4-FFF2-40B4-BE49-F238E27FC236}">
                <a16:creationId xmlns:a16="http://schemas.microsoft.com/office/drawing/2014/main" id="{E528011B-A6D8-305B-C9EC-14A1EF9CF359}"/>
              </a:ext>
            </a:extLst>
          </p:cNvPr>
          <p:cNvSpPr/>
          <p:nvPr/>
        </p:nvSpPr>
        <p:spPr>
          <a:xfrm>
            <a:off x="9857349" y="1537789"/>
            <a:ext cx="875000" cy="274320"/>
          </a:xfrm>
          <a:prstGeom prst="rect">
            <a:avLst/>
          </a:prstGeom>
          <a:noFill/>
          <a:ln/>
        </p:spPr>
        <p:txBody>
          <a:bodyPr wrap="square" lIns="0" tIns="0" rIns="0" bIns="0" rtlCol="0" anchor="ctr"/>
          <a:lstStyle/>
          <a:p>
            <a:pPr marL="0" indent="0" algn="ctr">
              <a:buNone/>
            </a:pPr>
            <a:r>
              <a:rPr lang="en-US" sz="1000" b="1">
                <a:solidFill>
                  <a:srgbClr val="5B5E72"/>
                </a:solidFill>
                <a:latin typeface="Arial" pitchFamily="34" charset="0"/>
                <a:ea typeface="Arial" pitchFamily="34" charset="-122"/>
                <a:cs typeface="Arial" pitchFamily="34" charset="-120"/>
              </a:rPr>
              <a:t>Wk 8</a:t>
            </a:r>
            <a:endParaRPr lang="en-US" sz="1000"/>
          </a:p>
        </p:txBody>
      </p:sp>
      <p:sp>
        <p:nvSpPr>
          <p:cNvPr id="22" name="Shape 17">
            <a:extLst>
              <a:ext uri="{FF2B5EF4-FFF2-40B4-BE49-F238E27FC236}">
                <a16:creationId xmlns:a16="http://schemas.microsoft.com/office/drawing/2014/main" id="{DA2FC5F5-ADB3-2BD4-C361-BDB9A32D691C}"/>
              </a:ext>
            </a:extLst>
          </p:cNvPr>
          <p:cNvSpPr/>
          <p:nvPr/>
        </p:nvSpPr>
        <p:spPr>
          <a:xfrm>
            <a:off x="9857349" y="1830397"/>
            <a:ext cx="0" cy="3566160"/>
          </a:xfrm>
          <a:prstGeom prst="line">
            <a:avLst/>
          </a:prstGeom>
          <a:noFill/>
          <a:ln w="9525">
            <a:solidFill>
              <a:srgbClr val="E7E9F1"/>
            </a:solidFill>
            <a:prstDash val="solid"/>
          </a:ln>
        </p:spPr>
        <p:txBody>
          <a:bodyPr/>
          <a:lstStyle/>
          <a:p>
            <a:endParaRPr lang="en-US"/>
          </a:p>
        </p:txBody>
      </p:sp>
      <p:sp>
        <p:nvSpPr>
          <p:cNvPr id="23" name="Text 41">
            <a:extLst>
              <a:ext uri="{FF2B5EF4-FFF2-40B4-BE49-F238E27FC236}">
                <a16:creationId xmlns:a16="http://schemas.microsoft.com/office/drawing/2014/main" id="{5A1EC683-FE6E-C161-7D17-0D60424E9C09}"/>
              </a:ext>
            </a:extLst>
          </p:cNvPr>
          <p:cNvSpPr/>
          <p:nvPr/>
        </p:nvSpPr>
        <p:spPr>
          <a:xfrm>
            <a:off x="10732349" y="1537789"/>
            <a:ext cx="875000" cy="274320"/>
          </a:xfrm>
          <a:prstGeom prst="rect">
            <a:avLst/>
          </a:prstGeom>
          <a:noFill/>
          <a:ln/>
        </p:spPr>
        <p:txBody>
          <a:bodyPr wrap="square" lIns="0" tIns="0" rIns="0" bIns="0" rtlCol="0" anchor="ctr"/>
          <a:lstStyle/>
          <a:p>
            <a:pPr marL="0" indent="0" algn="ctr">
              <a:buNone/>
            </a:pPr>
            <a:r>
              <a:rPr lang="en-US" sz="1000" b="1">
                <a:solidFill>
                  <a:srgbClr val="5B5E72"/>
                </a:solidFill>
                <a:latin typeface="Arial" pitchFamily="34" charset="0"/>
                <a:ea typeface="Arial" pitchFamily="34" charset="-122"/>
                <a:cs typeface="Arial" pitchFamily="34" charset="-120"/>
              </a:rPr>
              <a:t>Wk 9</a:t>
            </a:r>
            <a:endParaRPr lang="en-US" sz="1000"/>
          </a:p>
        </p:txBody>
      </p:sp>
      <p:sp>
        <p:nvSpPr>
          <p:cNvPr id="24" name="Shape 35">
            <a:extLst>
              <a:ext uri="{FF2B5EF4-FFF2-40B4-BE49-F238E27FC236}">
                <a16:creationId xmlns:a16="http://schemas.microsoft.com/office/drawing/2014/main" id="{C5145208-B147-B9A6-B342-B002E68B794F}"/>
              </a:ext>
            </a:extLst>
          </p:cNvPr>
          <p:cNvSpPr/>
          <p:nvPr/>
        </p:nvSpPr>
        <p:spPr>
          <a:xfrm>
            <a:off x="10732349" y="1830397"/>
            <a:ext cx="0" cy="3566160"/>
          </a:xfrm>
          <a:prstGeom prst="line">
            <a:avLst/>
          </a:prstGeom>
          <a:noFill/>
          <a:ln w="9525">
            <a:solidFill>
              <a:srgbClr val="E7E9F1"/>
            </a:solidFill>
            <a:prstDash val="solid"/>
          </a:ln>
        </p:spPr>
        <p:txBody>
          <a:bodyPr/>
          <a:lstStyle/>
          <a:p>
            <a:endParaRPr lang="en-US"/>
          </a:p>
        </p:txBody>
      </p:sp>
      <p:sp>
        <p:nvSpPr>
          <p:cNvPr id="25" name="Shape 18">
            <a:extLst>
              <a:ext uri="{FF2B5EF4-FFF2-40B4-BE49-F238E27FC236}">
                <a16:creationId xmlns:a16="http://schemas.microsoft.com/office/drawing/2014/main" id="{0C3A953B-C12E-F4E5-4D08-0168E7D002E0}"/>
              </a:ext>
            </a:extLst>
          </p:cNvPr>
          <p:cNvSpPr/>
          <p:nvPr/>
        </p:nvSpPr>
        <p:spPr>
          <a:xfrm>
            <a:off x="11607349" y="1830397"/>
            <a:ext cx="0" cy="3566160"/>
          </a:xfrm>
          <a:prstGeom prst="line">
            <a:avLst/>
          </a:prstGeom>
          <a:noFill/>
          <a:ln w="9525">
            <a:solidFill>
              <a:srgbClr val="E7E9F1"/>
            </a:solidFill>
            <a:prstDash val="solid"/>
          </a:ln>
        </p:spPr>
        <p:txBody>
          <a:bodyPr/>
          <a:lstStyle/>
          <a:p>
            <a:endParaRPr lang="en-US"/>
          </a:p>
        </p:txBody>
      </p:sp>
      <p:sp>
        <p:nvSpPr>
          <p:cNvPr id="26" name="Text 19">
            <a:extLst>
              <a:ext uri="{FF2B5EF4-FFF2-40B4-BE49-F238E27FC236}">
                <a16:creationId xmlns:a16="http://schemas.microsoft.com/office/drawing/2014/main" id="{DD80952B-3066-637F-723F-655C06B1A691}"/>
              </a:ext>
            </a:extLst>
          </p:cNvPr>
          <p:cNvSpPr/>
          <p:nvPr/>
        </p:nvSpPr>
        <p:spPr>
          <a:xfrm>
            <a:off x="563155" y="2067850"/>
            <a:ext cx="3046548" cy="389709"/>
          </a:xfrm>
          <a:prstGeom prst="rect">
            <a:avLst/>
          </a:prstGeom>
          <a:noFill/>
          <a:ln/>
        </p:spPr>
        <p:txBody>
          <a:bodyPr wrap="square" lIns="0" tIns="0" rIns="0" bIns="0" rtlCol="0" anchor="ctr"/>
          <a:lstStyle/>
          <a:p>
            <a:pPr marL="0" indent="0" algn="l">
              <a:buNone/>
            </a:pPr>
            <a:r>
              <a:rPr lang="en-US" sz="1400" b="1">
                <a:solidFill>
                  <a:srgbClr val="000048"/>
                </a:solidFill>
                <a:latin typeface="Calibri" panose="020F0502020204030204" pitchFamily="34" charset="0"/>
                <a:ea typeface="Calibri" panose="020F0502020204030204" pitchFamily="34" charset="0"/>
                <a:cs typeface="Calibri" panose="020F0502020204030204" pitchFamily="34" charset="0"/>
              </a:rPr>
              <a:t>Mobilization &amp; Discovery</a:t>
            </a:r>
            <a:endParaRPr lang="en-US" sz="1400">
              <a:latin typeface="Calibri" panose="020F0502020204030204" pitchFamily="34" charset="0"/>
              <a:ea typeface="Calibri" panose="020F0502020204030204" pitchFamily="34" charset="0"/>
              <a:cs typeface="Calibri" panose="020F0502020204030204" pitchFamily="34" charset="0"/>
            </a:endParaRPr>
          </a:p>
        </p:txBody>
      </p:sp>
      <p:sp>
        <p:nvSpPr>
          <p:cNvPr id="27" name="Shape 20">
            <a:extLst>
              <a:ext uri="{FF2B5EF4-FFF2-40B4-BE49-F238E27FC236}">
                <a16:creationId xmlns:a16="http://schemas.microsoft.com/office/drawing/2014/main" id="{818746BD-F053-9F68-A069-B58B3C28A3C8}"/>
              </a:ext>
            </a:extLst>
          </p:cNvPr>
          <p:cNvSpPr/>
          <p:nvPr/>
        </p:nvSpPr>
        <p:spPr>
          <a:xfrm>
            <a:off x="3732349" y="2086429"/>
            <a:ext cx="874999" cy="324000"/>
          </a:xfrm>
          <a:prstGeom prst="roundRect">
            <a:avLst>
              <a:gd name="adj" fmla="val 14706"/>
            </a:avLst>
          </a:prstGeom>
          <a:solidFill>
            <a:srgbClr val="000048"/>
          </a:solidFill>
          <a:ln/>
        </p:spPr>
        <p:txBody>
          <a:bodyPr/>
          <a:lstStyle/>
          <a:p>
            <a:endParaRPr lang="en-US"/>
          </a:p>
        </p:txBody>
      </p:sp>
      <p:sp>
        <p:nvSpPr>
          <p:cNvPr id="28" name="Text 21">
            <a:extLst>
              <a:ext uri="{FF2B5EF4-FFF2-40B4-BE49-F238E27FC236}">
                <a16:creationId xmlns:a16="http://schemas.microsoft.com/office/drawing/2014/main" id="{107F9A67-0BD1-AA5C-BD9C-F43AED7F6F54}"/>
              </a:ext>
            </a:extLst>
          </p:cNvPr>
          <p:cNvSpPr/>
          <p:nvPr/>
        </p:nvSpPr>
        <p:spPr>
          <a:xfrm>
            <a:off x="577669" y="2598493"/>
            <a:ext cx="3017520" cy="411480"/>
          </a:xfrm>
          <a:prstGeom prst="rect">
            <a:avLst/>
          </a:prstGeom>
          <a:noFill/>
          <a:ln/>
        </p:spPr>
        <p:txBody>
          <a:bodyPr wrap="square" lIns="0" tIns="0" rIns="0" bIns="0" rtlCol="0" anchor="ctr"/>
          <a:lstStyle/>
          <a:p>
            <a:pPr marL="0" indent="0" algn="l">
              <a:buNone/>
            </a:pPr>
            <a:r>
              <a:rPr lang="en-US" sz="1400" b="1">
                <a:solidFill>
                  <a:srgbClr val="000048"/>
                </a:solidFill>
                <a:latin typeface="Calibri" panose="020F0502020204030204" pitchFamily="34" charset="0"/>
                <a:ea typeface="Calibri" panose="020F0502020204030204" pitchFamily="34" charset="0"/>
                <a:cs typeface="Calibri" panose="020F0502020204030204" pitchFamily="34" charset="0"/>
              </a:rPr>
              <a:t>SIF core (framework + architecture)</a:t>
            </a:r>
          </a:p>
        </p:txBody>
      </p:sp>
      <p:sp>
        <p:nvSpPr>
          <p:cNvPr id="29" name="Shape 22">
            <a:extLst>
              <a:ext uri="{FF2B5EF4-FFF2-40B4-BE49-F238E27FC236}">
                <a16:creationId xmlns:a16="http://schemas.microsoft.com/office/drawing/2014/main" id="{2F456A57-7F0E-4CD1-611E-A8239D85E9B9}"/>
              </a:ext>
            </a:extLst>
          </p:cNvPr>
          <p:cNvSpPr/>
          <p:nvPr/>
        </p:nvSpPr>
        <p:spPr>
          <a:xfrm>
            <a:off x="4607349" y="2615172"/>
            <a:ext cx="2625000" cy="324000"/>
          </a:xfrm>
          <a:prstGeom prst="roundRect">
            <a:avLst>
              <a:gd name="adj" fmla="val 14706"/>
            </a:avLst>
          </a:prstGeom>
          <a:solidFill>
            <a:srgbClr val="000048"/>
          </a:solidFill>
          <a:ln/>
        </p:spPr>
        <p:txBody>
          <a:bodyPr/>
          <a:lstStyle/>
          <a:p>
            <a:endParaRPr lang="en-US"/>
          </a:p>
        </p:txBody>
      </p:sp>
      <p:sp>
        <p:nvSpPr>
          <p:cNvPr id="30" name="Text 23">
            <a:extLst>
              <a:ext uri="{FF2B5EF4-FFF2-40B4-BE49-F238E27FC236}">
                <a16:creationId xmlns:a16="http://schemas.microsoft.com/office/drawing/2014/main" id="{93019A97-B7DF-9C9C-825E-EF3099D46738}"/>
              </a:ext>
            </a:extLst>
          </p:cNvPr>
          <p:cNvSpPr/>
          <p:nvPr/>
        </p:nvSpPr>
        <p:spPr>
          <a:xfrm>
            <a:off x="577669" y="3187192"/>
            <a:ext cx="3017520" cy="411480"/>
          </a:xfrm>
          <a:prstGeom prst="rect">
            <a:avLst/>
          </a:prstGeom>
          <a:noFill/>
          <a:ln/>
        </p:spPr>
        <p:txBody>
          <a:bodyPr wrap="square" lIns="0" tIns="0" rIns="0" bIns="0" rtlCol="0" anchor="ctr"/>
          <a:lstStyle/>
          <a:p>
            <a:r>
              <a:rPr lang="en-US" sz="1400" b="1">
                <a:solidFill>
                  <a:srgbClr val="000048"/>
                </a:solidFill>
                <a:latin typeface="Calibri" panose="020F0502020204030204" pitchFamily="34" charset="0"/>
                <a:ea typeface="Calibri" panose="020F0502020204030204" pitchFamily="34" charset="0"/>
                <a:cs typeface="Calibri" panose="020F0502020204030204" pitchFamily="34" charset="0"/>
              </a:rPr>
              <a:t>APIM High level Design</a:t>
            </a:r>
          </a:p>
          <a:p>
            <a:pPr marL="0" indent="0" algn="l">
              <a:buNone/>
            </a:pPr>
            <a:endParaRPr lang="en-US" sz="1400" b="1">
              <a:solidFill>
                <a:srgbClr val="000048"/>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Shape 24">
            <a:extLst>
              <a:ext uri="{FF2B5EF4-FFF2-40B4-BE49-F238E27FC236}">
                <a16:creationId xmlns:a16="http://schemas.microsoft.com/office/drawing/2014/main" id="{121D262F-9AAF-4235-00EF-A3E7BB285296}"/>
              </a:ext>
            </a:extLst>
          </p:cNvPr>
          <p:cNvSpPr/>
          <p:nvPr/>
        </p:nvSpPr>
        <p:spPr>
          <a:xfrm>
            <a:off x="6357349" y="3184252"/>
            <a:ext cx="2625000" cy="324000"/>
          </a:xfrm>
          <a:prstGeom prst="roundRect">
            <a:avLst>
              <a:gd name="adj" fmla="val 14706"/>
            </a:avLst>
          </a:prstGeom>
          <a:solidFill>
            <a:srgbClr val="000048"/>
          </a:solidFill>
          <a:ln/>
        </p:spPr>
        <p:txBody>
          <a:bodyPr/>
          <a:lstStyle/>
          <a:p>
            <a:endParaRPr lang="en-US"/>
          </a:p>
        </p:txBody>
      </p:sp>
      <p:sp>
        <p:nvSpPr>
          <p:cNvPr id="32" name="Text 25">
            <a:extLst>
              <a:ext uri="{FF2B5EF4-FFF2-40B4-BE49-F238E27FC236}">
                <a16:creationId xmlns:a16="http://schemas.microsoft.com/office/drawing/2014/main" id="{906F7C9C-9972-AB3C-950D-2C830EB50979}"/>
              </a:ext>
            </a:extLst>
          </p:cNvPr>
          <p:cNvSpPr/>
          <p:nvPr/>
        </p:nvSpPr>
        <p:spPr>
          <a:xfrm>
            <a:off x="577669" y="3630749"/>
            <a:ext cx="3017520" cy="274319"/>
          </a:xfrm>
          <a:prstGeom prst="rect">
            <a:avLst/>
          </a:prstGeom>
          <a:noFill/>
          <a:ln/>
        </p:spPr>
        <p:txBody>
          <a:bodyPr wrap="square" lIns="0" tIns="0" rIns="0" bIns="0" rtlCol="0" anchor="ctr"/>
          <a:lstStyle/>
          <a:p>
            <a:pPr marL="0" indent="0" algn="l">
              <a:buNone/>
            </a:pPr>
            <a:r>
              <a:rPr lang="en-US" sz="1400" b="1">
                <a:solidFill>
                  <a:srgbClr val="000048"/>
                </a:solidFill>
                <a:latin typeface="Calibri" panose="020F0502020204030204" pitchFamily="34" charset="0"/>
                <a:ea typeface="Calibri" panose="020F0502020204030204" pitchFamily="34" charset="0"/>
                <a:cs typeface="Calibri" panose="020F0502020204030204" pitchFamily="34" charset="0"/>
              </a:rPr>
              <a:t>Joint Review</a:t>
            </a:r>
          </a:p>
        </p:txBody>
      </p:sp>
      <p:sp>
        <p:nvSpPr>
          <p:cNvPr id="33" name="Shape 26">
            <a:extLst>
              <a:ext uri="{FF2B5EF4-FFF2-40B4-BE49-F238E27FC236}">
                <a16:creationId xmlns:a16="http://schemas.microsoft.com/office/drawing/2014/main" id="{26E5F1EF-E5BF-932E-E750-9A3D989A458F}"/>
              </a:ext>
            </a:extLst>
          </p:cNvPr>
          <p:cNvSpPr/>
          <p:nvPr/>
        </p:nvSpPr>
        <p:spPr>
          <a:xfrm>
            <a:off x="6357349" y="3742037"/>
            <a:ext cx="875000" cy="324000"/>
          </a:xfrm>
          <a:prstGeom prst="roundRect">
            <a:avLst>
              <a:gd name="adj" fmla="val 14706"/>
            </a:avLst>
          </a:prstGeom>
          <a:solidFill>
            <a:srgbClr val="000048"/>
          </a:solidFill>
          <a:ln/>
        </p:spPr>
        <p:txBody>
          <a:bodyPr/>
          <a:lstStyle/>
          <a:p>
            <a:endParaRPr lang="en-US"/>
          </a:p>
        </p:txBody>
      </p:sp>
      <p:sp>
        <p:nvSpPr>
          <p:cNvPr id="34" name="Text 27">
            <a:extLst>
              <a:ext uri="{FF2B5EF4-FFF2-40B4-BE49-F238E27FC236}">
                <a16:creationId xmlns:a16="http://schemas.microsoft.com/office/drawing/2014/main" id="{A435F2CF-C7C4-265C-8AE8-B65BC511783D}"/>
              </a:ext>
            </a:extLst>
          </p:cNvPr>
          <p:cNvSpPr/>
          <p:nvPr/>
        </p:nvSpPr>
        <p:spPr>
          <a:xfrm>
            <a:off x="577669" y="4162116"/>
            <a:ext cx="3044953" cy="438912"/>
          </a:xfrm>
          <a:prstGeom prst="rect">
            <a:avLst/>
          </a:prstGeom>
          <a:noFill/>
          <a:ln/>
        </p:spPr>
        <p:txBody>
          <a:bodyPr wrap="square" lIns="0" tIns="0" rIns="0" bIns="0" rtlCol="0" anchor="ctr"/>
          <a:lstStyle/>
          <a:p>
            <a:r>
              <a:rPr lang="en-US" sz="1400" b="1">
                <a:solidFill>
                  <a:srgbClr val="000048"/>
                </a:solidFill>
                <a:latin typeface="Calibri"/>
                <a:ea typeface="Calibri"/>
                <a:cs typeface="Calibri"/>
              </a:rPr>
              <a:t>Finalization</a:t>
            </a:r>
            <a:r>
              <a:rPr lang="en-US" sz="1400"/>
              <a:t> </a:t>
            </a:r>
            <a:r>
              <a:rPr lang="en-US" sz="1400" b="1">
                <a:solidFill>
                  <a:srgbClr val="000048"/>
                </a:solidFill>
                <a:latin typeface="Calibri"/>
                <a:ea typeface="Calibri"/>
                <a:cs typeface="Calibri"/>
              </a:rPr>
              <a:t>-</a:t>
            </a:r>
            <a:r>
              <a:rPr lang="en-US" sz="1400"/>
              <a:t> </a:t>
            </a:r>
            <a:r>
              <a:rPr lang="en-US" sz="1400" b="1">
                <a:solidFill>
                  <a:srgbClr val="000048"/>
                </a:solidFill>
                <a:latin typeface="Calibri"/>
                <a:ea typeface="Calibri"/>
                <a:cs typeface="Calibri"/>
              </a:rPr>
              <a:t>TDA</a:t>
            </a:r>
            <a:r>
              <a:rPr lang="en-US" sz="1400"/>
              <a:t> </a:t>
            </a:r>
            <a:r>
              <a:rPr lang="en-US" sz="1400" b="1">
                <a:solidFill>
                  <a:srgbClr val="000048"/>
                </a:solidFill>
                <a:latin typeface="Calibri"/>
                <a:ea typeface="Calibri"/>
                <a:cs typeface="Calibri"/>
              </a:rPr>
              <a:t>Submission</a:t>
            </a:r>
            <a:r>
              <a:rPr lang="en-US" sz="1400"/>
              <a:t> </a:t>
            </a:r>
            <a:endParaRPr lang="en-US"/>
          </a:p>
          <a:p>
            <a:r>
              <a:rPr lang="en-US" sz="1400" b="1">
                <a:solidFill>
                  <a:srgbClr val="000048"/>
                </a:solidFill>
                <a:latin typeface="Calibri"/>
                <a:ea typeface="Calibri"/>
                <a:cs typeface="Calibri"/>
              </a:rPr>
              <a:t>&amp;</a:t>
            </a:r>
            <a:r>
              <a:rPr lang="en-US" sz="1400"/>
              <a:t> </a:t>
            </a:r>
            <a:r>
              <a:rPr lang="en-US" sz="1400" b="1">
                <a:solidFill>
                  <a:srgbClr val="000048"/>
                </a:solidFill>
                <a:latin typeface="Calibri"/>
                <a:ea typeface="Calibri"/>
                <a:cs typeface="Calibri"/>
              </a:rPr>
              <a:t>Wrap up</a:t>
            </a:r>
            <a:endParaRPr lang="en-US">
              <a:latin typeface="Calibri"/>
              <a:ea typeface="Calibri"/>
              <a:cs typeface="Calibri"/>
            </a:endParaRPr>
          </a:p>
        </p:txBody>
      </p:sp>
      <p:sp>
        <p:nvSpPr>
          <p:cNvPr id="35" name="Shape 28">
            <a:extLst>
              <a:ext uri="{FF2B5EF4-FFF2-40B4-BE49-F238E27FC236}">
                <a16:creationId xmlns:a16="http://schemas.microsoft.com/office/drawing/2014/main" id="{D97D6067-DFD0-3EFA-8669-2B3CDD1BA7EC}"/>
              </a:ext>
            </a:extLst>
          </p:cNvPr>
          <p:cNvSpPr/>
          <p:nvPr/>
        </p:nvSpPr>
        <p:spPr>
          <a:xfrm>
            <a:off x="9857349" y="4308891"/>
            <a:ext cx="870159" cy="324000"/>
          </a:xfrm>
          <a:prstGeom prst="roundRect">
            <a:avLst>
              <a:gd name="adj" fmla="val 14706"/>
            </a:avLst>
          </a:prstGeom>
          <a:solidFill>
            <a:srgbClr val="000048"/>
          </a:solidFill>
          <a:ln/>
        </p:spPr>
        <p:txBody>
          <a:bodyPr/>
          <a:lstStyle/>
          <a:p>
            <a:endParaRPr lang="en-US"/>
          </a:p>
        </p:txBody>
      </p:sp>
      <p:sp>
        <p:nvSpPr>
          <p:cNvPr id="36" name="Shape 29">
            <a:extLst>
              <a:ext uri="{FF2B5EF4-FFF2-40B4-BE49-F238E27FC236}">
                <a16:creationId xmlns:a16="http://schemas.microsoft.com/office/drawing/2014/main" id="{5DEA325E-E5FE-E26D-BAB8-890307524B06}"/>
              </a:ext>
            </a:extLst>
          </p:cNvPr>
          <p:cNvSpPr/>
          <p:nvPr/>
        </p:nvSpPr>
        <p:spPr>
          <a:xfrm>
            <a:off x="3732349" y="5076515"/>
            <a:ext cx="7875000" cy="0"/>
          </a:xfrm>
          <a:prstGeom prst="line">
            <a:avLst/>
          </a:prstGeom>
          <a:noFill/>
          <a:ln w="12700">
            <a:solidFill>
              <a:srgbClr val="C9CDDC"/>
            </a:solidFill>
            <a:prstDash val="solid"/>
          </a:ln>
        </p:spPr>
        <p:txBody>
          <a:bodyPr/>
          <a:lstStyle/>
          <a:p>
            <a:endParaRPr lang="en-US"/>
          </a:p>
        </p:txBody>
      </p:sp>
      <p:sp>
        <p:nvSpPr>
          <p:cNvPr id="37" name="Shape 30">
            <a:extLst>
              <a:ext uri="{FF2B5EF4-FFF2-40B4-BE49-F238E27FC236}">
                <a16:creationId xmlns:a16="http://schemas.microsoft.com/office/drawing/2014/main" id="{77FAE8AB-4A3C-EF3D-102E-42BDC9708EA7}"/>
              </a:ext>
            </a:extLst>
          </p:cNvPr>
          <p:cNvSpPr/>
          <p:nvPr/>
        </p:nvSpPr>
        <p:spPr>
          <a:xfrm>
            <a:off x="7127463" y="5082594"/>
            <a:ext cx="209772" cy="184169"/>
          </a:xfrm>
          <a:prstGeom prst="triangle">
            <a:avLst/>
          </a:prstGeom>
          <a:solidFill>
            <a:srgbClr val="05819B"/>
          </a:solidFill>
          <a:ln/>
        </p:spPr>
        <p:txBody>
          <a:bodyPr/>
          <a:lstStyle/>
          <a:p>
            <a:endParaRPr lang="en-US"/>
          </a:p>
        </p:txBody>
      </p:sp>
      <p:sp>
        <p:nvSpPr>
          <p:cNvPr id="38" name="Text 31">
            <a:extLst>
              <a:ext uri="{FF2B5EF4-FFF2-40B4-BE49-F238E27FC236}">
                <a16:creationId xmlns:a16="http://schemas.microsoft.com/office/drawing/2014/main" id="{50A3159E-5EC3-F6D8-0E95-1AAD338045CB}"/>
              </a:ext>
            </a:extLst>
          </p:cNvPr>
          <p:cNvSpPr/>
          <p:nvPr/>
        </p:nvSpPr>
        <p:spPr>
          <a:xfrm>
            <a:off x="6972809" y="5266763"/>
            <a:ext cx="529019" cy="254762"/>
          </a:xfrm>
          <a:prstGeom prst="rect">
            <a:avLst/>
          </a:prstGeom>
          <a:noFill/>
          <a:ln/>
        </p:spPr>
        <p:txBody>
          <a:bodyPr wrap="square" lIns="0" tIns="0" rIns="0" bIns="0" rtlCol="0" anchor="ctr"/>
          <a:lstStyle/>
          <a:p>
            <a:pPr marL="0" indent="0" algn="ctr">
              <a:buNone/>
            </a:pPr>
            <a:r>
              <a:rPr lang="en-US" sz="1000" b="1">
                <a:solidFill>
                  <a:srgbClr val="05819B"/>
                </a:solidFill>
                <a:latin typeface="Arial" pitchFamily="34" charset="0"/>
                <a:ea typeface="Arial" pitchFamily="34" charset="-122"/>
                <a:cs typeface="Arial" pitchFamily="34" charset="-120"/>
              </a:rPr>
              <a:t>M1</a:t>
            </a:r>
            <a:endParaRPr lang="en-US" sz="1000"/>
          </a:p>
        </p:txBody>
      </p:sp>
      <p:sp>
        <p:nvSpPr>
          <p:cNvPr id="39" name="Shape 32">
            <a:extLst>
              <a:ext uri="{FF2B5EF4-FFF2-40B4-BE49-F238E27FC236}">
                <a16:creationId xmlns:a16="http://schemas.microsoft.com/office/drawing/2014/main" id="{E85A548A-16FF-3353-CF19-7E4B437D804E}"/>
              </a:ext>
            </a:extLst>
          </p:cNvPr>
          <p:cNvSpPr/>
          <p:nvPr/>
        </p:nvSpPr>
        <p:spPr>
          <a:xfrm>
            <a:off x="9269310" y="5065595"/>
            <a:ext cx="219456" cy="201168"/>
          </a:xfrm>
          <a:prstGeom prst="triangle">
            <a:avLst/>
          </a:prstGeom>
          <a:solidFill>
            <a:srgbClr val="05819B"/>
          </a:solidFill>
          <a:ln/>
        </p:spPr>
        <p:txBody>
          <a:bodyPr/>
          <a:lstStyle/>
          <a:p>
            <a:endParaRPr lang="en-US"/>
          </a:p>
        </p:txBody>
      </p:sp>
      <p:sp>
        <p:nvSpPr>
          <p:cNvPr id="40" name="Text 33">
            <a:extLst>
              <a:ext uri="{FF2B5EF4-FFF2-40B4-BE49-F238E27FC236}">
                <a16:creationId xmlns:a16="http://schemas.microsoft.com/office/drawing/2014/main" id="{3E6BCD92-C627-1ABB-340E-4ADADF56AD23}"/>
              </a:ext>
            </a:extLst>
          </p:cNvPr>
          <p:cNvSpPr/>
          <p:nvPr/>
        </p:nvSpPr>
        <p:spPr>
          <a:xfrm>
            <a:off x="9104718" y="5255623"/>
            <a:ext cx="548640" cy="274320"/>
          </a:xfrm>
          <a:prstGeom prst="rect">
            <a:avLst/>
          </a:prstGeom>
          <a:noFill/>
          <a:ln/>
        </p:spPr>
        <p:txBody>
          <a:bodyPr wrap="square" lIns="0" tIns="0" rIns="0" bIns="0" rtlCol="0" anchor="ctr"/>
          <a:lstStyle/>
          <a:p>
            <a:pPr marL="0" indent="0" algn="ctr">
              <a:buNone/>
            </a:pPr>
            <a:r>
              <a:rPr lang="en-US" sz="1000" b="1">
                <a:solidFill>
                  <a:srgbClr val="05819B"/>
                </a:solidFill>
                <a:latin typeface="Arial" pitchFamily="34" charset="0"/>
                <a:ea typeface="Arial" pitchFamily="34" charset="-122"/>
                <a:cs typeface="Arial" pitchFamily="34" charset="-120"/>
              </a:rPr>
              <a:t>M2</a:t>
            </a:r>
            <a:endParaRPr lang="en-US" sz="1000"/>
          </a:p>
        </p:txBody>
      </p:sp>
      <p:sp>
        <p:nvSpPr>
          <p:cNvPr id="41" name="Shape 34">
            <a:extLst>
              <a:ext uri="{FF2B5EF4-FFF2-40B4-BE49-F238E27FC236}">
                <a16:creationId xmlns:a16="http://schemas.microsoft.com/office/drawing/2014/main" id="{461CDEC4-5D19-6047-A80D-F1E7F93D42F9}"/>
              </a:ext>
            </a:extLst>
          </p:cNvPr>
          <p:cNvSpPr/>
          <p:nvPr/>
        </p:nvSpPr>
        <p:spPr>
          <a:xfrm>
            <a:off x="10617780" y="5084501"/>
            <a:ext cx="219456" cy="201168"/>
          </a:xfrm>
          <a:prstGeom prst="triangle">
            <a:avLst/>
          </a:prstGeom>
          <a:solidFill>
            <a:srgbClr val="05819B"/>
          </a:solidFill>
          <a:ln/>
        </p:spPr>
        <p:txBody>
          <a:bodyPr/>
          <a:lstStyle/>
          <a:p>
            <a:endParaRPr lang="en-US"/>
          </a:p>
        </p:txBody>
      </p:sp>
      <p:sp>
        <p:nvSpPr>
          <p:cNvPr id="42" name="Text 35">
            <a:extLst>
              <a:ext uri="{FF2B5EF4-FFF2-40B4-BE49-F238E27FC236}">
                <a16:creationId xmlns:a16="http://schemas.microsoft.com/office/drawing/2014/main" id="{F41C8064-9248-7CAB-88F1-B55B328C2D40}"/>
              </a:ext>
            </a:extLst>
          </p:cNvPr>
          <p:cNvSpPr/>
          <p:nvPr/>
        </p:nvSpPr>
        <p:spPr>
          <a:xfrm>
            <a:off x="10453188" y="5266944"/>
            <a:ext cx="548640" cy="274320"/>
          </a:xfrm>
          <a:prstGeom prst="rect">
            <a:avLst/>
          </a:prstGeom>
          <a:noFill/>
          <a:ln/>
        </p:spPr>
        <p:txBody>
          <a:bodyPr wrap="square" lIns="0" tIns="0" rIns="0" bIns="0" rtlCol="0" anchor="ctr"/>
          <a:lstStyle/>
          <a:p>
            <a:pPr marL="0" indent="0" algn="ctr">
              <a:buNone/>
            </a:pPr>
            <a:r>
              <a:rPr lang="en-US" sz="1000" b="1">
                <a:solidFill>
                  <a:srgbClr val="05819B"/>
                </a:solidFill>
                <a:latin typeface="Arial" pitchFamily="34" charset="0"/>
                <a:ea typeface="Arial" pitchFamily="34" charset="-122"/>
                <a:cs typeface="Arial" pitchFamily="34" charset="-120"/>
              </a:rPr>
              <a:t>M3</a:t>
            </a:r>
            <a:endParaRPr lang="en-US" sz="1000"/>
          </a:p>
        </p:txBody>
      </p:sp>
      <p:sp>
        <p:nvSpPr>
          <p:cNvPr id="43" name="Text 36">
            <a:extLst>
              <a:ext uri="{FF2B5EF4-FFF2-40B4-BE49-F238E27FC236}">
                <a16:creationId xmlns:a16="http://schemas.microsoft.com/office/drawing/2014/main" id="{6CDCA4CD-24C5-C595-90C4-CFC34AE513BD}"/>
              </a:ext>
            </a:extLst>
          </p:cNvPr>
          <p:cNvSpPr/>
          <p:nvPr/>
        </p:nvSpPr>
        <p:spPr>
          <a:xfrm>
            <a:off x="548640" y="5943600"/>
            <a:ext cx="11064240" cy="274320"/>
          </a:xfrm>
          <a:prstGeom prst="rect">
            <a:avLst/>
          </a:prstGeom>
          <a:noFill/>
          <a:ln/>
        </p:spPr>
        <p:txBody>
          <a:bodyPr wrap="square" lIns="0" tIns="0" rIns="0" bIns="0" rtlCol="0" anchor="ctr"/>
          <a:lstStyle/>
          <a:p>
            <a:r>
              <a:rPr lang="en-US" sz="1100" i="1">
                <a:latin typeface="Calibri"/>
                <a:ea typeface="Calibri"/>
                <a:cs typeface="Calibri"/>
              </a:rPr>
              <a:t>*Milestones: M1 SIF core baseline · M2 : APIM Design baseline · M3 consolidated framework published to TDA. </a:t>
            </a:r>
            <a:br>
              <a:rPr lang="en-US" sz="1100" i="1">
                <a:latin typeface="Calibri"/>
                <a:ea typeface="Calibri"/>
                <a:cs typeface="Calibri"/>
              </a:rPr>
            </a:br>
            <a:r>
              <a:rPr lang="en-US" sz="1100" i="1">
                <a:latin typeface="Calibri"/>
                <a:ea typeface="Calibri"/>
                <a:cs typeface="Calibri"/>
              </a:rPr>
              <a:t>** Future phase of implementation follows from Week-9 subjected to agreement on next phase</a:t>
            </a:r>
          </a:p>
        </p:txBody>
      </p:sp>
      <p:sp>
        <p:nvSpPr>
          <p:cNvPr id="44" name="Text 38">
            <a:extLst>
              <a:ext uri="{FF2B5EF4-FFF2-40B4-BE49-F238E27FC236}">
                <a16:creationId xmlns:a16="http://schemas.microsoft.com/office/drawing/2014/main" id="{C678181A-3E05-0BDB-1903-76AEC3814AA6}"/>
              </a:ext>
            </a:extLst>
          </p:cNvPr>
          <p:cNvSpPr/>
          <p:nvPr/>
        </p:nvSpPr>
        <p:spPr>
          <a:xfrm>
            <a:off x="635726" y="6396299"/>
            <a:ext cx="5486400" cy="228601"/>
          </a:xfrm>
          <a:prstGeom prst="rect">
            <a:avLst/>
          </a:prstGeom>
          <a:noFill/>
          <a:ln/>
        </p:spPr>
        <p:txBody>
          <a:bodyPr wrap="square" lIns="0" tIns="0" rIns="0" bIns="0" rtlCol="0" anchor="ctr"/>
          <a:lstStyle/>
          <a:p>
            <a:pPr>
              <a:defRPr/>
            </a:pPr>
            <a:r>
              <a:rPr lang="en-US" sz="800">
                <a:solidFill>
                  <a:srgbClr val="000048"/>
                </a:solidFill>
                <a:latin typeface="Arial" panose="020B0604020202020204"/>
              </a:rPr>
              <a:t>© 2026–2027 Cognizant | Private</a:t>
            </a:r>
          </a:p>
        </p:txBody>
      </p:sp>
      <p:sp>
        <p:nvSpPr>
          <p:cNvPr id="45" name="Text 39">
            <a:extLst>
              <a:ext uri="{FF2B5EF4-FFF2-40B4-BE49-F238E27FC236}">
                <a16:creationId xmlns:a16="http://schemas.microsoft.com/office/drawing/2014/main" id="{586FF973-B144-615A-0637-8756B234C6EA}"/>
              </a:ext>
            </a:extLst>
          </p:cNvPr>
          <p:cNvSpPr/>
          <p:nvPr/>
        </p:nvSpPr>
        <p:spPr>
          <a:xfrm>
            <a:off x="10058400" y="6473952"/>
            <a:ext cx="640080" cy="274320"/>
          </a:xfrm>
          <a:prstGeom prst="rect">
            <a:avLst/>
          </a:prstGeom>
          <a:noFill/>
          <a:ln/>
        </p:spPr>
        <p:txBody>
          <a:bodyPr wrap="square" lIns="0" tIns="0" rIns="0" bIns="0" rtlCol="0" anchor="ctr"/>
          <a:lstStyle/>
          <a:p>
            <a:pPr marL="0" indent="0" algn="r">
              <a:buNone/>
            </a:pPr>
            <a:r>
              <a:rPr lang="en-US" sz="850">
                <a:solidFill>
                  <a:srgbClr val="5B5E72"/>
                </a:solidFill>
                <a:latin typeface="Arial" pitchFamily="34" charset="0"/>
                <a:ea typeface="Arial" pitchFamily="34" charset="-122"/>
                <a:cs typeface="Arial" pitchFamily="34" charset="-120"/>
              </a:rPr>
              <a:t>7</a:t>
            </a:r>
            <a:endParaRPr lang="en-US" sz="850"/>
          </a:p>
        </p:txBody>
      </p:sp>
      <p:sp>
        <p:nvSpPr>
          <p:cNvPr id="47" name="Shape 26">
            <a:extLst>
              <a:ext uri="{FF2B5EF4-FFF2-40B4-BE49-F238E27FC236}">
                <a16:creationId xmlns:a16="http://schemas.microsoft.com/office/drawing/2014/main" id="{E658E87A-7698-62C3-FA75-9B73A81BD619}"/>
              </a:ext>
            </a:extLst>
          </p:cNvPr>
          <p:cNvSpPr/>
          <p:nvPr/>
        </p:nvSpPr>
        <p:spPr>
          <a:xfrm>
            <a:off x="8107348" y="3749040"/>
            <a:ext cx="1750001" cy="324000"/>
          </a:xfrm>
          <a:prstGeom prst="roundRect">
            <a:avLst>
              <a:gd name="adj" fmla="val 14706"/>
            </a:avLst>
          </a:prstGeom>
          <a:solidFill>
            <a:srgbClr val="000048"/>
          </a:solidFill>
          <a:ln/>
        </p:spPr>
        <p:txBody>
          <a:bodyPr/>
          <a:lstStyle/>
          <a:p>
            <a:endParaRPr lang="en-US"/>
          </a:p>
        </p:txBody>
      </p:sp>
      <p:sp>
        <p:nvSpPr>
          <p:cNvPr id="48" name="Text 27">
            <a:extLst>
              <a:ext uri="{FF2B5EF4-FFF2-40B4-BE49-F238E27FC236}">
                <a16:creationId xmlns:a16="http://schemas.microsoft.com/office/drawing/2014/main" id="{FA3E32BF-8379-93D8-7B19-451B18C4E160}"/>
              </a:ext>
            </a:extLst>
          </p:cNvPr>
          <p:cNvSpPr/>
          <p:nvPr/>
        </p:nvSpPr>
        <p:spPr>
          <a:xfrm>
            <a:off x="577669" y="4719900"/>
            <a:ext cx="3197353" cy="320041"/>
          </a:xfrm>
          <a:prstGeom prst="rect">
            <a:avLst/>
          </a:prstGeom>
          <a:noFill/>
          <a:ln/>
        </p:spPr>
        <p:txBody>
          <a:bodyPr wrap="square" lIns="0" tIns="0" rIns="0" bIns="0" rtlCol="0" anchor="ctr"/>
          <a:lstStyle/>
          <a:p>
            <a:r>
              <a:rPr lang="en-US" sz="1400" b="1">
                <a:solidFill>
                  <a:srgbClr val="000048"/>
                </a:solidFill>
                <a:latin typeface="Calibri"/>
                <a:ea typeface="Calibri"/>
                <a:cs typeface="Calibri"/>
              </a:rPr>
              <a:t>Implementation</a:t>
            </a:r>
            <a:endParaRPr lang="en-US" sz="1400" b="1">
              <a:solidFill>
                <a:srgbClr val="000048"/>
              </a:solidFill>
              <a:latin typeface="Calibri" panose="020F0502020204030204" pitchFamily="34" charset="0"/>
              <a:ea typeface="Calibri" panose="020F0502020204030204" pitchFamily="34" charset="0"/>
              <a:cs typeface="Calibri" panose="020F0502020204030204" pitchFamily="34" charset="0"/>
            </a:endParaRPr>
          </a:p>
        </p:txBody>
      </p:sp>
      <p:sp>
        <p:nvSpPr>
          <p:cNvPr id="49" name="Arrow: Right 48">
            <a:extLst>
              <a:ext uri="{FF2B5EF4-FFF2-40B4-BE49-F238E27FC236}">
                <a16:creationId xmlns:a16="http://schemas.microsoft.com/office/drawing/2014/main" id="{2475B3FD-3D68-E5F3-EBB3-076B6008FAE5}"/>
              </a:ext>
            </a:extLst>
          </p:cNvPr>
          <p:cNvSpPr/>
          <p:nvPr/>
        </p:nvSpPr>
        <p:spPr>
          <a:xfrm>
            <a:off x="10727508" y="4719900"/>
            <a:ext cx="879841" cy="356615"/>
          </a:xfrm>
          <a:prstGeom prst="rightArrow">
            <a:avLst/>
          </a:prstGeom>
          <a:solidFill>
            <a:srgbClr val="05819B"/>
          </a:solidFill>
          <a:ln/>
        </p:spPr>
        <p:txBody>
          <a:bodyPr/>
          <a:lstStyle/>
          <a:p>
            <a:endParaRPr lang="en-US">
              <a:solidFill>
                <a:schemeClr val="tx1"/>
              </a:solidFill>
            </a:endParaRPr>
          </a:p>
        </p:txBody>
      </p:sp>
      <p:sp>
        <p:nvSpPr>
          <p:cNvPr id="2" name="Shape 28">
            <a:extLst>
              <a:ext uri="{FF2B5EF4-FFF2-40B4-BE49-F238E27FC236}">
                <a16:creationId xmlns:a16="http://schemas.microsoft.com/office/drawing/2014/main" id="{38E6A12D-3183-DC96-8AA6-65C28455C1A0}"/>
              </a:ext>
            </a:extLst>
          </p:cNvPr>
          <p:cNvSpPr/>
          <p:nvPr/>
        </p:nvSpPr>
        <p:spPr>
          <a:xfrm>
            <a:off x="7232349" y="4247276"/>
            <a:ext cx="870159" cy="324000"/>
          </a:xfrm>
          <a:prstGeom prst="roundRect">
            <a:avLst>
              <a:gd name="adj" fmla="val 14706"/>
            </a:avLst>
          </a:prstGeom>
          <a:solidFill>
            <a:srgbClr val="000048"/>
          </a:solidFill>
          <a:ln/>
        </p:spPr>
        <p:txBody>
          <a:bodyPr/>
          <a:lstStyle/>
          <a:p>
            <a:endParaRPr lang="en-US"/>
          </a:p>
        </p:txBody>
      </p:sp>
    </p:spTree>
    <p:extLst>
      <p:ext uri="{BB962C8B-B14F-4D97-AF65-F5344CB8AC3E}">
        <p14:creationId xmlns:p14="http://schemas.microsoft.com/office/powerpoint/2010/main" val="2926591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9F325AE-12C9-34BB-C555-25B721CDE951}"/>
              </a:ext>
            </a:extLst>
          </p:cNvPr>
          <p:cNvSpPr>
            <a:spLocks noGrp="1"/>
          </p:cNvSpPr>
          <p:nvPr>
            <p:ph type="ftr" sz="quarter" idx="11"/>
          </p:nvPr>
        </p:nvSpPr>
        <p:spPr/>
        <p:txBody>
          <a:bodyPr/>
          <a:lstStyle/>
          <a:p>
            <a:r>
              <a:rPr lang="en-US"/>
              <a:t>© 2026–2027 Cognizant | Private</a:t>
            </a:r>
          </a:p>
        </p:txBody>
      </p:sp>
      <p:sp>
        <p:nvSpPr>
          <p:cNvPr id="3" name="Slide Number Placeholder 2">
            <a:extLst>
              <a:ext uri="{FF2B5EF4-FFF2-40B4-BE49-F238E27FC236}">
                <a16:creationId xmlns:a16="http://schemas.microsoft.com/office/drawing/2014/main" id="{96B82D34-646C-A1DA-E3C6-388B0271829E}"/>
              </a:ext>
            </a:extLst>
          </p:cNvPr>
          <p:cNvSpPr>
            <a:spLocks noGrp="1"/>
          </p:cNvSpPr>
          <p:nvPr>
            <p:ph type="sldNum" sz="quarter" idx="12"/>
          </p:nvPr>
        </p:nvSpPr>
        <p:spPr/>
        <p:txBody>
          <a:bodyPr/>
          <a:lstStyle/>
          <a:p>
            <a:fld id="{38826FC0-333C-E549-9FA3-0EE43DF298A3}" type="slidenum">
              <a:rPr lang="en-US" smtClean="0"/>
              <a:pPr/>
              <a:t>14</a:t>
            </a:fld>
            <a:endParaRPr lang="en-US"/>
          </a:p>
        </p:txBody>
      </p:sp>
      <p:graphicFrame>
        <p:nvGraphicFramePr>
          <p:cNvPr id="101" name="DeliveryPlanTable"/>
          <p:cNvGraphicFramePr>
            <a:graphicFrameLocks noGrp="1"/>
          </p:cNvGraphicFramePr>
          <p:nvPr>
            <p:extLst>
              <p:ext uri="{D42A27DB-BD31-4B8C-83A1-F6EECF244321}">
                <p14:modId xmlns:p14="http://schemas.microsoft.com/office/powerpoint/2010/main" val="2330012515"/>
              </p:ext>
            </p:extLst>
          </p:nvPr>
        </p:nvGraphicFramePr>
        <p:xfrm>
          <a:off x="457200" y="950000"/>
          <a:ext cx="11234057" cy="5300867"/>
        </p:xfrm>
        <a:graphic>
          <a:graphicData uri="http://schemas.openxmlformats.org/drawingml/2006/table">
            <a:tbl>
              <a:tblPr firstRow="1" bandRow="1"/>
              <a:tblGrid>
                <a:gridCol w="1730829">
                  <a:extLst>
                    <a:ext uri="{9D8B030D-6E8A-4147-A177-3AD203B41FA5}">
                      <a16:colId xmlns:a16="http://schemas.microsoft.com/office/drawing/2014/main" val="20000"/>
                    </a:ext>
                  </a:extLst>
                </a:gridCol>
                <a:gridCol w="1436914">
                  <a:extLst>
                    <a:ext uri="{9D8B030D-6E8A-4147-A177-3AD203B41FA5}">
                      <a16:colId xmlns:a16="http://schemas.microsoft.com/office/drawing/2014/main" val="20001"/>
                    </a:ext>
                  </a:extLst>
                </a:gridCol>
                <a:gridCol w="4801369">
                  <a:extLst>
                    <a:ext uri="{9D8B030D-6E8A-4147-A177-3AD203B41FA5}">
                      <a16:colId xmlns:a16="http://schemas.microsoft.com/office/drawing/2014/main" val="20002"/>
                    </a:ext>
                  </a:extLst>
                </a:gridCol>
                <a:gridCol w="3264945">
                  <a:extLst>
                    <a:ext uri="{9D8B030D-6E8A-4147-A177-3AD203B41FA5}">
                      <a16:colId xmlns:a16="http://schemas.microsoft.com/office/drawing/2014/main" val="20003"/>
                    </a:ext>
                  </a:extLst>
                </a:gridCol>
              </a:tblGrid>
              <a:tr h="398480">
                <a:tc>
                  <a:txBody>
                    <a:bodyPr/>
                    <a:lstStyle/>
                    <a:p>
                      <a:pPr algn="ctr"/>
                      <a:r>
                        <a:rPr lang="en-GB" sz="1300" b="1">
                          <a:solidFill>
                            <a:srgbClr val="FFFFFF"/>
                          </a:solidFill>
                          <a:latin typeface="Calibri" panose="020F0502020204030204" pitchFamily="34" charset="0"/>
                          <a:ea typeface="Calibri" panose="020F0502020204030204" pitchFamily="34" charset="0"/>
                          <a:cs typeface="Calibri" panose="020F0502020204030204" pitchFamily="34" charset="0"/>
                        </a:rPr>
                        <a:t>Stage</a:t>
                      </a:r>
                    </a:p>
                  </a:txBody>
                  <a:tcPr marL="82296" marR="82296" marT="41148" marB="41148" anchor="ctr">
                    <a:solidFill>
                      <a:srgbClr val="000048"/>
                    </a:solidFill>
                  </a:tcPr>
                </a:tc>
                <a:tc>
                  <a:txBody>
                    <a:bodyPr/>
                    <a:lstStyle/>
                    <a:p>
                      <a:pPr algn="ctr"/>
                      <a:r>
                        <a:rPr lang="en-GB" sz="1300" b="1">
                          <a:solidFill>
                            <a:srgbClr val="FFFFFF"/>
                          </a:solidFill>
                          <a:latin typeface="Calibri" panose="020F0502020204030204" pitchFamily="34" charset="0"/>
                          <a:ea typeface="Calibri" panose="020F0502020204030204" pitchFamily="34" charset="0"/>
                          <a:cs typeface="Calibri" panose="020F0502020204030204" pitchFamily="34" charset="0"/>
                        </a:rPr>
                        <a:t>Timing</a:t>
                      </a:r>
                    </a:p>
                  </a:txBody>
                  <a:tcPr marL="82296" marR="82296" marT="41148" marB="41148" anchor="ctr">
                    <a:solidFill>
                      <a:srgbClr val="000048"/>
                    </a:solidFill>
                  </a:tcPr>
                </a:tc>
                <a:tc>
                  <a:txBody>
                    <a:bodyPr/>
                    <a:lstStyle/>
                    <a:p>
                      <a:pPr algn="ctr"/>
                      <a:r>
                        <a:rPr lang="en-GB" sz="1300" b="1">
                          <a:solidFill>
                            <a:srgbClr val="FFFFFF"/>
                          </a:solidFill>
                          <a:latin typeface="Calibri" panose="020F0502020204030204" pitchFamily="34" charset="0"/>
                          <a:ea typeface="Calibri" panose="020F0502020204030204" pitchFamily="34" charset="0"/>
                          <a:cs typeface="Calibri" panose="020F0502020204030204" pitchFamily="34" charset="0"/>
                        </a:rPr>
                        <a:t>Key Activities</a:t>
                      </a:r>
                    </a:p>
                  </a:txBody>
                  <a:tcPr marL="82296" marR="82296" marT="41148" marB="41148" anchor="ctr">
                    <a:solidFill>
                      <a:srgbClr val="000048"/>
                    </a:solidFill>
                  </a:tcPr>
                </a:tc>
                <a:tc>
                  <a:txBody>
                    <a:bodyPr/>
                    <a:lstStyle/>
                    <a:p>
                      <a:pPr algn="ctr"/>
                      <a:r>
                        <a:rPr lang="en-GB" sz="1300" b="1">
                          <a:solidFill>
                            <a:srgbClr val="FFFFFF"/>
                          </a:solidFill>
                          <a:latin typeface="Calibri" panose="020F0502020204030204" pitchFamily="34" charset="0"/>
                          <a:ea typeface="Calibri" panose="020F0502020204030204" pitchFamily="34" charset="0"/>
                          <a:cs typeface="Calibri" panose="020F0502020204030204" pitchFamily="34" charset="0"/>
                        </a:rPr>
                        <a:t>Key Outputs</a:t>
                      </a:r>
                    </a:p>
                  </a:txBody>
                  <a:tcPr marL="82296" marR="82296" marT="41148" marB="41148" anchor="ctr">
                    <a:solidFill>
                      <a:srgbClr val="000048"/>
                    </a:solidFill>
                  </a:tcPr>
                </a:tc>
                <a:extLst>
                  <a:ext uri="{0D108BD9-81ED-4DB2-BD59-A6C34878D82A}">
                    <a16:rowId xmlns:a16="http://schemas.microsoft.com/office/drawing/2014/main" val="10000"/>
                  </a:ext>
                </a:extLst>
              </a:tr>
              <a:tr h="1436190">
                <a:tc>
                  <a:txBody>
                    <a:bodyPr/>
                    <a:lstStyle/>
                    <a:p>
                      <a:pPr algn="l"/>
                      <a:r>
                        <a:rPr lang="en-GB" sz="1300" b="1" dirty="0">
                          <a:solidFill>
                            <a:srgbClr val="000048"/>
                          </a:solidFill>
                          <a:latin typeface="Calibri" panose="020F0502020204030204" pitchFamily="34" charset="0"/>
                          <a:ea typeface="Calibri" panose="020F0502020204030204" pitchFamily="34" charset="0"/>
                          <a:cs typeface="Calibri" panose="020F0502020204030204" pitchFamily="34" charset="0"/>
                        </a:rPr>
                        <a:t>0. Mobilization &amp; Discovery</a:t>
                      </a:r>
                    </a:p>
                  </a:txBody>
                  <a:tcPr marL="82296" marR="82296" marT="41148" marB="41148">
                    <a:noFill/>
                  </a:tcPr>
                </a:tc>
                <a:tc>
                  <a:txBody>
                    <a:bodyPr/>
                    <a:lstStyle/>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Week 1</a:t>
                      </a:r>
                    </a:p>
                  </a:txBody>
                  <a:tcPr marL="82296" marR="82296" marT="41148" marB="41148">
                    <a:noFill/>
                  </a:tcPr>
                </a:tc>
                <a:tc>
                  <a:txBody>
                    <a:bodyPr/>
                    <a:lstStyle/>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Kick-off and engagement governance agreed</a:t>
                      </a:r>
                    </a:p>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Access, contacts and document requests confirmed</a:t>
                      </a:r>
                    </a:p>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Review Cloud &amp; Data operating model, current integration landscape and standards, landing zone details</a:t>
                      </a:r>
                    </a:p>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Stakeholder interviews to confirm scope boundary with infra/data workstreams and security considerations</a:t>
                      </a:r>
                      <a:b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br>
                      <a:endParaRPr lang="en-GB" sz="13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82296" marR="82296" marT="41148" marB="41148">
                    <a:noFill/>
                  </a:tcPr>
                </a:tc>
                <a:tc>
                  <a:txBody>
                    <a:bodyPr/>
                    <a:lstStyle/>
                    <a:p>
                      <a:pPr algn="l"/>
                      <a:r>
                        <a:rPr lang="en-GB" sz="1300" b="0" dirty="0">
                          <a:solidFill>
                            <a:srgbClr val="000000"/>
                          </a:solidFill>
                          <a:latin typeface="Calibri" panose="020F0502020204030204" pitchFamily="34" charset="0"/>
                          <a:ea typeface="Calibri" panose="020F0502020204030204" pitchFamily="34" charset="0"/>
                          <a:cs typeface="Calibri" panose="020F0502020204030204" pitchFamily="34" charset="0"/>
                        </a:rPr>
                        <a:t>Mobilization pack; RAID log opened;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300" b="0" dirty="0">
                          <a:solidFill>
                            <a:srgbClr val="000000"/>
                          </a:solidFill>
                          <a:latin typeface="Calibri" panose="020F0502020204030204" pitchFamily="34" charset="0"/>
                          <a:ea typeface="Calibri" panose="020F0502020204030204" pitchFamily="34" charset="0"/>
                          <a:cs typeface="Calibri" panose="020F0502020204030204" pitchFamily="34" charset="0"/>
                        </a:rPr>
                        <a:t>current-state summary; validated scope boundary</a:t>
                      </a:r>
                    </a:p>
                    <a:p>
                      <a:pPr algn="l"/>
                      <a:endParaRPr lang="en-GB" sz="13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82296" marR="82296" marT="41148" marB="41148">
                    <a:noFill/>
                  </a:tcPr>
                </a:tc>
                <a:extLst>
                  <a:ext uri="{0D108BD9-81ED-4DB2-BD59-A6C34878D82A}">
                    <a16:rowId xmlns:a16="http://schemas.microsoft.com/office/drawing/2014/main" val="10001"/>
                  </a:ext>
                </a:extLst>
              </a:tr>
              <a:tr h="777985">
                <a:tc>
                  <a:txBody>
                    <a:bodyPr/>
                    <a:lstStyle/>
                    <a:p>
                      <a:pPr algn="l"/>
                      <a:r>
                        <a:rPr lang="en-GB" sz="1300" b="1">
                          <a:solidFill>
                            <a:srgbClr val="000048"/>
                          </a:solidFill>
                          <a:latin typeface="Calibri" panose="020F0502020204030204" pitchFamily="34" charset="0"/>
                          <a:ea typeface="Calibri" panose="020F0502020204030204" pitchFamily="34" charset="0"/>
                          <a:cs typeface="Calibri" panose="020F0502020204030204" pitchFamily="34" charset="0"/>
                        </a:rPr>
                        <a:t>1. SIF Definition</a:t>
                      </a:r>
                    </a:p>
                  </a:txBody>
                  <a:tcPr marL="82296" marR="82296" marT="41148" marB="41148">
                    <a:noFill/>
                  </a:tcPr>
                </a:tc>
                <a:tc>
                  <a:txBody>
                    <a:bodyPr/>
                    <a:lstStyle/>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Weeks 2–4</a:t>
                      </a:r>
                    </a:p>
                  </a:txBody>
                  <a:tcPr marL="82296" marR="82296" marT="41148" marB="41148">
                    <a:noFill/>
                  </a:tcPr>
                </a:tc>
                <a:tc>
                  <a:txBody>
                    <a:bodyPr/>
                    <a:lstStyle/>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Joint working sessions on principles, patterns, decision guidance</a:t>
                      </a:r>
                    </a:p>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Draft reference architecture diagrams</a:t>
                      </a:r>
                    </a:p>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Draft data-platform guardrails</a:t>
                      </a:r>
                    </a:p>
                  </a:txBody>
                  <a:tcPr marL="82296" marR="82296" marT="41148" marB="41148">
                    <a:noFill/>
                  </a:tcPr>
                </a:tc>
                <a:tc>
                  <a:txBody>
                    <a:bodyPr/>
                    <a:lstStyle/>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Draft SIF v0.x; pattern catalogue; decision guidance</a:t>
                      </a:r>
                    </a:p>
                  </a:txBody>
                  <a:tcPr marL="82296" marR="82296" marT="41148" marB="41148">
                    <a:noFill/>
                  </a:tcPr>
                </a:tc>
                <a:extLst>
                  <a:ext uri="{0D108BD9-81ED-4DB2-BD59-A6C34878D82A}">
                    <a16:rowId xmlns:a16="http://schemas.microsoft.com/office/drawing/2014/main" val="10003"/>
                  </a:ext>
                </a:extLst>
              </a:tr>
              <a:tr h="848663">
                <a:tc>
                  <a:txBody>
                    <a:bodyPr/>
                    <a:lstStyle/>
                    <a:p>
                      <a:pPr algn="l"/>
                      <a:r>
                        <a:rPr lang="en-GB" sz="1300" b="1">
                          <a:solidFill>
                            <a:srgbClr val="000048"/>
                          </a:solidFill>
                          <a:latin typeface="Calibri" panose="020F0502020204030204" pitchFamily="34" charset="0"/>
                          <a:ea typeface="Calibri" panose="020F0502020204030204" pitchFamily="34" charset="0"/>
                          <a:cs typeface="Calibri" panose="020F0502020204030204" pitchFamily="34" charset="0"/>
                        </a:rPr>
                        <a:t>2. APIM High-Level Design</a:t>
                      </a:r>
                    </a:p>
                  </a:txBody>
                  <a:tcPr marL="82296" marR="82296" marT="41148" marB="41148">
                    <a:solidFill>
                      <a:srgbClr val="EDEFF5"/>
                    </a:solidFill>
                  </a:tcPr>
                </a:tc>
                <a:tc>
                  <a:txBody>
                    <a:bodyPr/>
                    <a:lstStyle/>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Weeks 4–6</a:t>
                      </a:r>
                    </a:p>
                  </a:txBody>
                  <a:tcPr marL="82296" marR="82296" marT="41148" marB="41148">
                    <a:solidFill>
                      <a:srgbClr val="EDEFF5"/>
                    </a:solidFill>
                  </a:tcPr>
                </a:tc>
                <a:tc>
                  <a:txBody>
                    <a:bodyPr/>
                    <a:lstStyle/>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Design security/auth, HA, versioning, observability, environment strategy</a:t>
                      </a:r>
                    </a:p>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Traffic management concept</a:t>
                      </a:r>
                    </a:p>
                  </a:txBody>
                  <a:tcPr marL="82296" marR="82296" marT="41148" marB="41148">
                    <a:solidFill>
                      <a:srgbClr val="EDEFF5"/>
                    </a:solidFill>
                  </a:tcPr>
                </a:tc>
                <a:tc>
                  <a:txBody>
                    <a:bodyPr/>
                    <a:lstStyle/>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Draft APIM HLD</a:t>
                      </a:r>
                    </a:p>
                  </a:txBody>
                  <a:tcPr marL="82296" marR="82296" marT="41148" marB="41148">
                    <a:solidFill>
                      <a:srgbClr val="EDEFF5"/>
                    </a:solidFill>
                  </a:tcPr>
                </a:tc>
                <a:extLst>
                  <a:ext uri="{0D108BD9-81ED-4DB2-BD59-A6C34878D82A}">
                    <a16:rowId xmlns:a16="http://schemas.microsoft.com/office/drawing/2014/main" val="10004"/>
                  </a:ext>
                </a:extLst>
              </a:tr>
              <a:tr h="788680">
                <a:tc>
                  <a:txBody>
                    <a:bodyPr/>
                    <a:lstStyle/>
                    <a:p>
                      <a:pPr algn="l"/>
                      <a:r>
                        <a:rPr lang="en-GB" sz="1300" b="1">
                          <a:solidFill>
                            <a:srgbClr val="000048"/>
                          </a:solidFill>
                          <a:latin typeface="Calibri" panose="020F0502020204030204" pitchFamily="34" charset="0"/>
                          <a:ea typeface="Calibri" panose="020F0502020204030204" pitchFamily="34" charset="0"/>
                          <a:cs typeface="Calibri" panose="020F0502020204030204" pitchFamily="34" charset="0"/>
                        </a:rPr>
                        <a:t>3. Joint Review &amp; Iteration</a:t>
                      </a:r>
                    </a:p>
                  </a:txBody>
                  <a:tcPr marL="82296" marR="82296" marT="41148" marB="41148">
                    <a:noFill/>
                  </a:tcPr>
                </a:tc>
                <a:tc>
                  <a:txBody>
                    <a:bodyPr/>
                    <a:lstStyle/>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Weeks 4 &amp;7  </a:t>
                      </a:r>
                      <a:endParaRPr lang="en-US" sz="1300">
                        <a:latin typeface="Calibri" panose="020F0502020204030204" pitchFamily="34" charset="0"/>
                        <a:ea typeface="Calibri" panose="020F0502020204030204" pitchFamily="34" charset="0"/>
                        <a:cs typeface="Calibri" panose="020F0502020204030204" pitchFamily="34" charset="0"/>
                      </a:endParaRPr>
                    </a:p>
                    <a:p>
                      <a:pPr lvl="0" algn="l">
                        <a:buNone/>
                      </a:pPr>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(overlay)</a:t>
                      </a:r>
                    </a:p>
                  </a:txBody>
                  <a:tcPr marL="82296" marR="82296" marT="41148" marB="41148">
                    <a:noFill/>
                  </a:tcPr>
                </a:tc>
                <a:tc>
                  <a:txBody>
                    <a:bodyPr/>
                    <a:lstStyle/>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Structured review with Chaucer Architects</a:t>
                      </a:r>
                    </a:p>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Scenario validation</a:t>
                      </a:r>
                    </a:p>
                  </a:txBody>
                  <a:tcPr marL="82296" marR="82296" marT="41148" marB="41148">
                    <a:noFill/>
                  </a:tcPr>
                </a:tc>
                <a:tc>
                  <a:txBody>
                    <a:bodyPr/>
                    <a:lstStyle/>
                    <a:p>
                      <a:pPr algn="l"/>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Reviewed, iterated artefacts</a:t>
                      </a:r>
                    </a:p>
                  </a:txBody>
                  <a:tcPr marL="82296" marR="82296" marT="41148" marB="41148">
                    <a:noFill/>
                  </a:tcPr>
                </a:tc>
                <a:extLst>
                  <a:ext uri="{0D108BD9-81ED-4DB2-BD59-A6C34878D82A}">
                    <a16:rowId xmlns:a16="http://schemas.microsoft.com/office/drawing/2014/main" val="10005"/>
                  </a:ext>
                </a:extLst>
              </a:tr>
              <a:tr h="1017923">
                <a:tc>
                  <a:txBody>
                    <a:bodyPr/>
                    <a:lstStyle/>
                    <a:p>
                      <a:pPr algn="l"/>
                      <a:r>
                        <a:rPr lang="en-GB" sz="1300" b="1">
                          <a:solidFill>
                            <a:srgbClr val="000048"/>
                          </a:solidFill>
                          <a:latin typeface="Calibri" panose="020F0502020204030204" pitchFamily="34" charset="0"/>
                          <a:ea typeface="Calibri" panose="020F0502020204030204" pitchFamily="34" charset="0"/>
                          <a:cs typeface="Calibri" panose="020F0502020204030204" pitchFamily="34" charset="0"/>
                        </a:rPr>
                        <a:t>4. Finalisation &amp; TDA Publication</a:t>
                      </a:r>
                    </a:p>
                  </a:txBody>
                  <a:tcPr marL="82296" marR="82296" marT="41148" marB="41148">
                    <a:solidFill>
                      <a:srgbClr val="EDEFF5"/>
                    </a:solidFill>
                  </a:tcPr>
                </a:tc>
                <a:tc>
                  <a:txBody>
                    <a:bodyPr/>
                    <a:lstStyle/>
                    <a:p>
                      <a:pPr algn="l"/>
                      <a:r>
                        <a:rPr lang="en-GB" sz="1300" b="0">
                          <a:solidFill>
                            <a:srgbClr val="000000"/>
                          </a:solidFill>
                          <a:latin typeface="Calibri"/>
                          <a:ea typeface="Calibri"/>
                          <a:cs typeface="Calibri"/>
                        </a:rPr>
                        <a:t>Weeks 5 &amp; 8</a:t>
                      </a:r>
                    </a:p>
                  </a:txBody>
                  <a:tcPr marL="82296" marR="82296" marT="41148" marB="41148">
                    <a:solidFill>
                      <a:srgbClr val="EDEFF5"/>
                    </a:solidFill>
                  </a:tcPr>
                </a:tc>
                <a:tc>
                  <a:txBody>
                    <a:bodyPr/>
                    <a:lstStyle/>
                    <a:p>
                      <a:pPr marL="0" indent="0" algn="l">
                        <a:buFont typeface="Arial" panose="020B0604020202020204" pitchFamily="34" charset="0"/>
                        <a:buNone/>
                      </a:pPr>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Finalise artefacts</a:t>
                      </a:r>
                    </a:p>
                    <a:p>
                      <a:pPr marL="0" indent="0" algn="l">
                        <a:buFont typeface="Arial" panose="020B0604020202020204" pitchFamily="34" charset="0"/>
                        <a:buNone/>
                      </a:pPr>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Publish to TDA, walkthrough and sign-off support.</a:t>
                      </a:r>
                    </a:p>
                    <a:p>
                      <a:pPr marL="0" indent="0" algn="l">
                        <a:buFont typeface="Arial" panose="020B0604020202020204" pitchFamily="34" charset="0"/>
                        <a:buNone/>
                      </a:pPr>
                      <a:r>
                        <a:rPr lang="en-GB" sz="1300" b="0">
                          <a:solidFill>
                            <a:srgbClr val="000000"/>
                          </a:solidFill>
                          <a:latin typeface="Calibri" panose="020F0502020204030204" pitchFamily="34" charset="0"/>
                          <a:ea typeface="Calibri" panose="020F0502020204030204" pitchFamily="34" charset="0"/>
                          <a:cs typeface="Calibri" panose="020F0502020204030204" pitchFamily="34" charset="0"/>
                        </a:rPr>
                        <a:t>• Phase –2  Scope – Planning and Cost Analysis</a:t>
                      </a:r>
                    </a:p>
                    <a:p>
                      <a:pPr algn="l"/>
                      <a:endParaRPr lang="en-GB" sz="1300" b="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82296" marR="82296" marT="41148" marB="41148">
                    <a:solidFill>
                      <a:srgbClr val="EDEF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300" b="0" dirty="0">
                          <a:solidFill>
                            <a:srgbClr val="000000"/>
                          </a:solidFill>
                          <a:latin typeface="Calibri" panose="020F0502020204030204" pitchFamily="34" charset="0"/>
                          <a:ea typeface="Calibri" panose="020F0502020204030204" pitchFamily="34" charset="0"/>
                          <a:cs typeface="Calibri" panose="020F0502020204030204" pitchFamily="34" charset="0"/>
                        </a:rPr>
                        <a:t>Final SIF; Final APIM HLD; TDA submission, Phase -2 Implementation Timelines and Cost</a:t>
                      </a:r>
                    </a:p>
                  </a:txBody>
                  <a:tcPr marL="82296" marR="82296" marT="41148" marB="41148">
                    <a:solidFill>
                      <a:srgbClr val="EDEFF5"/>
                    </a:solidFill>
                  </a:tcPr>
                </a:tc>
                <a:extLst>
                  <a:ext uri="{0D108BD9-81ED-4DB2-BD59-A6C34878D82A}">
                    <a16:rowId xmlns:a16="http://schemas.microsoft.com/office/drawing/2014/main" val="10006"/>
                  </a:ext>
                </a:extLst>
              </a:tr>
            </a:tbl>
          </a:graphicData>
        </a:graphic>
      </p:graphicFrame>
      <p:sp>
        <p:nvSpPr>
          <p:cNvPr id="6" name="Title 6">
            <a:extLst>
              <a:ext uri="{FF2B5EF4-FFF2-40B4-BE49-F238E27FC236}">
                <a16:creationId xmlns:a16="http://schemas.microsoft.com/office/drawing/2014/main" id="{02547DE1-CE4C-4745-2AD1-E7D44B342DA8}"/>
              </a:ext>
            </a:extLst>
          </p:cNvPr>
          <p:cNvSpPr txBox="1">
            <a:spLocks/>
          </p:cNvSpPr>
          <p:nvPr/>
        </p:nvSpPr>
        <p:spPr>
          <a:xfrm>
            <a:off x="337225" y="217416"/>
            <a:ext cx="8932184" cy="609599"/>
          </a:xfrm>
          <a:prstGeom prst="rect">
            <a:avLst/>
          </a:prstGeom>
        </p:spPr>
        <p:txBody>
          <a:bodyP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r>
              <a:rPr lang="en-GB">
                <a:solidFill>
                  <a:srgbClr val="000000"/>
                </a:solidFill>
                <a:latin typeface="Calibri" panose="020F0502020204030204" pitchFamily="34" charset="0"/>
                <a:cs typeface="Calibri" panose="020F0502020204030204" pitchFamily="34" charset="0"/>
              </a:rPr>
              <a:t>High-Level Delivery Plan</a:t>
            </a:r>
          </a:p>
        </p:txBody>
      </p:sp>
    </p:spTree>
    <p:extLst>
      <p:ext uri="{BB962C8B-B14F-4D97-AF65-F5344CB8AC3E}">
        <p14:creationId xmlns:p14="http://schemas.microsoft.com/office/powerpoint/2010/main" val="374513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1534-7F3C-A944-622A-C6F1C5D9EFD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AD02DE3-94B6-AF19-27E1-02C587AF6A2E}"/>
              </a:ext>
            </a:extLst>
          </p:cNvPr>
          <p:cNvSpPr>
            <a:spLocks noGrp="1"/>
          </p:cNvSpPr>
          <p:nvPr>
            <p:ph type="ftr" sz="quarter" idx="11"/>
          </p:nvPr>
        </p:nvSpPr>
        <p:spPr/>
        <p:txBody>
          <a:bodyPr/>
          <a:lstStyle/>
          <a:p>
            <a:r>
              <a:rPr lang="en-US"/>
              <a:t>© 2026–2027 Cognizant | Private</a:t>
            </a:r>
          </a:p>
        </p:txBody>
      </p:sp>
      <p:sp>
        <p:nvSpPr>
          <p:cNvPr id="4" name="Slide Number Placeholder 3">
            <a:extLst>
              <a:ext uri="{FF2B5EF4-FFF2-40B4-BE49-F238E27FC236}">
                <a16:creationId xmlns:a16="http://schemas.microsoft.com/office/drawing/2014/main" id="{F65C6C2C-9402-B469-7360-EBAB0BDF7186}"/>
              </a:ext>
            </a:extLst>
          </p:cNvPr>
          <p:cNvSpPr>
            <a:spLocks noGrp="1"/>
          </p:cNvSpPr>
          <p:nvPr>
            <p:ph type="sldNum" sz="quarter" idx="12"/>
          </p:nvPr>
        </p:nvSpPr>
        <p:spPr/>
        <p:txBody>
          <a:bodyPr/>
          <a:lstStyle/>
          <a:p>
            <a:fld id="{38826FC0-333C-E549-9FA3-0EE43DF298A3}" type="slidenum">
              <a:rPr lang="en-US" smtClean="0"/>
              <a:pPr/>
              <a:t>15</a:t>
            </a:fld>
            <a:endParaRPr lang="en-US"/>
          </a:p>
        </p:txBody>
      </p:sp>
      <p:sp>
        <p:nvSpPr>
          <p:cNvPr id="5" name="Title 4">
            <a:extLst>
              <a:ext uri="{FF2B5EF4-FFF2-40B4-BE49-F238E27FC236}">
                <a16:creationId xmlns:a16="http://schemas.microsoft.com/office/drawing/2014/main" id="{DB19D500-FDC1-0395-2E21-52A4F6C620B5}"/>
              </a:ext>
            </a:extLst>
          </p:cNvPr>
          <p:cNvSpPr>
            <a:spLocks noGrp="1"/>
          </p:cNvSpPr>
          <p:nvPr>
            <p:ph type="ctrTitle"/>
          </p:nvPr>
        </p:nvSpPr>
        <p:spPr>
          <a:xfrm>
            <a:off x="991326" y="2507727"/>
            <a:ext cx="7143750" cy="332399"/>
          </a:xfrm>
        </p:spPr>
        <p:txBody>
          <a:bodyPr/>
          <a:lstStyle/>
          <a:p>
            <a:r>
              <a:rPr lang="en-GB" sz="2400"/>
              <a:t>Resource Plan</a:t>
            </a:r>
            <a:endParaRPr lang="en-GB" sz="2400">
              <a:solidFill>
                <a:srgbClr val="FFFFFF"/>
              </a:solidFill>
              <a:latin typeface="Arial"/>
              <a:cs typeface="Arial"/>
            </a:endParaRPr>
          </a:p>
        </p:txBody>
      </p:sp>
    </p:spTree>
    <p:extLst>
      <p:ext uri="{BB962C8B-B14F-4D97-AF65-F5344CB8AC3E}">
        <p14:creationId xmlns:p14="http://schemas.microsoft.com/office/powerpoint/2010/main" val="3636016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DED9A66-7BA5-C56E-2149-8E9ABCDFE3E1}"/>
              </a:ext>
            </a:extLst>
          </p:cNvPr>
          <p:cNvSpPr>
            <a:spLocks noGrp="1"/>
          </p:cNvSpPr>
          <p:nvPr>
            <p:ph type="ftr" sz="quarter" idx="11"/>
          </p:nvPr>
        </p:nvSpPr>
        <p:spPr/>
        <p:txBody>
          <a:bodyPr/>
          <a:lstStyle/>
          <a:p>
            <a:r>
              <a:rPr lang="en-US"/>
              <a:t>© 2026–2027 Cognizant | Private</a:t>
            </a:r>
          </a:p>
        </p:txBody>
      </p:sp>
      <p:sp>
        <p:nvSpPr>
          <p:cNvPr id="3" name="Slide Number Placeholder 2">
            <a:extLst>
              <a:ext uri="{FF2B5EF4-FFF2-40B4-BE49-F238E27FC236}">
                <a16:creationId xmlns:a16="http://schemas.microsoft.com/office/drawing/2014/main" id="{F57BD609-B9E5-B830-0117-B3809463EC77}"/>
              </a:ext>
            </a:extLst>
          </p:cNvPr>
          <p:cNvSpPr>
            <a:spLocks noGrp="1"/>
          </p:cNvSpPr>
          <p:nvPr>
            <p:ph type="sldNum" sz="quarter" idx="12"/>
          </p:nvPr>
        </p:nvSpPr>
        <p:spPr/>
        <p:txBody>
          <a:bodyPr/>
          <a:lstStyle/>
          <a:p>
            <a:fld id="{38826FC0-333C-E549-9FA3-0EE43DF298A3}" type="slidenum">
              <a:rPr lang="en-US" smtClean="0"/>
              <a:pPr/>
              <a:t>16</a:t>
            </a:fld>
            <a:endParaRPr lang="en-US"/>
          </a:p>
        </p:txBody>
      </p:sp>
      <p:sp>
        <p:nvSpPr>
          <p:cNvPr id="5" name="Text 0">
            <a:extLst>
              <a:ext uri="{FF2B5EF4-FFF2-40B4-BE49-F238E27FC236}">
                <a16:creationId xmlns:a16="http://schemas.microsoft.com/office/drawing/2014/main" id="{FFBF7C43-E4E8-13E3-741D-8250C8E9A078}"/>
              </a:ext>
            </a:extLst>
          </p:cNvPr>
          <p:cNvSpPr/>
          <p:nvPr/>
        </p:nvSpPr>
        <p:spPr>
          <a:xfrm>
            <a:off x="548640" y="411480"/>
            <a:ext cx="10058400" cy="274320"/>
          </a:xfrm>
          <a:prstGeom prst="rect">
            <a:avLst/>
          </a:prstGeom>
          <a:noFill/>
          <a:ln/>
        </p:spPr>
        <p:txBody>
          <a:bodyPr wrap="square" lIns="0" tIns="0" rIns="0" bIns="0" rtlCol="0" anchor="ctr"/>
          <a:lstStyle/>
          <a:p>
            <a:pPr marL="0" indent="0" algn="l">
              <a:buNone/>
            </a:pPr>
            <a:r>
              <a:rPr lang="en-US" sz="1100" b="1" kern="0" spc="100">
                <a:solidFill>
                  <a:srgbClr val="2F78C4"/>
                </a:solidFill>
                <a:latin typeface="Arial" pitchFamily="34" charset="0"/>
                <a:ea typeface="Arial" pitchFamily="34" charset="-122"/>
                <a:cs typeface="Arial" pitchFamily="34" charset="-120"/>
              </a:rPr>
              <a:t>Team and resource model</a:t>
            </a:r>
            <a:endParaRPr lang="en-US" sz="1100"/>
          </a:p>
        </p:txBody>
      </p:sp>
      <p:sp>
        <p:nvSpPr>
          <p:cNvPr id="7" name="Text 1">
            <a:extLst>
              <a:ext uri="{FF2B5EF4-FFF2-40B4-BE49-F238E27FC236}">
                <a16:creationId xmlns:a16="http://schemas.microsoft.com/office/drawing/2014/main" id="{6F4CA2F8-DDDA-96FE-6420-EEB44C82706A}"/>
              </a:ext>
            </a:extLst>
          </p:cNvPr>
          <p:cNvSpPr/>
          <p:nvPr/>
        </p:nvSpPr>
        <p:spPr>
          <a:xfrm>
            <a:off x="548640" y="676656"/>
            <a:ext cx="10972800" cy="731520"/>
          </a:xfrm>
          <a:prstGeom prst="rect">
            <a:avLst/>
          </a:prstGeom>
          <a:noFill/>
          <a:ln/>
        </p:spPr>
        <p:txBody>
          <a:bodyPr wrap="square" lIns="0" tIns="0" rIns="0" bIns="0" rtlCol="0" anchor="t"/>
          <a:lstStyle/>
          <a:p>
            <a:pPr defTabSz="914400">
              <a:lnSpc>
                <a:spcPct val="90000"/>
              </a:lnSpc>
              <a:spcBef>
                <a:spcPct val="0"/>
              </a:spcBef>
            </a:pPr>
            <a:r>
              <a:rPr lang="en-US" sz="2400" b="1">
                <a:latin typeface="Calibri"/>
                <a:ea typeface="Calibri"/>
                <a:cs typeface="Calibri"/>
              </a:rPr>
              <a:t>A </a:t>
            </a:r>
            <a:r>
              <a:rPr lang="en-US" sz="2400" b="1" u="sng">
                <a:solidFill>
                  <a:srgbClr val="000000"/>
                </a:solidFill>
                <a:latin typeface="Calibri"/>
                <a:ea typeface="Calibri"/>
                <a:cs typeface="Calibri"/>
              </a:rPr>
              <a:t>lean</a:t>
            </a:r>
            <a:r>
              <a:rPr lang="en-US" sz="2400" b="1">
                <a:latin typeface="Calibri"/>
                <a:ea typeface="Calibri"/>
                <a:cs typeface="Calibri"/>
              </a:rPr>
              <a:t> blended team (Hybrid)</a:t>
            </a:r>
            <a:endParaRPr lang="en-US">
              <a:ea typeface="+mj-ea"/>
            </a:endParaRPr>
          </a:p>
        </p:txBody>
      </p:sp>
      <p:graphicFrame>
        <p:nvGraphicFramePr>
          <p:cNvPr id="9" name="Table 0">
            <a:extLst>
              <a:ext uri="{FF2B5EF4-FFF2-40B4-BE49-F238E27FC236}">
                <a16:creationId xmlns:a16="http://schemas.microsoft.com/office/drawing/2014/main" id="{8131DE56-2A8B-0C5C-11D1-6D5E10286EFA}"/>
              </a:ext>
            </a:extLst>
          </p:cNvPr>
          <p:cNvGraphicFramePr>
            <a:graphicFrameLocks noGrp="1"/>
          </p:cNvGraphicFramePr>
          <p:nvPr>
            <p:extLst>
              <p:ext uri="{D42A27DB-BD31-4B8C-83A1-F6EECF244321}">
                <p14:modId xmlns:p14="http://schemas.microsoft.com/office/powerpoint/2010/main" val="1220989664"/>
              </p:ext>
            </p:extLst>
          </p:nvPr>
        </p:nvGraphicFramePr>
        <p:xfrm>
          <a:off x="558800" y="1553028"/>
          <a:ext cx="11131338" cy="3365643"/>
        </p:xfrm>
        <a:graphic>
          <a:graphicData uri="http://schemas.openxmlformats.org/drawingml/2006/table">
            <a:tbl>
              <a:tblPr/>
              <a:tblGrid>
                <a:gridCol w="1835360">
                  <a:extLst>
                    <a:ext uri="{9D8B030D-6E8A-4147-A177-3AD203B41FA5}">
                      <a16:colId xmlns:a16="http://schemas.microsoft.com/office/drawing/2014/main" val="20000"/>
                    </a:ext>
                  </a:extLst>
                </a:gridCol>
                <a:gridCol w="1915858">
                  <a:extLst>
                    <a:ext uri="{9D8B030D-6E8A-4147-A177-3AD203B41FA5}">
                      <a16:colId xmlns:a16="http://schemas.microsoft.com/office/drawing/2014/main" val="2797314096"/>
                    </a:ext>
                  </a:extLst>
                </a:gridCol>
                <a:gridCol w="1620690">
                  <a:extLst>
                    <a:ext uri="{9D8B030D-6E8A-4147-A177-3AD203B41FA5}">
                      <a16:colId xmlns:a16="http://schemas.microsoft.com/office/drawing/2014/main" val="20001"/>
                    </a:ext>
                  </a:extLst>
                </a:gridCol>
                <a:gridCol w="1340308">
                  <a:extLst>
                    <a:ext uri="{9D8B030D-6E8A-4147-A177-3AD203B41FA5}">
                      <a16:colId xmlns:a16="http://schemas.microsoft.com/office/drawing/2014/main" val="1357514584"/>
                    </a:ext>
                  </a:extLst>
                </a:gridCol>
                <a:gridCol w="4419122">
                  <a:extLst>
                    <a:ext uri="{9D8B030D-6E8A-4147-A177-3AD203B41FA5}">
                      <a16:colId xmlns:a16="http://schemas.microsoft.com/office/drawing/2014/main" val="20004"/>
                    </a:ext>
                  </a:extLst>
                </a:gridCol>
              </a:tblGrid>
              <a:tr h="567698">
                <a:tc>
                  <a:txBody>
                    <a:bodyPr/>
                    <a:lstStyle/>
                    <a:p>
                      <a:pPr marL="0" indent="0" algn="l">
                        <a:buNone/>
                      </a:pPr>
                      <a:r>
                        <a:rPr lang="en-US" sz="1400" b="1" kern="1100">
                          <a:solidFill>
                            <a:srgbClr val="FFFFFF"/>
                          </a:solidFill>
                          <a:latin typeface="Calibri" panose="020F0502020204030204" pitchFamily="34" charset="0"/>
                          <a:ea typeface="Calibri" panose="020F0502020204030204" pitchFamily="34" charset="0"/>
                          <a:cs typeface="Calibri" panose="020F0502020204030204" pitchFamily="34" charset="0"/>
                        </a:rPr>
                        <a:t>Role</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000048"/>
                    </a:solidFill>
                  </a:tcPr>
                </a:tc>
                <a:tc>
                  <a:txBody>
                    <a:bodyPr/>
                    <a:lstStyle/>
                    <a:p>
                      <a:pPr marL="0" indent="0" algn="l">
                        <a:buNone/>
                      </a:pPr>
                      <a:r>
                        <a:rPr lang="en-US" sz="1400" b="1" kern="1100">
                          <a:solidFill>
                            <a:srgbClr val="FFFFFF"/>
                          </a:solidFill>
                          <a:latin typeface="Calibri" panose="020F0502020204030204" pitchFamily="34" charset="0"/>
                          <a:ea typeface="Calibri" panose="020F0502020204030204" pitchFamily="34" charset="0"/>
                          <a:cs typeface="Calibri" panose="020F0502020204030204" pitchFamily="34" charset="0"/>
                        </a:rPr>
                        <a:t>Name </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000048"/>
                    </a:solidFill>
                  </a:tcPr>
                </a:tc>
                <a:tc>
                  <a:txBody>
                    <a:bodyPr/>
                    <a:lstStyle/>
                    <a:p>
                      <a:pPr marL="0" indent="0" algn="l">
                        <a:buNone/>
                      </a:pPr>
                      <a:r>
                        <a:rPr lang="en-US" sz="1400" b="1" kern="1100">
                          <a:solidFill>
                            <a:srgbClr val="FFFFFF"/>
                          </a:solidFill>
                          <a:latin typeface="Calibri" panose="020F0502020204030204" pitchFamily="34" charset="0"/>
                          <a:ea typeface="Calibri" panose="020F0502020204030204" pitchFamily="34" charset="0"/>
                          <a:cs typeface="Calibri" panose="020F0502020204030204" pitchFamily="34" charset="0"/>
                        </a:rPr>
                        <a:t>Location</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000048"/>
                    </a:solidFill>
                  </a:tcPr>
                </a:tc>
                <a:tc>
                  <a:txBody>
                    <a:bodyPr/>
                    <a:lstStyle/>
                    <a:p>
                      <a:pPr marL="0" indent="0" algn="l">
                        <a:buNone/>
                      </a:pPr>
                      <a:r>
                        <a:rPr lang="en-US" sz="1400" b="1" kern="1100">
                          <a:solidFill>
                            <a:srgbClr val="FFFFFF"/>
                          </a:solidFill>
                          <a:latin typeface="Calibri" panose="020F0502020204030204" pitchFamily="34" charset="0"/>
                          <a:ea typeface="Calibri" panose="020F0502020204030204" pitchFamily="34" charset="0"/>
                          <a:cs typeface="Calibri" panose="020F0502020204030204" pitchFamily="34" charset="0"/>
                        </a:rPr>
                        <a:t>Allocation Type</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000048"/>
                    </a:solidFill>
                  </a:tcPr>
                </a:tc>
                <a:tc>
                  <a:txBody>
                    <a:bodyPr/>
                    <a:lstStyle/>
                    <a:p>
                      <a:pPr marL="0" indent="0" algn="l">
                        <a:buNone/>
                      </a:pPr>
                      <a:r>
                        <a:rPr lang="en-US" sz="1400" b="1" kern="1100">
                          <a:solidFill>
                            <a:srgbClr val="FFFFFF"/>
                          </a:solidFill>
                          <a:latin typeface="Calibri" panose="020F0502020204030204" pitchFamily="34" charset="0"/>
                          <a:ea typeface="Calibri" panose="020F0502020204030204" pitchFamily="34" charset="0"/>
                          <a:cs typeface="Calibri" panose="020F0502020204030204" pitchFamily="34" charset="0"/>
                        </a:rPr>
                        <a:t>Primary focus</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000048"/>
                    </a:solidFill>
                  </a:tcPr>
                </a:tc>
                <a:extLst>
                  <a:ext uri="{0D108BD9-81ED-4DB2-BD59-A6C34878D82A}">
                    <a16:rowId xmlns:a16="http://schemas.microsoft.com/office/drawing/2014/main" val="10000"/>
                  </a:ext>
                </a:extLst>
              </a:tr>
              <a:tr h="709624">
                <a:tc>
                  <a:txBody>
                    <a:bodyPr/>
                    <a:lstStyle/>
                    <a:p>
                      <a:pPr marL="0" indent="0" algn="l">
                        <a:buNone/>
                      </a:pPr>
                      <a:r>
                        <a:rPr lang="en-US" sz="1300" b="1">
                          <a:solidFill>
                            <a:srgbClr val="000048"/>
                          </a:solidFill>
                          <a:latin typeface="Calibri" panose="020F0502020204030204" pitchFamily="34" charset="0"/>
                          <a:ea typeface="Calibri" panose="020F0502020204030204" pitchFamily="34" charset="0"/>
                          <a:cs typeface="Calibri" panose="020F0502020204030204" pitchFamily="34" charset="0"/>
                        </a:rPr>
                        <a:t>Lead Integration Architect</a:t>
                      </a:r>
                      <a:endParaRPr lang="en-US" sz="130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indent="0" algn="l" rtl="0" eaLnBrk="1" fontAlgn="b" latinLnBrk="0" hangingPunct="1">
                        <a:buNone/>
                      </a:pPr>
                      <a:r>
                        <a:rPr lang="en-US" sz="1300" kern="1200">
                          <a:solidFill>
                            <a:srgbClr val="002060"/>
                          </a:solidFill>
                          <a:latin typeface="Calibri"/>
                          <a:ea typeface="Calibri"/>
                          <a:cs typeface="Calibri"/>
                        </a:rPr>
                        <a:t>   TBC</a:t>
                      </a:r>
                    </a:p>
                  </a:txBody>
                  <a:tcPr marL="6350" marR="6350" marT="6350" marB="0"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indent="0" algn="l">
                        <a:buNone/>
                      </a:pPr>
                      <a:r>
                        <a:rPr lang="en-US" sz="1300" kern="1200">
                          <a:solidFill>
                            <a:srgbClr val="002060"/>
                          </a:solidFill>
                          <a:latin typeface="Calibri"/>
                          <a:ea typeface="Calibri"/>
                          <a:cs typeface="Calibri"/>
                        </a:rPr>
                        <a:t>Offshore</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indent="0" algn="l">
                        <a:buNone/>
                      </a:pPr>
                      <a:r>
                        <a:rPr lang="en-US" sz="1300" kern="1200">
                          <a:solidFill>
                            <a:srgbClr val="002060"/>
                          </a:solidFill>
                          <a:latin typeface="Calibri"/>
                          <a:ea typeface="Calibri"/>
                          <a:cs typeface="Calibri"/>
                        </a:rPr>
                        <a:t> New</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indent="0" algn="l">
                        <a:buNone/>
                      </a:pPr>
                      <a:r>
                        <a:rPr lang="en-US" sz="1300" kern="1200">
                          <a:solidFill>
                            <a:srgbClr val="002060"/>
                          </a:solidFill>
                          <a:latin typeface="Calibri"/>
                          <a:ea typeface="Calibri"/>
                          <a:cs typeface="Calibri"/>
                        </a:rPr>
                        <a:t>Design authority; pairs with Chaucer's architect; owns SIF direction, Governance, sets Pattern catalogue, APIM high-level design, Reference diagrams</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9624">
                <a:tc>
                  <a:txBody>
                    <a:bodyPr/>
                    <a:lstStyle/>
                    <a:p>
                      <a:pPr marL="0" indent="0" algn="l">
                        <a:buNone/>
                      </a:pPr>
                      <a:r>
                        <a:rPr lang="en-US" sz="1300" b="1">
                          <a:solidFill>
                            <a:srgbClr val="000048"/>
                          </a:solidFill>
                          <a:latin typeface="Calibri" panose="020F0502020204030204" pitchFamily="34" charset="0"/>
                          <a:ea typeface="Calibri" panose="020F0502020204030204" pitchFamily="34" charset="0"/>
                          <a:cs typeface="Calibri" panose="020F0502020204030204" pitchFamily="34" charset="0"/>
                        </a:rPr>
                        <a:t>Azure / APIM Architect</a:t>
                      </a:r>
                      <a:endParaRPr lang="en-US" sz="130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indent="0" algn="l">
                        <a:buNone/>
                      </a:pPr>
                      <a:r>
                        <a:rPr lang="en-US" sz="1300" kern="1200">
                          <a:solidFill>
                            <a:srgbClr val="002060"/>
                          </a:solidFill>
                          <a:latin typeface="Calibri"/>
                          <a:ea typeface="Calibri"/>
                          <a:cs typeface="Calibri"/>
                        </a:rPr>
                        <a:t>Joycell Sundararaj</a:t>
                      </a:r>
                    </a:p>
                    <a:p>
                      <a:pPr marL="0" lvl="0" indent="0" algn="l">
                        <a:buNone/>
                      </a:pPr>
                      <a:r>
                        <a:rPr lang="en-US" sz="1300" kern="1200">
                          <a:solidFill>
                            <a:srgbClr val="002060"/>
                          </a:solidFill>
                          <a:latin typeface="Calibri"/>
                          <a:ea typeface="Calibri"/>
                          <a:cs typeface="Calibri"/>
                        </a:rPr>
                        <a:t>(</a:t>
                      </a:r>
                      <a:r>
                        <a:rPr lang="en-US" sz="1300" kern="1200" noProof="0">
                          <a:solidFill>
                            <a:srgbClr val="002060"/>
                          </a:solidFill>
                          <a:latin typeface="Calibri"/>
                          <a:ea typeface="Calibri"/>
                          <a:cs typeface="Calibri"/>
                        </a:rPr>
                        <a:t>Joycell.Sundararaj@cognizant.com</a:t>
                      </a:r>
                      <a:r>
                        <a:rPr lang="en-US" sz="1300" kern="1200">
                          <a:solidFill>
                            <a:srgbClr val="002060"/>
                          </a:solidFill>
                          <a:latin typeface="Calibri"/>
                          <a:ea typeface="Calibri"/>
                          <a:cs typeface="Calibri"/>
                        </a:rPr>
                        <a:t>)</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indent="0" algn="l">
                        <a:buNone/>
                      </a:pPr>
                      <a:r>
                        <a:rPr lang="en-US" sz="1300" kern="1200">
                          <a:solidFill>
                            <a:srgbClr val="002060"/>
                          </a:solidFill>
                          <a:latin typeface="Calibri"/>
                          <a:ea typeface="Calibri"/>
                          <a:cs typeface="Calibri"/>
                        </a:rPr>
                        <a:t>Onshore</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indent="0" algn="l" defTabSz="914400" rtl="0" eaLnBrk="1" latinLnBrk="0" hangingPunct="1">
                        <a:buNone/>
                      </a:pPr>
                      <a:r>
                        <a:rPr lang="en-US" sz="1300" kern="1200">
                          <a:solidFill>
                            <a:srgbClr val="002060"/>
                          </a:solidFill>
                          <a:latin typeface="Calibri"/>
                          <a:ea typeface="Calibri"/>
                          <a:cs typeface="Calibri"/>
                        </a:rPr>
                        <a:t> Existing</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kern="1200">
                          <a:solidFill>
                            <a:srgbClr val="002060"/>
                          </a:solidFill>
                          <a:latin typeface="Calibri"/>
                          <a:ea typeface="Calibri"/>
                          <a:cs typeface="Calibri"/>
                        </a:rPr>
                        <a:t>Pattern catalogue, APIM design and overall documentation, peer &amp;  Architect review, and TDA alignment</a:t>
                      </a:r>
                    </a:p>
                    <a:p>
                      <a:pPr marL="0" indent="0" algn="l">
                        <a:buNone/>
                      </a:pPr>
                      <a:endParaRPr lang="en-US" sz="1300" kern="1200">
                        <a:solidFill>
                          <a:srgbClr val="002060"/>
                        </a:solidFill>
                        <a:latin typeface="Calibri"/>
                        <a:ea typeface="Calibri"/>
                        <a:cs typeface="Calibri"/>
                      </a:endParaRP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0999">
                <a:tc>
                  <a:txBody>
                    <a:bodyPr/>
                    <a:lstStyle/>
                    <a:p>
                      <a:pPr marL="0" indent="0" algn="l" rtl="0" eaLnBrk="1" fontAlgn="b" latinLnBrk="0" hangingPunct="1">
                        <a:buNone/>
                      </a:pPr>
                      <a:r>
                        <a:rPr lang="en-US" sz="1300" b="1" kern="1100">
                          <a:solidFill>
                            <a:srgbClr val="000048"/>
                          </a:solidFill>
                          <a:latin typeface="Calibri"/>
                          <a:ea typeface="Calibri"/>
                          <a:cs typeface="Calibri"/>
                        </a:rPr>
                        <a:t> Offshore Lead </a:t>
                      </a:r>
                    </a:p>
                  </a:txBody>
                  <a:tcPr marL="6350" marR="6350" marT="6350" marB="0"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indent="0" algn="l">
                        <a:buNone/>
                      </a:pPr>
                      <a:r>
                        <a:rPr lang="en-US" sz="1300" kern="1200">
                          <a:solidFill>
                            <a:srgbClr val="002060"/>
                          </a:solidFill>
                          <a:latin typeface="Calibri"/>
                          <a:ea typeface="Calibri"/>
                          <a:cs typeface="Calibri"/>
                        </a:rPr>
                        <a:t>Pragyan Tripathy</a:t>
                      </a:r>
                      <a:endParaRPr lang="en-US"/>
                    </a:p>
                    <a:p>
                      <a:pPr marL="0" lvl="0" indent="0" algn="l">
                        <a:buNone/>
                      </a:pPr>
                      <a:r>
                        <a:rPr lang="en-US" sz="1300" kern="1200">
                          <a:solidFill>
                            <a:srgbClr val="002060"/>
                          </a:solidFill>
                          <a:latin typeface="Calibri"/>
                          <a:ea typeface="Calibri"/>
                          <a:cs typeface="Calibri"/>
                        </a:rPr>
                        <a:t>(Pragyanparamita.tripathy@cognizant.com)</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indent="0" algn="l">
                        <a:buNone/>
                      </a:pPr>
                      <a:r>
                        <a:rPr lang="en-US" sz="1300" kern="1200">
                          <a:solidFill>
                            <a:srgbClr val="002060"/>
                          </a:solidFill>
                          <a:latin typeface="Calibri"/>
                          <a:ea typeface="Calibri"/>
                          <a:cs typeface="Calibri"/>
                        </a:rPr>
                        <a:t>Offshore</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marR="0" lvl="0" indent="0" algn="l">
                        <a:lnSpc>
                          <a:spcPct val="100000"/>
                        </a:lnSpc>
                        <a:spcBef>
                          <a:spcPts val="0"/>
                        </a:spcBef>
                        <a:spcAft>
                          <a:spcPts val="0"/>
                        </a:spcAft>
                        <a:buNone/>
                      </a:pPr>
                      <a:r>
                        <a:rPr lang="en-US" sz="1300" kern="1200" noProof="0">
                          <a:solidFill>
                            <a:srgbClr val="002060"/>
                          </a:solidFill>
                          <a:latin typeface="Calibri"/>
                          <a:ea typeface="Calibri"/>
                          <a:cs typeface="Calibri"/>
                        </a:rPr>
                        <a:t> Existing</a:t>
                      </a:r>
                      <a:endParaRPr lang="en-US" sz="1300" kern="1200">
                        <a:solidFill>
                          <a:srgbClr val="002060"/>
                        </a:solidFill>
                        <a:latin typeface="Calibri"/>
                        <a:ea typeface="Calibri"/>
                        <a:cs typeface="Calibri"/>
                      </a:endParaRP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tc>
                  <a:txBody>
                    <a:bodyPr/>
                    <a:lstStyle/>
                    <a:p>
                      <a:pPr marL="0" indent="0" algn="l">
                        <a:buNone/>
                      </a:pPr>
                      <a:r>
                        <a:rPr lang="en-US" sz="1300" kern="1200">
                          <a:solidFill>
                            <a:srgbClr val="002060"/>
                          </a:solidFill>
                          <a:latin typeface="Calibri"/>
                          <a:ea typeface="Calibri"/>
                          <a:cs typeface="Calibri"/>
                        </a:rPr>
                        <a:t>Manages over all reporting delivery of Project</a:t>
                      </a: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FFFFFF"/>
                    </a:solidFill>
                  </a:tcPr>
                </a:tc>
                <a:extLst>
                  <a:ext uri="{0D108BD9-81ED-4DB2-BD59-A6C34878D82A}">
                    <a16:rowId xmlns:a16="http://schemas.microsoft.com/office/drawing/2014/main" val="4224017577"/>
                  </a:ext>
                </a:extLst>
              </a:tr>
              <a:tr h="567698">
                <a:tc>
                  <a:txBody>
                    <a:bodyPr/>
                    <a:lstStyle/>
                    <a:p>
                      <a:pPr marL="0" indent="0">
                        <a:buNone/>
                      </a:pPr>
                      <a:endParaRPr lang="en-US" sz="1300" b="1">
                        <a:solidFill>
                          <a:srgbClr val="000048"/>
                        </a:solidFill>
                        <a:latin typeface="Calibri"/>
                        <a:ea typeface="Calibri"/>
                        <a:cs typeface="Calibri"/>
                      </a:endParaRP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EEF0F6"/>
                    </a:solidFill>
                  </a:tcPr>
                </a:tc>
                <a:tc>
                  <a:txBody>
                    <a:bodyPr/>
                    <a:lstStyle/>
                    <a:p>
                      <a:pPr marL="0" indent="0">
                        <a:buNone/>
                      </a:pPr>
                      <a:endParaRPr lang="en-US" sz="130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EEF0F6"/>
                    </a:solidFill>
                  </a:tcPr>
                </a:tc>
                <a:tc>
                  <a:txBody>
                    <a:bodyPr/>
                    <a:lstStyle/>
                    <a:p>
                      <a:pPr marL="0" indent="0">
                        <a:buNone/>
                      </a:pPr>
                      <a:endParaRPr lang="en-US" sz="130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EEF0F6"/>
                    </a:solidFill>
                  </a:tcPr>
                </a:tc>
                <a:tc>
                  <a:txBody>
                    <a:bodyPr/>
                    <a:lstStyle/>
                    <a:p>
                      <a:pPr marL="0" indent="0">
                        <a:buNone/>
                      </a:pPr>
                      <a:endParaRPr lang="en-US" sz="130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EEF0F6"/>
                    </a:solidFill>
                  </a:tcPr>
                </a:tc>
                <a:tc>
                  <a:txBody>
                    <a:bodyPr/>
                    <a:lstStyle/>
                    <a:p>
                      <a:pPr marL="0" indent="0">
                        <a:buNone/>
                      </a:pPr>
                      <a:r>
                        <a:rPr lang="en-US" sz="1300">
                          <a:solidFill>
                            <a:srgbClr val="5B5E72"/>
                          </a:solidFill>
                          <a:latin typeface="Calibri"/>
                          <a:ea typeface="Calibri"/>
                          <a:cs typeface="Calibri"/>
                        </a:rPr>
                        <a:t>8-weeks engagement</a:t>
                      </a:r>
                      <a:endParaRPr lang="en-US" sz="1300">
                        <a:latin typeface="Calibri"/>
                        <a:ea typeface="Calibri"/>
                        <a:cs typeface="Calibri"/>
                      </a:endParaRPr>
                    </a:p>
                  </a:txBody>
                  <a:tcPr anchor="ctr">
                    <a:lnL w="6350" cap="flat" cmpd="sng" algn="ctr">
                      <a:solidFill>
                        <a:srgbClr val="C9CDDC"/>
                      </a:solidFill>
                      <a:prstDash val="solid"/>
                      <a:round/>
                      <a:headEnd type="none" w="med" len="med"/>
                      <a:tailEnd type="none" w="med" len="med"/>
                    </a:lnL>
                    <a:lnR w="6350" cap="flat" cmpd="sng" algn="ctr">
                      <a:solidFill>
                        <a:srgbClr val="C9CDDC"/>
                      </a:solidFill>
                      <a:prstDash val="solid"/>
                      <a:round/>
                      <a:headEnd type="none" w="med" len="med"/>
                      <a:tailEnd type="none" w="med" len="med"/>
                    </a:lnR>
                    <a:lnT w="6350" cap="flat" cmpd="sng" algn="ctr">
                      <a:solidFill>
                        <a:srgbClr val="C9CDDC"/>
                      </a:solidFill>
                      <a:prstDash val="solid"/>
                      <a:round/>
                      <a:headEnd type="none" w="med" len="med"/>
                      <a:tailEnd type="none" w="med" len="med"/>
                    </a:lnT>
                    <a:lnB w="6350" cap="flat" cmpd="sng" algn="ctr">
                      <a:solidFill>
                        <a:srgbClr val="C9CDDC"/>
                      </a:solidFill>
                      <a:prstDash val="solid"/>
                      <a:round/>
                      <a:headEnd type="none" w="med" len="med"/>
                      <a:tailEnd type="none" w="med" len="med"/>
                    </a:lnB>
                    <a:solidFill>
                      <a:srgbClr val="EEF0F6"/>
                    </a:solidFill>
                  </a:tcPr>
                </a:tc>
                <a:extLst>
                  <a:ext uri="{0D108BD9-81ED-4DB2-BD59-A6C34878D82A}">
                    <a16:rowId xmlns:a16="http://schemas.microsoft.com/office/drawing/2014/main" val="10005"/>
                  </a:ext>
                </a:extLst>
              </a:tr>
            </a:tbl>
          </a:graphicData>
        </a:graphic>
      </p:graphicFrame>
      <p:sp>
        <p:nvSpPr>
          <p:cNvPr id="11" name="Text 5">
            <a:extLst>
              <a:ext uri="{FF2B5EF4-FFF2-40B4-BE49-F238E27FC236}">
                <a16:creationId xmlns:a16="http://schemas.microsoft.com/office/drawing/2014/main" id="{C2776F91-4594-8DB6-064B-9B14B338667A}"/>
              </a:ext>
            </a:extLst>
          </p:cNvPr>
          <p:cNvSpPr/>
          <p:nvPr/>
        </p:nvSpPr>
        <p:spPr>
          <a:xfrm>
            <a:off x="10058400" y="6473952"/>
            <a:ext cx="640080" cy="274320"/>
          </a:xfrm>
          <a:prstGeom prst="rect">
            <a:avLst/>
          </a:prstGeom>
          <a:noFill/>
          <a:ln/>
        </p:spPr>
        <p:txBody>
          <a:bodyPr wrap="square" lIns="0" tIns="0" rIns="0" bIns="0" rtlCol="0" anchor="ctr"/>
          <a:lstStyle/>
          <a:p>
            <a:pPr marL="0" indent="0" algn="r">
              <a:buNone/>
            </a:pPr>
            <a:r>
              <a:rPr lang="en-US" sz="850">
                <a:solidFill>
                  <a:srgbClr val="5B5E72"/>
                </a:solidFill>
                <a:latin typeface="Arial" pitchFamily="34" charset="0"/>
                <a:ea typeface="Arial" pitchFamily="34" charset="-122"/>
                <a:cs typeface="Arial" pitchFamily="34" charset="-120"/>
              </a:rPr>
              <a:t>8</a:t>
            </a:r>
            <a:endParaRPr lang="en-US" sz="850"/>
          </a:p>
        </p:txBody>
      </p:sp>
      <p:sp>
        <p:nvSpPr>
          <p:cNvPr id="15" name="Text 36">
            <a:extLst>
              <a:ext uri="{FF2B5EF4-FFF2-40B4-BE49-F238E27FC236}">
                <a16:creationId xmlns:a16="http://schemas.microsoft.com/office/drawing/2014/main" id="{6A6C646D-46BD-D4B0-84A3-9DA860C27CE9}"/>
              </a:ext>
            </a:extLst>
          </p:cNvPr>
          <p:cNvSpPr/>
          <p:nvPr/>
        </p:nvSpPr>
        <p:spPr>
          <a:xfrm>
            <a:off x="555897" y="5232401"/>
            <a:ext cx="10977156" cy="731520"/>
          </a:xfrm>
          <a:prstGeom prst="rect">
            <a:avLst/>
          </a:prstGeom>
          <a:noFill/>
          <a:ln/>
        </p:spPr>
        <p:txBody>
          <a:bodyPr wrap="square" lIns="0" tIns="0" rIns="0" bIns="0" rtlCol="0" anchor="ctr"/>
          <a:lstStyle/>
          <a:p>
            <a:r>
              <a:rPr lang="en-US" sz="2000" i="1" dirty="0">
                <a:solidFill>
                  <a:srgbClr val="5B5E72"/>
                </a:solidFill>
                <a:latin typeface="Arial"/>
                <a:ea typeface="Calibri"/>
                <a:cs typeface="Arial"/>
              </a:rPr>
              <a:t>*</a:t>
            </a:r>
            <a:r>
              <a:rPr lang="en-US" sz="2000" b="1" kern="1100" dirty="0">
                <a:solidFill>
                  <a:srgbClr val="000048"/>
                </a:solidFill>
                <a:latin typeface="Calibri"/>
                <a:ea typeface="Calibri"/>
                <a:cs typeface="Calibri"/>
              </a:rPr>
              <a:t>Cost : £13k (Approx)</a:t>
            </a:r>
          </a:p>
        </p:txBody>
      </p:sp>
    </p:spTree>
    <p:extLst>
      <p:ext uri="{BB962C8B-B14F-4D97-AF65-F5344CB8AC3E}">
        <p14:creationId xmlns:p14="http://schemas.microsoft.com/office/powerpoint/2010/main" val="2746927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CA9CC-48AF-B42F-2A93-010E0E0107D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426F36B-842B-D485-027C-E018C238CA0D}"/>
              </a:ext>
            </a:extLst>
          </p:cNvPr>
          <p:cNvSpPr>
            <a:spLocks noGrp="1"/>
          </p:cNvSpPr>
          <p:nvPr>
            <p:ph type="ftr" sz="quarter" idx="11"/>
          </p:nvPr>
        </p:nvSpPr>
        <p:spPr/>
        <p:txBody>
          <a:bodyPr/>
          <a:lstStyle/>
          <a:p>
            <a:r>
              <a:rPr lang="en-US"/>
              <a:t>© 2026–2027 Cognizant | Private</a:t>
            </a:r>
          </a:p>
        </p:txBody>
      </p:sp>
      <p:sp>
        <p:nvSpPr>
          <p:cNvPr id="4" name="Slide Number Placeholder 3">
            <a:extLst>
              <a:ext uri="{FF2B5EF4-FFF2-40B4-BE49-F238E27FC236}">
                <a16:creationId xmlns:a16="http://schemas.microsoft.com/office/drawing/2014/main" id="{35FE0B9D-D088-2045-A84A-07524AA82177}"/>
              </a:ext>
            </a:extLst>
          </p:cNvPr>
          <p:cNvSpPr>
            <a:spLocks noGrp="1"/>
          </p:cNvSpPr>
          <p:nvPr>
            <p:ph type="sldNum" sz="quarter" idx="12"/>
          </p:nvPr>
        </p:nvSpPr>
        <p:spPr/>
        <p:txBody>
          <a:bodyPr/>
          <a:lstStyle/>
          <a:p>
            <a:fld id="{38826FC0-333C-E549-9FA3-0EE43DF298A3}" type="slidenum">
              <a:rPr lang="en-US" smtClean="0"/>
              <a:pPr/>
              <a:t>17</a:t>
            </a:fld>
            <a:endParaRPr lang="en-US"/>
          </a:p>
        </p:txBody>
      </p:sp>
      <p:sp>
        <p:nvSpPr>
          <p:cNvPr id="5" name="Title 4">
            <a:extLst>
              <a:ext uri="{FF2B5EF4-FFF2-40B4-BE49-F238E27FC236}">
                <a16:creationId xmlns:a16="http://schemas.microsoft.com/office/drawing/2014/main" id="{7B1538FE-F681-0214-D30A-7DC02294ABBA}"/>
              </a:ext>
            </a:extLst>
          </p:cNvPr>
          <p:cNvSpPr>
            <a:spLocks noGrp="1"/>
          </p:cNvSpPr>
          <p:nvPr>
            <p:ph type="ctrTitle"/>
          </p:nvPr>
        </p:nvSpPr>
        <p:spPr>
          <a:xfrm>
            <a:off x="1005840" y="2192399"/>
            <a:ext cx="7143750" cy="498598"/>
          </a:xfrm>
        </p:spPr>
        <p:txBody>
          <a:bodyPr/>
          <a:lstStyle/>
          <a:p>
            <a:r>
              <a:rPr lang="en-GB" sz="2400">
                <a:solidFill>
                  <a:srgbClr val="FFFFFF"/>
                </a:solidFill>
                <a:latin typeface="Arial"/>
                <a:cs typeface="Arial"/>
              </a:rPr>
              <a:t>Q</a:t>
            </a:r>
            <a:r>
              <a:rPr lang="en-GB"/>
              <a:t> </a:t>
            </a:r>
            <a:r>
              <a:rPr lang="en-GB" sz="2400">
                <a:solidFill>
                  <a:srgbClr val="FFFFFF"/>
                </a:solidFill>
                <a:latin typeface="Arial"/>
                <a:cs typeface="Arial"/>
              </a:rPr>
              <a:t>&amp;</a:t>
            </a:r>
            <a:r>
              <a:rPr lang="en-GB"/>
              <a:t> </a:t>
            </a:r>
            <a:r>
              <a:rPr lang="en-GB" sz="2400">
                <a:solidFill>
                  <a:srgbClr val="FFFFFF"/>
                </a:solidFill>
                <a:latin typeface="Arial"/>
                <a:cs typeface="Arial"/>
              </a:rPr>
              <a:t>A</a:t>
            </a:r>
            <a:r>
              <a:rPr lang="en-GB"/>
              <a:t> </a:t>
            </a:r>
            <a:r>
              <a:rPr lang="en-GB" sz="2400">
                <a:solidFill>
                  <a:srgbClr val="FFFFFF"/>
                </a:solidFill>
                <a:latin typeface="Arial"/>
                <a:cs typeface="Arial"/>
              </a:rPr>
              <a:t>?</a:t>
            </a:r>
          </a:p>
        </p:txBody>
      </p:sp>
    </p:spTree>
    <p:extLst>
      <p:ext uri="{BB962C8B-B14F-4D97-AF65-F5344CB8AC3E}">
        <p14:creationId xmlns:p14="http://schemas.microsoft.com/office/powerpoint/2010/main" val="3960496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E6B01-2904-89D4-A4FC-DB22D3C3252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C901751-F302-A4BD-6167-4C4586EA20C0}"/>
              </a:ext>
            </a:extLst>
          </p:cNvPr>
          <p:cNvSpPr>
            <a:spLocks noGrp="1"/>
          </p:cNvSpPr>
          <p:nvPr>
            <p:ph type="ftr" sz="quarter" idx="11"/>
          </p:nvPr>
        </p:nvSpPr>
        <p:spPr/>
        <p:txBody>
          <a:bodyPr/>
          <a:lstStyle/>
          <a:p>
            <a:r>
              <a:rPr lang="en-US"/>
              <a:t>© 2026–2027 Cognizant | Private</a:t>
            </a:r>
          </a:p>
        </p:txBody>
      </p:sp>
      <p:sp>
        <p:nvSpPr>
          <p:cNvPr id="4" name="Slide Number Placeholder 3">
            <a:extLst>
              <a:ext uri="{FF2B5EF4-FFF2-40B4-BE49-F238E27FC236}">
                <a16:creationId xmlns:a16="http://schemas.microsoft.com/office/drawing/2014/main" id="{FCA551CD-103A-285D-C061-5723049CB8C4}"/>
              </a:ext>
            </a:extLst>
          </p:cNvPr>
          <p:cNvSpPr>
            <a:spLocks noGrp="1"/>
          </p:cNvSpPr>
          <p:nvPr>
            <p:ph type="sldNum" sz="quarter" idx="12"/>
          </p:nvPr>
        </p:nvSpPr>
        <p:spPr/>
        <p:txBody>
          <a:bodyPr/>
          <a:lstStyle/>
          <a:p>
            <a:fld id="{38826FC0-333C-E549-9FA3-0EE43DF298A3}" type="slidenum">
              <a:rPr lang="en-US" smtClean="0"/>
              <a:pPr/>
              <a:t>18</a:t>
            </a:fld>
            <a:endParaRPr lang="en-US"/>
          </a:p>
        </p:txBody>
      </p:sp>
      <p:sp>
        <p:nvSpPr>
          <p:cNvPr id="5" name="Title 4">
            <a:extLst>
              <a:ext uri="{FF2B5EF4-FFF2-40B4-BE49-F238E27FC236}">
                <a16:creationId xmlns:a16="http://schemas.microsoft.com/office/drawing/2014/main" id="{6C812A55-813F-100E-1C66-C685EF82A0DB}"/>
              </a:ext>
            </a:extLst>
          </p:cNvPr>
          <p:cNvSpPr>
            <a:spLocks noGrp="1"/>
          </p:cNvSpPr>
          <p:nvPr>
            <p:ph type="ctrTitle"/>
          </p:nvPr>
        </p:nvSpPr>
        <p:spPr>
          <a:xfrm>
            <a:off x="1005840" y="2313113"/>
            <a:ext cx="7143750" cy="387798"/>
          </a:xfrm>
        </p:spPr>
        <p:txBody>
          <a:bodyPr/>
          <a:lstStyle/>
          <a:p>
            <a:r>
              <a:rPr lang="en-GB" sz="2800">
                <a:solidFill>
                  <a:srgbClr val="FFFFFF"/>
                </a:solidFill>
                <a:latin typeface="Arial"/>
                <a:cs typeface="Arial"/>
              </a:rPr>
              <a:t>Appendix​</a:t>
            </a:r>
          </a:p>
        </p:txBody>
      </p:sp>
    </p:spTree>
    <p:extLst>
      <p:ext uri="{BB962C8B-B14F-4D97-AF65-F5344CB8AC3E}">
        <p14:creationId xmlns:p14="http://schemas.microsoft.com/office/powerpoint/2010/main" val="3980945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326DC-ACDE-C5C6-1440-F9BE09EFA66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2A3F5D2-847D-9649-01CF-161A8AF178F1}"/>
              </a:ext>
            </a:extLst>
          </p:cNvPr>
          <p:cNvSpPr>
            <a:spLocks noGrp="1"/>
          </p:cNvSpPr>
          <p:nvPr>
            <p:ph type="ftr" sz="quarter" idx="11"/>
          </p:nvPr>
        </p:nvSpPr>
        <p:spPr/>
        <p:txBody>
          <a:bodyPr/>
          <a:lstStyle/>
          <a:p>
            <a:r>
              <a:rPr lang="en-US"/>
              <a:t>© 2026–2027 Cognizant | Private</a:t>
            </a:r>
          </a:p>
        </p:txBody>
      </p:sp>
      <p:sp>
        <p:nvSpPr>
          <p:cNvPr id="3" name="Slide Number Placeholder 2">
            <a:extLst>
              <a:ext uri="{FF2B5EF4-FFF2-40B4-BE49-F238E27FC236}">
                <a16:creationId xmlns:a16="http://schemas.microsoft.com/office/drawing/2014/main" id="{67641074-B474-AE0F-805D-057E19CDEF31}"/>
              </a:ext>
            </a:extLst>
          </p:cNvPr>
          <p:cNvSpPr>
            <a:spLocks noGrp="1"/>
          </p:cNvSpPr>
          <p:nvPr>
            <p:ph type="sldNum" sz="quarter" idx="12"/>
          </p:nvPr>
        </p:nvSpPr>
        <p:spPr/>
        <p:txBody>
          <a:bodyPr/>
          <a:lstStyle/>
          <a:p>
            <a:fld id="{38826FC0-333C-E549-9FA3-0EE43DF298A3}" type="slidenum">
              <a:rPr lang="en-US" smtClean="0"/>
              <a:pPr/>
              <a:t>19</a:t>
            </a:fld>
            <a:endParaRPr lang="en-US"/>
          </a:p>
        </p:txBody>
      </p:sp>
      <p:sp>
        <p:nvSpPr>
          <p:cNvPr id="300" name="CardBG 1"/>
          <p:cNvSpPr/>
          <p:nvPr/>
        </p:nvSpPr>
        <p:spPr>
          <a:xfrm>
            <a:off x="457200" y="900000"/>
            <a:ext cx="5524700" cy="985956"/>
          </a:xfrm>
          <a:prstGeom prst="roundRect">
            <a:avLst>
              <a:gd name="adj" fmla="val 8000"/>
            </a:avLst>
          </a:prstGeom>
          <a:solidFill>
            <a:srgbClr val="EEF0F6"/>
          </a:solidFill>
          <a:ln>
            <a:noFill/>
          </a:ln>
        </p:spPr>
        <p:txBody>
          <a:bodyPr/>
          <a:lstStyle/>
          <a:p>
            <a:endParaRPr lang="en-US"/>
          </a:p>
        </p:txBody>
      </p:sp>
      <p:sp>
        <p:nvSpPr>
          <p:cNvPr id="301" name="Badge 1"/>
          <p:cNvSpPr/>
          <p:nvPr/>
        </p:nvSpPr>
        <p:spPr>
          <a:xfrm>
            <a:off x="594360" y="1192978"/>
            <a:ext cx="400000" cy="400000"/>
          </a:xfrm>
          <a:prstGeom prst="ellipse">
            <a:avLst/>
          </a:prstGeom>
          <a:solidFill>
            <a:srgbClr val="000048"/>
          </a:solidFill>
          <a:ln>
            <a:noFill/>
          </a:ln>
        </p:spPr>
        <p:txBody>
          <a:bodyPr wrap="square" lIns="0" tIns="0" rIns="0" bIns="0" anchor="ctr" anchorCtr="1"/>
          <a:lstStyle/>
          <a:p>
            <a:pPr algn="ctr"/>
            <a:r>
              <a:rPr lang="en-US" sz="1400" b="1">
                <a:solidFill>
                  <a:srgbClr val="FFFFFF"/>
                </a:solidFill>
                <a:latin typeface="Calibri"/>
                <a:cs typeface="Calibri"/>
              </a:rPr>
              <a:t>1</a:t>
            </a:r>
          </a:p>
        </p:txBody>
      </p:sp>
      <p:sp>
        <p:nvSpPr>
          <p:cNvPr id="302" name="CardText 1"/>
          <p:cNvSpPr txBox="1"/>
          <p:nvPr/>
        </p:nvSpPr>
        <p:spPr>
          <a:xfrm>
            <a:off x="1131520" y="945720"/>
            <a:ext cx="4713220" cy="894516"/>
          </a:xfrm>
          <a:prstGeom prst="rect">
            <a:avLst/>
          </a:prstGeom>
          <a:noFill/>
        </p:spPr>
        <p:txBody>
          <a:bodyPr wrap="square" lIns="0" tIns="0" rIns="0" bIns="0" anchor="ctr">
            <a:noAutofit/>
          </a:bodyPr>
          <a:lstStyle/>
          <a:p>
            <a:r>
              <a:rPr lang="en-GB" sz="1300">
                <a:solidFill>
                  <a:srgbClr val="002060"/>
                </a:solidFill>
                <a:latin typeface="Calibri"/>
                <a:ea typeface="Calibri"/>
                <a:cs typeface="Calibri"/>
              </a:rPr>
              <a:t>Chaucer provides a dedicated lead Enterprise/Integration Architect as the primary counterpart throughout the engagement.</a:t>
            </a:r>
          </a:p>
        </p:txBody>
      </p:sp>
      <p:sp>
        <p:nvSpPr>
          <p:cNvPr id="310" name="CardBG 2"/>
          <p:cNvSpPr/>
          <p:nvPr/>
        </p:nvSpPr>
        <p:spPr>
          <a:xfrm>
            <a:off x="6210500" y="900000"/>
            <a:ext cx="5524700" cy="985956"/>
          </a:xfrm>
          <a:prstGeom prst="roundRect">
            <a:avLst>
              <a:gd name="adj" fmla="val 8000"/>
            </a:avLst>
          </a:prstGeom>
          <a:solidFill>
            <a:srgbClr val="EEF0F6"/>
          </a:solidFill>
          <a:ln>
            <a:noFill/>
          </a:ln>
        </p:spPr>
        <p:txBody>
          <a:bodyPr/>
          <a:lstStyle/>
          <a:p>
            <a:endParaRPr lang="en-US"/>
          </a:p>
        </p:txBody>
      </p:sp>
      <p:sp>
        <p:nvSpPr>
          <p:cNvPr id="311" name="Badge 2"/>
          <p:cNvSpPr/>
          <p:nvPr/>
        </p:nvSpPr>
        <p:spPr>
          <a:xfrm>
            <a:off x="6347660" y="1192978"/>
            <a:ext cx="400000" cy="400000"/>
          </a:xfrm>
          <a:prstGeom prst="ellipse">
            <a:avLst/>
          </a:prstGeom>
          <a:solidFill>
            <a:srgbClr val="000048"/>
          </a:solidFill>
          <a:ln>
            <a:noFill/>
          </a:ln>
        </p:spPr>
        <p:txBody>
          <a:bodyPr wrap="square" lIns="0" tIns="0" rIns="0" bIns="0" anchor="ctr" anchorCtr="1"/>
          <a:lstStyle/>
          <a:p>
            <a:pPr algn="ctr"/>
            <a:r>
              <a:rPr lang="en-US" sz="1400" b="1">
                <a:solidFill>
                  <a:srgbClr val="FFFFFF"/>
                </a:solidFill>
                <a:latin typeface="Calibri"/>
                <a:cs typeface="Calibri"/>
              </a:rPr>
              <a:t>2</a:t>
            </a:r>
          </a:p>
        </p:txBody>
      </p:sp>
      <p:sp>
        <p:nvSpPr>
          <p:cNvPr id="312" name="CardText 2"/>
          <p:cNvSpPr txBox="1"/>
          <p:nvPr/>
        </p:nvSpPr>
        <p:spPr>
          <a:xfrm>
            <a:off x="6884820" y="945720"/>
            <a:ext cx="4713220" cy="894516"/>
          </a:xfrm>
          <a:prstGeom prst="rect">
            <a:avLst/>
          </a:prstGeom>
          <a:noFill/>
        </p:spPr>
        <p:txBody>
          <a:bodyPr wrap="square" lIns="0" tIns="0" rIns="0" bIns="0" anchor="ctr">
            <a:noAutofit/>
          </a:bodyPr>
          <a:lstStyle/>
          <a:p>
            <a:r>
              <a:rPr lang="en-GB" sz="1300">
                <a:solidFill>
                  <a:srgbClr val="002060"/>
                </a:solidFill>
                <a:latin typeface="Calibri"/>
                <a:ea typeface="Calibri"/>
                <a:cs typeface="Calibri"/>
              </a:rPr>
              <a:t>Chaucer’s cloud and data operating model is available at or before kick-off and remains materially stable; changes go through change control.</a:t>
            </a:r>
          </a:p>
        </p:txBody>
      </p:sp>
      <p:sp>
        <p:nvSpPr>
          <p:cNvPr id="320" name="CardBG 3"/>
          <p:cNvSpPr/>
          <p:nvPr/>
        </p:nvSpPr>
        <p:spPr>
          <a:xfrm>
            <a:off x="457200" y="2023116"/>
            <a:ext cx="5524700" cy="985956"/>
          </a:xfrm>
          <a:prstGeom prst="roundRect">
            <a:avLst>
              <a:gd name="adj" fmla="val 8000"/>
            </a:avLst>
          </a:prstGeom>
          <a:solidFill>
            <a:srgbClr val="EEF0F6"/>
          </a:solidFill>
          <a:ln>
            <a:noFill/>
          </a:ln>
        </p:spPr>
        <p:txBody>
          <a:bodyPr/>
          <a:lstStyle/>
          <a:p>
            <a:endParaRPr lang="en-US"/>
          </a:p>
        </p:txBody>
      </p:sp>
      <p:sp>
        <p:nvSpPr>
          <p:cNvPr id="321" name="Badge 3"/>
          <p:cNvSpPr/>
          <p:nvPr/>
        </p:nvSpPr>
        <p:spPr>
          <a:xfrm>
            <a:off x="594360" y="2316094"/>
            <a:ext cx="400000" cy="400000"/>
          </a:xfrm>
          <a:prstGeom prst="ellipse">
            <a:avLst/>
          </a:prstGeom>
          <a:solidFill>
            <a:srgbClr val="002060"/>
          </a:solidFill>
          <a:ln>
            <a:noFill/>
          </a:ln>
        </p:spPr>
        <p:txBody>
          <a:bodyPr wrap="square" lIns="0" tIns="0" rIns="0" bIns="0" anchor="ctr" anchorCtr="1"/>
          <a:lstStyle/>
          <a:p>
            <a:pPr algn="ctr"/>
            <a:r>
              <a:rPr lang="en-US" sz="1400" b="1">
                <a:solidFill>
                  <a:srgbClr val="FFFFFF"/>
                </a:solidFill>
                <a:latin typeface="Calibri"/>
                <a:cs typeface="Calibri"/>
              </a:rPr>
              <a:t>3</a:t>
            </a:r>
          </a:p>
        </p:txBody>
      </p:sp>
      <p:sp>
        <p:nvSpPr>
          <p:cNvPr id="322" name="CardText 3"/>
          <p:cNvSpPr txBox="1"/>
          <p:nvPr/>
        </p:nvSpPr>
        <p:spPr>
          <a:xfrm>
            <a:off x="1131520" y="2068836"/>
            <a:ext cx="4713220" cy="894516"/>
          </a:xfrm>
          <a:prstGeom prst="rect">
            <a:avLst/>
          </a:prstGeom>
          <a:noFill/>
        </p:spPr>
        <p:txBody>
          <a:bodyPr wrap="square" lIns="0" tIns="0" rIns="0" bIns="0" anchor="ctr">
            <a:noAutofit/>
          </a:bodyPr>
          <a:lstStyle/>
          <a:p>
            <a:r>
              <a:rPr lang="en-GB" sz="1300">
                <a:solidFill>
                  <a:srgbClr val="002060"/>
                </a:solidFill>
                <a:latin typeface="Calibri"/>
                <a:ea typeface="Calibri"/>
                <a:cs typeface="Calibri"/>
              </a:rPr>
              <a:t>Where not yet documented, Chaucer’s lead Architect will articulate current/target-state principles during Discovery workshops.</a:t>
            </a:r>
          </a:p>
        </p:txBody>
      </p:sp>
      <p:sp>
        <p:nvSpPr>
          <p:cNvPr id="330" name="CardBG 4"/>
          <p:cNvSpPr/>
          <p:nvPr/>
        </p:nvSpPr>
        <p:spPr>
          <a:xfrm>
            <a:off x="6210500" y="2023116"/>
            <a:ext cx="5524700" cy="985956"/>
          </a:xfrm>
          <a:prstGeom prst="roundRect">
            <a:avLst>
              <a:gd name="adj" fmla="val 8000"/>
            </a:avLst>
          </a:prstGeom>
          <a:solidFill>
            <a:srgbClr val="EEF0F6"/>
          </a:solidFill>
          <a:ln>
            <a:noFill/>
          </a:ln>
        </p:spPr>
        <p:txBody>
          <a:bodyPr/>
          <a:lstStyle/>
          <a:p>
            <a:endParaRPr lang="en-US"/>
          </a:p>
        </p:txBody>
      </p:sp>
      <p:sp>
        <p:nvSpPr>
          <p:cNvPr id="331" name="Badge 4"/>
          <p:cNvSpPr/>
          <p:nvPr/>
        </p:nvSpPr>
        <p:spPr>
          <a:xfrm>
            <a:off x="6347660" y="2316094"/>
            <a:ext cx="400000" cy="400000"/>
          </a:xfrm>
          <a:prstGeom prst="ellipse">
            <a:avLst/>
          </a:prstGeom>
          <a:solidFill>
            <a:srgbClr val="002060"/>
          </a:solidFill>
          <a:ln>
            <a:noFill/>
          </a:ln>
        </p:spPr>
        <p:txBody>
          <a:bodyPr wrap="square" lIns="0" tIns="0" rIns="0" bIns="0" anchor="ctr" anchorCtr="1"/>
          <a:lstStyle/>
          <a:p>
            <a:pPr algn="ctr"/>
            <a:r>
              <a:rPr lang="en-US" sz="1400" b="1">
                <a:solidFill>
                  <a:srgbClr val="FFFFFF"/>
                </a:solidFill>
                <a:latin typeface="Calibri"/>
                <a:cs typeface="Calibri"/>
              </a:rPr>
              <a:t>4</a:t>
            </a:r>
          </a:p>
        </p:txBody>
      </p:sp>
      <p:sp>
        <p:nvSpPr>
          <p:cNvPr id="332" name="CardText 4"/>
          <p:cNvSpPr txBox="1"/>
          <p:nvPr/>
        </p:nvSpPr>
        <p:spPr>
          <a:xfrm>
            <a:off x="6884820" y="2068836"/>
            <a:ext cx="4713220" cy="894516"/>
          </a:xfrm>
          <a:prstGeom prst="rect">
            <a:avLst/>
          </a:prstGeom>
          <a:noFill/>
        </p:spPr>
        <p:txBody>
          <a:bodyPr wrap="square" lIns="0" tIns="0" rIns="0" bIns="0" anchor="ctr">
            <a:noAutofit/>
          </a:bodyPr>
          <a:lstStyle/>
          <a:p>
            <a:r>
              <a:rPr lang="en-GB" sz="1300">
                <a:solidFill>
                  <a:srgbClr val="002060"/>
                </a:solidFill>
                <a:latin typeface="Calibri"/>
                <a:ea typeface="Calibri"/>
                <a:cs typeface="Calibri"/>
              </a:rPr>
              <a:t>Chaucer provides existing architecture documentation, integration inventory &amp; standards and existing landing zones details within 5 business days of kick-off.</a:t>
            </a:r>
          </a:p>
        </p:txBody>
      </p:sp>
      <p:sp>
        <p:nvSpPr>
          <p:cNvPr id="340" name="CardBG 5"/>
          <p:cNvSpPr/>
          <p:nvPr/>
        </p:nvSpPr>
        <p:spPr>
          <a:xfrm>
            <a:off x="457200" y="3146232"/>
            <a:ext cx="5524700" cy="985956"/>
          </a:xfrm>
          <a:prstGeom prst="roundRect">
            <a:avLst>
              <a:gd name="adj" fmla="val 8000"/>
            </a:avLst>
          </a:prstGeom>
          <a:solidFill>
            <a:srgbClr val="EEF0F6"/>
          </a:solidFill>
          <a:ln>
            <a:noFill/>
          </a:ln>
        </p:spPr>
        <p:txBody>
          <a:bodyPr/>
          <a:lstStyle/>
          <a:p>
            <a:endParaRPr lang="en-US"/>
          </a:p>
        </p:txBody>
      </p:sp>
      <p:sp>
        <p:nvSpPr>
          <p:cNvPr id="341" name="Badge 5"/>
          <p:cNvSpPr/>
          <p:nvPr/>
        </p:nvSpPr>
        <p:spPr>
          <a:xfrm>
            <a:off x="594360" y="3439210"/>
            <a:ext cx="400000" cy="400000"/>
          </a:xfrm>
          <a:prstGeom prst="ellipse">
            <a:avLst/>
          </a:prstGeom>
          <a:solidFill>
            <a:srgbClr val="05819B"/>
          </a:solidFill>
          <a:ln>
            <a:noFill/>
          </a:ln>
        </p:spPr>
        <p:txBody>
          <a:bodyPr wrap="square" lIns="0" tIns="0" rIns="0" bIns="0" anchor="ctr" anchorCtr="1"/>
          <a:lstStyle/>
          <a:p>
            <a:pPr algn="ctr"/>
            <a:r>
              <a:rPr lang="en-US" sz="1400" b="1">
                <a:solidFill>
                  <a:srgbClr val="FFFFFF"/>
                </a:solidFill>
                <a:latin typeface="Calibri"/>
                <a:cs typeface="Calibri"/>
              </a:rPr>
              <a:t>5</a:t>
            </a:r>
          </a:p>
        </p:txBody>
      </p:sp>
      <p:sp>
        <p:nvSpPr>
          <p:cNvPr id="342" name="CardText 5"/>
          <p:cNvSpPr txBox="1"/>
          <p:nvPr/>
        </p:nvSpPr>
        <p:spPr>
          <a:xfrm>
            <a:off x="1131520" y="3191952"/>
            <a:ext cx="4713220" cy="894516"/>
          </a:xfrm>
          <a:prstGeom prst="rect">
            <a:avLst/>
          </a:prstGeom>
          <a:noFill/>
        </p:spPr>
        <p:txBody>
          <a:bodyPr wrap="square" lIns="0" tIns="0" rIns="0" bIns="0" anchor="ctr">
            <a:noAutofit/>
          </a:bodyPr>
          <a:lstStyle/>
          <a:p>
            <a:r>
              <a:rPr lang="en-GB" sz="1300">
                <a:solidFill>
                  <a:srgbClr val="002060"/>
                </a:solidFill>
                <a:latin typeface="Calibri"/>
                <a:ea typeface="Calibri"/>
                <a:cs typeface="Calibri"/>
              </a:rPr>
              <a:t>An Azure landing zone, core subscriptions and networking foundations are assumed provisioned under a separate workstream.</a:t>
            </a:r>
          </a:p>
        </p:txBody>
      </p:sp>
      <p:sp>
        <p:nvSpPr>
          <p:cNvPr id="350" name="CardBG 6"/>
          <p:cNvSpPr/>
          <p:nvPr/>
        </p:nvSpPr>
        <p:spPr>
          <a:xfrm>
            <a:off x="6210500" y="3146232"/>
            <a:ext cx="5524700" cy="985956"/>
          </a:xfrm>
          <a:prstGeom prst="roundRect">
            <a:avLst>
              <a:gd name="adj" fmla="val 8000"/>
            </a:avLst>
          </a:prstGeom>
          <a:solidFill>
            <a:srgbClr val="EEF0F6"/>
          </a:solidFill>
          <a:ln>
            <a:noFill/>
          </a:ln>
        </p:spPr>
        <p:txBody>
          <a:bodyPr/>
          <a:lstStyle/>
          <a:p>
            <a:endParaRPr lang="en-US"/>
          </a:p>
        </p:txBody>
      </p:sp>
      <p:sp>
        <p:nvSpPr>
          <p:cNvPr id="351" name="Badge 6"/>
          <p:cNvSpPr/>
          <p:nvPr/>
        </p:nvSpPr>
        <p:spPr>
          <a:xfrm>
            <a:off x="6347660" y="3439210"/>
            <a:ext cx="400000" cy="400000"/>
          </a:xfrm>
          <a:prstGeom prst="ellipse">
            <a:avLst/>
          </a:prstGeom>
          <a:solidFill>
            <a:srgbClr val="05819B"/>
          </a:solidFill>
          <a:ln>
            <a:noFill/>
          </a:ln>
        </p:spPr>
        <p:txBody>
          <a:bodyPr wrap="square" lIns="0" tIns="0" rIns="0" bIns="0" anchor="ctr" anchorCtr="1"/>
          <a:lstStyle/>
          <a:p>
            <a:pPr algn="ctr"/>
            <a:r>
              <a:rPr lang="en-US" sz="1400" b="1">
                <a:solidFill>
                  <a:srgbClr val="FFFFFF"/>
                </a:solidFill>
                <a:latin typeface="Calibri"/>
                <a:cs typeface="Calibri"/>
              </a:rPr>
              <a:t>6</a:t>
            </a:r>
          </a:p>
        </p:txBody>
      </p:sp>
      <p:sp>
        <p:nvSpPr>
          <p:cNvPr id="352" name="CardText 6"/>
          <p:cNvSpPr txBox="1"/>
          <p:nvPr/>
        </p:nvSpPr>
        <p:spPr>
          <a:xfrm>
            <a:off x="6884820" y="3191952"/>
            <a:ext cx="4713220" cy="894516"/>
          </a:xfrm>
          <a:prstGeom prst="rect">
            <a:avLst/>
          </a:prstGeom>
          <a:noFill/>
        </p:spPr>
        <p:txBody>
          <a:bodyPr wrap="square" lIns="0" tIns="0" rIns="0" bIns="0" anchor="ctr">
            <a:noAutofit/>
          </a:bodyPr>
          <a:lstStyle/>
          <a:p>
            <a:r>
              <a:rPr lang="en-GB" sz="1300">
                <a:solidFill>
                  <a:srgbClr val="002060"/>
                </a:solidFill>
                <a:latin typeface="Calibri"/>
                <a:ea typeface="Calibri"/>
                <a:cs typeface="Calibri"/>
              </a:rPr>
              <a:t>Snowflake data platform is an existing or separately delivered capability; this engagement defines only the interface/guardrails.</a:t>
            </a:r>
          </a:p>
        </p:txBody>
      </p:sp>
      <p:sp>
        <p:nvSpPr>
          <p:cNvPr id="360" name="CardBG 7"/>
          <p:cNvSpPr/>
          <p:nvPr/>
        </p:nvSpPr>
        <p:spPr>
          <a:xfrm>
            <a:off x="457200" y="4269348"/>
            <a:ext cx="5524700" cy="985956"/>
          </a:xfrm>
          <a:prstGeom prst="roundRect">
            <a:avLst>
              <a:gd name="adj" fmla="val 8000"/>
            </a:avLst>
          </a:prstGeom>
          <a:solidFill>
            <a:srgbClr val="EEF0F6"/>
          </a:solidFill>
          <a:ln>
            <a:noFill/>
          </a:ln>
        </p:spPr>
        <p:txBody>
          <a:bodyPr/>
          <a:lstStyle/>
          <a:p>
            <a:endParaRPr lang="en-US"/>
          </a:p>
        </p:txBody>
      </p:sp>
      <p:sp>
        <p:nvSpPr>
          <p:cNvPr id="361" name="Badge 7"/>
          <p:cNvSpPr/>
          <p:nvPr/>
        </p:nvSpPr>
        <p:spPr>
          <a:xfrm>
            <a:off x="594360" y="4562326"/>
            <a:ext cx="400000" cy="400000"/>
          </a:xfrm>
          <a:prstGeom prst="ellipse">
            <a:avLst/>
          </a:prstGeom>
          <a:solidFill>
            <a:srgbClr val="D56B23"/>
          </a:solidFill>
          <a:ln>
            <a:noFill/>
          </a:ln>
        </p:spPr>
        <p:txBody>
          <a:bodyPr wrap="square" lIns="0" tIns="0" rIns="0" bIns="0" anchor="ctr" anchorCtr="1"/>
          <a:lstStyle/>
          <a:p>
            <a:pPr algn="ctr"/>
            <a:r>
              <a:rPr lang="en-US" sz="1400" b="1">
                <a:solidFill>
                  <a:srgbClr val="FFFFFF"/>
                </a:solidFill>
                <a:latin typeface="Calibri"/>
                <a:cs typeface="Calibri"/>
              </a:rPr>
              <a:t>7</a:t>
            </a:r>
          </a:p>
        </p:txBody>
      </p:sp>
      <p:sp>
        <p:nvSpPr>
          <p:cNvPr id="362" name="CardText 7"/>
          <p:cNvSpPr txBox="1"/>
          <p:nvPr/>
        </p:nvSpPr>
        <p:spPr>
          <a:xfrm>
            <a:off x="1131520" y="4315068"/>
            <a:ext cx="4713220" cy="894516"/>
          </a:xfrm>
          <a:prstGeom prst="rect">
            <a:avLst/>
          </a:prstGeom>
          <a:noFill/>
        </p:spPr>
        <p:txBody>
          <a:bodyPr wrap="square" lIns="0" tIns="0" rIns="0" bIns="0" anchor="ctr">
            <a:noAutofit/>
          </a:bodyPr>
          <a:lstStyle/>
          <a:p>
            <a:r>
              <a:rPr lang="en-GB" sz="1300">
                <a:solidFill>
                  <a:srgbClr val="002060"/>
                </a:solidFill>
                <a:latin typeface="Calibri"/>
                <a:ea typeface="Calibri"/>
                <a:cs typeface="Calibri"/>
              </a:rPr>
              <a:t>Chaucer stakeholders review draft artefacts and provide consolidated feedback within an agreed turnaround (proposed 3 business days).</a:t>
            </a:r>
          </a:p>
        </p:txBody>
      </p:sp>
      <p:sp>
        <p:nvSpPr>
          <p:cNvPr id="370" name="CardBG 8"/>
          <p:cNvSpPr/>
          <p:nvPr/>
        </p:nvSpPr>
        <p:spPr>
          <a:xfrm>
            <a:off x="6210500" y="4269348"/>
            <a:ext cx="5524700" cy="985956"/>
          </a:xfrm>
          <a:prstGeom prst="roundRect">
            <a:avLst>
              <a:gd name="adj" fmla="val 8000"/>
            </a:avLst>
          </a:prstGeom>
          <a:solidFill>
            <a:srgbClr val="EEF0F6"/>
          </a:solidFill>
          <a:ln>
            <a:noFill/>
          </a:ln>
        </p:spPr>
        <p:txBody>
          <a:bodyPr/>
          <a:lstStyle/>
          <a:p>
            <a:endParaRPr lang="en-US"/>
          </a:p>
        </p:txBody>
      </p:sp>
      <p:sp>
        <p:nvSpPr>
          <p:cNvPr id="371" name="Badge 8"/>
          <p:cNvSpPr/>
          <p:nvPr/>
        </p:nvSpPr>
        <p:spPr>
          <a:xfrm>
            <a:off x="6347660" y="4562326"/>
            <a:ext cx="400000" cy="400000"/>
          </a:xfrm>
          <a:prstGeom prst="ellipse">
            <a:avLst/>
          </a:prstGeom>
          <a:solidFill>
            <a:srgbClr val="D56B23"/>
          </a:solidFill>
          <a:ln>
            <a:noFill/>
          </a:ln>
        </p:spPr>
        <p:txBody>
          <a:bodyPr wrap="square" lIns="0" tIns="0" rIns="0" bIns="0" anchor="ctr" anchorCtr="1"/>
          <a:lstStyle/>
          <a:p>
            <a:pPr algn="ctr"/>
            <a:r>
              <a:rPr lang="en-US" sz="1400" b="1">
                <a:solidFill>
                  <a:srgbClr val="FFFFFF"/>
                </a:solidFill>
                <a:latin typeface="Calibri"/>
                <a:cs typeface="Calibri"/>
              </a:rPr>
              <a:t>8</a:t>
            </a:r>
          </a:p>
        </p:txBody>
      </p:sp>
      <p:sp>
        <p:nvSpPr>
          <p:cNvPr id="372" name="CardText 8"/>
          <p:cNvSpPr txBox="1"/>
          <p:nvPr/>
        </p:nvSpPr>
        <p:spPr>
          <a:xfrm>
            <a:off x="6884820" y="4315068"/>
            <a:ext cx="4713220" cy="894516"/>
          </a:xfrm>
          <a:prstGeom prst="rect">
            <a:avLst/>
          </a:prstGeom>
          <a:noFill/>
        </p:spPr>
        <p:txBody>
          <a:bodyPr wrap="square" lIns="0" tIns="0" rIns="0" bIns="0" anchor="ctr">
            <a:noAutofit/>
          </a:bodyPr>
          <a:lstStyle/>
          <a:p>
            <a:r>
              <a:rPr lang="en-GB" sz="1300">
                <a:solidFill>
                  <a:srgbClr val="002060"/>
                </a:solidFill>
                <a:latin typeface="Calibri"/>
                <a:ea typeface="Calibri"/>
                <a:cs typeface="Calibri"/>
              </a:rPr>
              <a:t>Chaucer’s TDA process, submission format and governance cadence will be shared with Cognizant at kick-off but will be owned by Chaucer</a:t>
            </a:r>
          </a:p>
        </p:txBody>
      </p:sp>
      <p:sp>
        <p:nvSpPr>
          <p:cNvPr id="380" name="CardBG 9"/>
          <p:cNvSpPr/>
          <p:nvPr/>
        </p:nvSpPr>
        <p:spPr>
          <a:xfrm>
            <a:off x="457200" y="5392464"/>
            <a:ext cx="5524700" cy="985956"/>
          </a:xfrm>
          <a:prstGeom prst="roundRect">
            <a:avLst>
              <a:gd name="adj" fmla="val 8000"/>
            </a:avLst>
          </a:prstGeom>
          <a:solidFill>
            <a:srgbClr val="EEF0F6"/>
          </a:solidFill>
          <a:ln>
            <a:noFill/>
          </a:ln>
        </p:spPr>
        <p:txBody>
          <a:bodyPr/>
          <a:lstStyle/>
          <a:p>
            <a:endParaRPr lang="en-US"/>
          </a:p>
        </p:txBody>
      </p:sp>
      <p:sp>
        <p:nvSpPr>
          <p:cNvPr id="381" name="Badge 9"/>
          <p:cNvSpPr/>
          <p:nvPr/>
        </p:nvSpPr>
        <p:spPr>
          <a:xfrm>
            <a:off x="594360" y="5685442"/>
            <a:ext cx="400000" cy="400000"/>
          </a:xfrm>
          <a:prstGeom prst="ellipse">
            <a:avLst/>
          </a:prstGeom>
          <a:solidFill>
            <a:srgbClr val="2F78C4"/>
          </a:solidFill>
          <a:ln>
            <a:noFill/>
          </a:ln>
        </p:spPr>
        <p:txBody>
          <a:bodyPr wrap="square" lIns="0" tIns="0" rIns="0" bIns="0" anchor="ctr" anchorCtr="1"/>
          <a:lstStyle/>
          <a:p>
            <a:pPr algn="ctr"/>
            <a:r>
              <a:rPr lang="en-US" sz="1400" b="1">
                <a:solidFill>
                  <a:srgbClr val="FFFFFF"/>
                </a:solidFill>
                <a:latin typeface="Calibri"/>
                <a:cs typeface="Calibri"/>
              </a:rPr>
              <a:t>9</a:t>
            </a:r>
          </a:p>
        </p:txBody>
      </p:sp>
      <p:sp>
        <p:nvSpPr>
          <p:cNvPr id="382" name="CardText 9"/>
          <p:cNvSpPr txBox="1"/>
          <p:nvPr/>
        </p:nvSpPr>
        <p:spPr>
          <a:xfrm>
            <a:off x="1131520" y="5438184"/>
            <a:ext cx="4713220" cy="894516"/>
          </a:xfrm>
          <a:prstGeom prst="rect">
            <a:avLst/>
          </a:prstGeom>
          <a:noFill/>
        </p:spPr>
        <p:txBody>
          <a:bodyPr wrap="square" lIns="0" tIns="0" rIns="0" bIns="0" anchor="ctr">
            <a:noAutofit/>
          </a:bodyPr>
          <a:lstStyle/>
          <a:p>
            <a:r>
              <a:rPr lang="en-GB" sz="1300">
                <a:solidFill>
                  <a:srgbClr val="002060"/>
                </a:solidFill>
                <a:latin typeface="Calibri"/>
                <a:ea typeface="Calibri"/>
                <a:cs typeface="Calibri"/>
              </a:rPr>
              <a:t>No dedicated Chaucer development/test environment is required, as this is a design and documentation activity.</a:t>
            </a:r>
          </a:p>
        </p:txBody>
      </p:sp>
      <p:sp>
        <p:nvSpPr>
          <p:cNvPr id="390" name="CardBG 10"/>
          <p:cNvSpPr/>
          <p:nvPr/>
        </p:nvSpPr>
        <p:spPr>
          <a:xfrm>
            <a:off x="6210500" y="5392464"/>
            <a:ext cx="5524700" cy="985956"/>
          </a:xfrm>
          <a:prstGeom prst="roundRect">
            <a:avLst>
              <a:gd name="adj" fmla="val 8000"/>
            </a:avLst>
          </a:prstGeom>
          <a:solidFill>
            <a:srgbClr val="EEF0F6"/>
          </a:solidFill>
          <a:ln>
            <a:noFill/>
          </a:ln>
        </p:spPr>
        <p:txBody>
          <a:bodyPr/>
          <a:lstStyle/>
          <a:p>
            <a:endParaRPr lang="en-US"/>
          </a:p>
        </p:txBody>
      </p:sp>
      <p:sp>
        <p:nvSpPr>
          <p:cNvPr id="391" name="Badge 10"/>
          <p:cNvSpPr/>
          <p:nvPr/>
        </p:nvSpPr>
        <p:spPr>
          <a:xfrm>
            <a:off x="6347660" y="5685442"/>
            <a:ext cx="400000" cy="400000"/>
          </a:xfrm>
          <a:prstGeom prst="ellipse">
            <a:avLst/>
          </a:prstGeom>
          <a:solidFill>
            <a:srgbClr val="2F78C4"/>
          </a:solidFill>
          <a:ln>
            <a:noFill/>
          </a:ln>
        </p:spPr>
        <p:txBody>
          <a:bodyPr wrap="square" lIns="0" tIns="0" rIns="0" bIns="0" anchor="ctr" anchorCtr="1"/>
          <a:lstStyle/>
          <a:p>
            <a:pPr algn="ctr"/>
            <a:r>
              <a:rPr lang="en-US" sz="1400" b="1">
                <a:solidFill>
                  <a:srgbClr val="FFFFFF"/>
                </a:solidFill>
                <a:latin typeface="Calibri"/>
                <a:cs typeface="Calibri"/>
              </a:rPr>
              <a:t>10</a:t>
            </a:r>
          </a:p>
        </p:txBody>
      </p:sp>
      <p:sp>
        <p:nvSpPr>
          <p:cNvPr id="392" name="CardText 10"/>
          <p:cNvSpPr txBox="1"/>
          <p:nvPr/>
        </p:nvSpPr>
        <p:spPr>
          <a:xfrm>
            <a:off x="6884820" y="5438184"/>
            <a:ext cx="4713220" cy="894516"/>
          </a:xfrm>
          <a:prstGeom prst="rect">
            <a:avLst/>
          </a:prstGeom>
          <a:noFill/>
        </p:spPr>
        <p:txBody>
          <a:bodyPr wrap="square" lIns="0" tIns="0" rIns="0" bIns="0" anchor="ctr">
            <a:noAutofit/>
          </a:bodyPr>
          <a:lstStyle/>
          <a:p>
            <a:r>
              <a:rPr lang="en-GB" sz="1300">
                <a:solidFill>
                  <a:srgbClr val="002060"/>
                </a:solidFill>
                <a:latin typeface="Calibri"/>
                <a:ea typeface="Calibri"/>
                <a:cs typeface="Calibri"/>
              </a:rPr>
              <a:t>Relevant regulatory, compliance and information-security policies will be shared by Chaucer at the outset.</a:t>
            </a:r>
          </a:p>
        </p:txBody>
      </p:sp>
      <p:sp>
        <p:nvSpPr>
          <p:cNvPr id="6" name="Title 6">
            <a:extLst>
              <a:ext uri="{FF2B5EF4-FFF2-40B4-BE49-F238E27FC236}">
                <a16:creationId xmlns:a16="http://schemas.microsoft.com/office/drawing/2014/main" id="{15AFD975-DBD3-6EE9-4828-E9519CFD53CE}"/>
              </a:ext>
            </a:extLst>
          </p:cNvPr>
          <p:cNvSpPr txBox="1">
            <a:spLocks/>
          </p:cNvSpPr>
          <p:nvPr/>
        </p:nvSpPr>
        <p:spPr>
          <a:xfrm>
            <a:off x="337225" y="217416"/>
            <a:ext cx="8932184" cy="609599"/>
          </a:xfrm>
          <a:prstGeom prst="rect">
            <a:avLst/>
          </a:prstGeom>
        </p:spPr>
        <p:txBody>
          <a:bodyP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r>
              <a:rPr lang="en-GB">
                <a:solidFill>
                  <a:srgbClr val="000000"/>
                </a:solidFill>
                <a:latin typeface="Calibri" panose="020F0502020204030204" pitchFamily="34" charset="0"/>
                <a:cs typeface="Calibri" panose="020F0502020204030204" pitchFamily="34" charset="0"/>
              </a:rPr>
              <a:t>Assumptions</a:t>
            </a:r>
          </a:p>
        </p:txBody>
      </p:sp>
    </p:spTree>
    <p:extLst>
      <p:ext uri="{BB962C8B-B14F-4D97-AF65-F5344CB8AC3E}">
        <p14:creationId xmlns:p14="http://schemas.microsoft.com/office/powerpoint/2010/main" val="1117154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7C5CC-B1D6-E1C7-EEDF-833CF992E67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D6215F-4CC1-991C-61AF-DBBF575FD23C}"/>
              </a:ext>
            </a:extLst>
          </p:cNvPr>
          <p:cNvSpPr>
            <a:spLocks noGrp="1"/>
          </p:cNvSpPr>
          <p:nvPr>
            <p:ph type="ftr" sz="quarter" idx="11"/>
          </p:nvPr>
        </p:nvSpPr>
        <p:spPr/>
        <p:txBody>
          <a:bodyPr/>
          <a:lstStyle/>
          <a:p>
            <a:r>
              <a:rPr lang="en-US"/>
              <a:t>© 2026–2027 Cognizant | Private</a:t>
            </a:r>
          </a:p>
        </p:txBody>
      </p:sp>
      <p:sp>
        <p:nvSpPr>
          <p:cNvPr id="3" name="Slide Number Placeholder 2">
            <a:extLst>
              <a:ext uri="{FF2B5EF4-FFF2-40B4-BE49-F238E27FC236}">
                <a16:creationId xmlns:a16="http://schemas.microsoft.com/office/drawing/2014/main" id="{0B101ECB-DCCF-825F-EF24-C078261DE008}"/>
              </a:ext>
            </a:extLst>
          </p:cNvPr>
          <p:cNvSpPr>
            <a:spLocks noGrp="1"/>
          </p:cNvSpPr>
          <p:nvPr>
            <p:ph type="sldNum" sz="quarter" idx="12"/>
          </p:nvPr>
        </p:nvSpPr>
        <p:spPr/>
        <p:txBody>
          <a:bodyPr/>
          <a:lstStyle/>
          <a:p>
            <a:fld id="{38826FC0-333C-E549-9FA3-0EE43DF298A3}" type="slidenum">
              <a:rPr lang="en-US" smtClean="0"/>
              <a:pPr/>
              <a:t>20</a:t>
            </a:fld>
            <a:endParaRPr lang="en-US"/>
          </a:p>
        </p:txBody>
      </p:sp>
      <p:sp>
        <p:nvSpPr>
          <p:cNvPr id="6" name="Title 6">
            <a:extLst>
              <a:ext uri="{FF2B5EF4-FFF2-40B4-BE49-F238E27FC236}">
                <a16:creationId xmlns:a16="http://schemas.microsoft.com/office/drawing/2014/main" id="{49C88833-C845-B42E-D4DC-B8012E86DEB4}"/>
              </a:ext>
            </a:extLst>
          </p:cNvPr>
          <p:cNvSpPr txBox="1">
            <a:spLocks/>
          </p:cNvSpPr>
          <p:nvPr/>
        </p:nvSpPr>
        <p:spPr>
          <a:xfrm>
            <a:off x="337225" y="217416"/>
            <a:ext cx="8932184" cy="609599"/>
          </a:xfrm>
          <a:prstGeom prst="rect">
            <a:avLst/>
          </a:prstGeom>
        </p:spPr>
        <p:txBody>
          <a:bodyP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r>
              <a:rPr lang="en-GB">
                <a:solidFill>
                  <a:srgbClr val="000000"/>
                </a:solidFill>
                <a:latin typeface="Calibri" panose="020F0502020204030204" pitchFamily="34" charset="0"/>
                <a:cs typeface="Calibri" panose="020F0502020204030204" pitchFamily="34" charset="0"/>
              </a:rPr>
              <a:t>Dependencies</a:t>
            </a:r>
          </a:p>
        </p:txBody>
      </p:sp>
      <p:graphicFrame>
        <p:nvGraphicFramePr>
          <p:cNvPr id="4" name="Table 3">
            <a:extLst>
              <a:ext uri="{FF2B5EF4-FFF2-40B4-BE49-F238E27FC236}">
                <a16:creationId xmlns:a16="http://schemas.microsoft.com/office/drawing/2014/main" id="{9D96A358-5843-A091-0099-3ADD8D0148AF}"/>
              </a:ext>
            </a:extLst>
          </p:cNvPr>
          <p:cNvGraphicFramePr>
            <a:graphicFrameLocks noGrp="1"/>
          </p:cNvGraphicFramePr>
          <p:nvPr>
            <p:extLst>
              <p:ext uri="{D42A27DB-BD31-4B8C-83A1-F6EECF244321}">
                <p14:modId xmlns:p14="http://schemas.microsoft.com/office/powerpoint/2010/main" val="3751062435"/>
              </p:ext>
            </p:extLst>
          </p:nvPr>
        </p:nvGraphicFramePr>
        <p:xfrm>
          <a:off x="457200" y="645885"/>
          <a:ext cx="11084559" cy="5471724"/>
        </p:xfrm>
        <a:graphic>
          <a:graphicData uri="http://schemas.openxmlformats.org/drawingml/2006/table">
            <a:tbl>
              <a:tblPr>
                <a:tableStyleId>{00A15C55-8517-42AA-B614-E9B94910E393}</a:tableStyleId>
              </a:tblPr>
              <a:tblGrid>
                <a:gridCol w="473701">
                  <a:extLst>
                    <a:ext uri="{9D8B030D-6E8A-4147-A177-3AD203B41FA5}">
                      <a16:colId xmlns:a16="http://schemas.microsoft.com/office/drawing/2014/main" val="79199107"/>
                    </a:ext>
                  </a:extLst>
                </a:gridCol>
                <a:gridCol w="3256681">
                  <a:extLst>
                    <a:ext uri="{9D8B030D-6E8A-4147-A177-3AD203B41FA5}">
                      <a16:colId xmlns:a16="http://schemas.microsoft.com/office/drawing/2014/main" val="2322993756"/>
                    </a:ext>
                  </a:extLst>
                </a:gridCol>
                <a:gridCol w="1717159">
                  <a:extLst>
                    <a:ext uri="{9D8B030D-6E8A-4147-A177-3AD203B41FA5}">
                      <a16:colId xmlns:a16="http://schemas.microsoft.com/office/drawing/2014/main" val="2496998270"/>
                    </a:ext>
                  </a:extLst>
                </a:gridCol>
                <a:gridCol w="2250070">
                  <a:extLst>
                    <a:ext uri="{9D8B030D-6E8A-4147-A177-3AD203B41FA5}">
                      <a16:colId xmlns:a16="http://schemas.microsoft.com/office/drawing/2014/main" val="3466667113"/>
                    </a:ext>
                  </a:extLst>
                </a:gridCol>
                <a:gridCol w="3386948">
                  <a:extLst>
                    <a:ext uri="{9D8B030D-6E8A-4147-A177-3AD203B41FA5}">
                      <a16:colId xmlns:a16="http://schemas.microsoft.com/office/drawing/2014/main" val="909833408"/>
                    </a:ext>
                  </a:extLst>
                </a:gridCol>
              </a:tblGrid>
              <a:tr h="240553">
                <a:tc>
                  <a:txBody>
                    <a:bodyPr/>
                    <a:lstStyle/>
                    <a:p>
                      <a:pPr marL="0" marR="0" algn="l" defTabSz="914400" rtl="0" eaLnBrk="1" latinLnBrk="0" hangingPunct="1">
                        <a:buNone/>
                      </a:pPr>
                      <a:r>
                        <a:rPr lang="en-GB" sz="1100" b="1" kern="110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en-US" sz="1100" b="1" kern="110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solidFill>
                      <a:schemeClr val="tx1"/>
                    </a:solidFill>
                  </a:tcPr>
                </a:tc>
                <a:tc>
                  <a:txBody>
                    <a:bodyPr/>
                    <a:lstStyle/>
                    <a:p>
                      <a:pPr marL="0" marR="0" algn="l" defTabSz="914400" rtl="0" eaLnBrk="1" latinLnBrk="0" hangingPunct="1">
                        <a:buNone/>
                      </a:pPr>
                      <a:r>
                        <a:rPr lang="en-GB" sz="1100" b="1" kern="1100">
                          <a:solidFill>
                            <a:schemeClr val="bg1"/>
                          </a:solidFill>
                          <a:latin typeface="Calibri" panose="020F0502020204030204" pitchFamily="34" charset="0"/>
                          <a:ea typeface="Calibri" panose="020F0502020204030204" pitchFamily="34" charset="0"/>
                          <a:cs typeface="Calibri" panose="020F0502020204030204" pitchFamily="34" charset="0"/>
                        </a:rPr>
                        <a:t>Dependency</a:t>
                      </a:r>
                      <a:endParaRPr lang="en-US" sz="1100" b="1" kern="110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solidFill>
                      <a:schemeClr val="tx1"/>
                    </a:solidFill>
                  </a:tcPr>
                </a:tc>
                <a:tc>
                  <a:txBody>
                    <a:bodyPr/>
                    <a:lstStyle/>
                    <a:p>
                      <a:pPr marL="0" marR="0" algn="l" defTabSz="914400" rtl="0" eaLnBrk="1" latinLnBrk="0" hangingPunct="1">
                        <a:buNone/>
                      </a:pPr>
                      <a:r>
                        <a:rPr lang="en-GB" sz="1100" b="1" kern="1100">
                          <a:solidFill>
                            <a:schemeClr val="bg1"/>
                          </a:solidFill>
                          <a:latin typeface="Calibri" panose="020F0502020204030204" pitchFamily="34" charset="0"/>
                          <a:ea typeface="Calibri" panose="020F0502020204030204" pitchFamily="34" charset="0"/>
                          <a:cs typeface="Calibri" panose="020F0502020204030204" pitchFamily="34" charset="0"/>
                        </a:rPr>
                        <a:t>Owner</a:t>
                      </a:r>
                      <a:endParaRPr lang="en-US" sz="1100" b="1" kern="110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solidFill>
                      <a:schemeClr val="tx1"/>
                    </a:solidFill>
                  </a:tcPr>
                </a:tc>
                <a:tc>
                  <a:txBody>
                    <a:bodyPr/>
                    <a:lstStyle/>
                    <a:p>
                      <a:pPr marL="0" marR="0" algn="l" defTabSz="914400" rtl="0" eaLnBrk="1" latinLnBrk="0" hangingPunct="1">
                        <a:buNone/>
                      </a:pPr>
                      <a:r>
                        <a:rPr lang="en-GB" sz="1100" b="1" kern="1100">
                          <a:solidFill>
                            <a:schemeClr val="bg1"/>
                          </a:solidFill>
                          <a:latin typeface="Calibri" panose="020F0502020204030204" pitchFamily="34" charset="0"/>
                          <a:ea typeface="Calibri" panose="020F0502020204030204" pitchFamily="34" charset="0"/>
                          <a:cs typeface="Calibri" panose="020F0502020204030204" pitchFamily="34" charset="0"/>
                        </a:rPr>
                        <a:t>Required By</a:t>
                      </a:r>
                      <a:endParaRPr lang="en-US" sz="1100" b="1" kern="110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solidFill>
                      <a:schemeClr val="tx1"/>
                    </a:solidFill>
                  </a:tcPr>
                </a:tc>
                <a:tc>
                  <a:txBody>
                    <a:bodyPr/>
                    <a:lstStyle/>
                    <a:p>
                      <a:pPr marL="0" marR="0" algn="l" defTabSz="914400" rtl="0" eaLnBrk="1" latinLnBrk="0" hangingPunct="1">
                        <a:buNone/>
                      </a:pPr>
                      <a:r>
                        <a:rPr lang="en-GB" sz="1100" b="1" kern="1100">
                          <a:solidFill>
                            <a:schemeClr val="bg1"/>
                          </a:solidFill>
                          <a:latin typeface="Calibri" panose="020F0502020204030204" pitchFamily="34" charset="0"/>
                          <a:ea typeface="Calibri" panose="020F0502020204030204" pitchFamily="34" charset="0"/>
                          <a:cs typeface="Calibri" panose="020F0502020204030204" pitchFamily="34" charset="0"/>
                        </a:rPr>
                        <a:t>Impact if not met</a:t>
                      </a:r>
                      <a:endParaRPr lang="en-US" sz="1100" b="1" kern="110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solidFill>
                      <a:schemeClr val="tx1"/>
                    </a:solidFill>
                  </a:tcPr>
                </a:tc>
                <a:extLst>
                  <a:ext uri="{0D108BD9-81ED-4DB2-BD59-A6C34878D82A}">
                    <a16:rowId xmlns:a16="http://schemas.microsoft.com/office/drawing/2014/main" val="1756757827"/>
                  </a:ext>
                </a:extLst>
              </a:tr>
              <a:tr h="694933">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1</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Chaucer's Cloud and Data Operating Model — the foundational basis the SIF is required to align to</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Chaucer</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 Week 1</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Without it, the SIF would be built on assumed rather than actual target-state principles, risking rework and misalignment with Chaucer's broader cloud/data strategy</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extLst>
                  <a:ext uri="{0D108BD9-81ED-4DB2-BD59-A6C34878D82A}">
                    <a16:rowId xmlns:a16="http://schemas.microsoft.com/office/drawing/2014/main" val="494114956"/>
                  </a:ext>
                </a:extLst>
              </a:tr>
              <a:tr h="574656">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2</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Nomination and ongoing availability of Chaucer</a:t>
                      </a:r>
                    </a:p>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Architects for joint design sessions and decision-making</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Chaucer</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Confirmed at kick-off (Week 1); available throughout Weeks 1–8</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Delays to SIF/APIM design decisions and overall schedule</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extLst>
                  <a:ext uri="{0D108BD9-81ED-4DB2-BD59-A6C34878D82A}">
                    <a16:rowId xmlns:a16="http://schemas.microsoft.com/office/drawing/2014/main" val="1835092580"/>
                  </a:ext>
                </a:extLst>
              </a:tr>
              <a:tr h="735025">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3</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Access to current-state architecture documentation, integration inventory &amp; application landscape and existing landing zones details</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Chaucer</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Within 5 business days of kick-off </a:t>
                      </a:r>
                    </a:p>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(by Week 1)</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Rework of assumptions; slower discovery phase</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extLst>
                  <a:ext uri="{0D108BD9-81ED-4DB2-BD59-A6C34878D82A}">
                    <a16:rowId xmlns:a16="http://schemas.microsoft.com/office/drawing/2014/main" val="3842147409"/>
                  </a:ext>
                </a:extLst>
              </a:tr>
              <a:tr h="588941">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4</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Access to Chaucer’s templates for documentation</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Chaucer</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Access confirmed by Week 1</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Delayed documentation work</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extLst>
                  <a:ext uri="{0D108BD9-81ED-4DB2-BD59-A6C34878D82A}">
                    <a16:rowId xmlns:a16="http://schemas.microsoft.com/office/drawing/2014/main" val="2647032165"/>
                  </a:ext>
                </a:extLst>
              </a:tr>
              <a:tr h="694933">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5</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Coordination with the Chaucer infrastructure workstream on network, DR and PaaS provisioning items referenced by the SIF/APIM HLD</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Chaucer</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 Weeks 2–4; maintained through </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Inconsistent assumptions between framework and underlying infrastructure</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extLst>
                  <a:ext uri="{0D108BD9-81ED-4DB2-BD59-A6C34878D82A}">
                    <a16:rowId xmlns:a16="http://schemas.microsoft.com/office/drawing/2014/main" val="1042120013"/>
                  </a:ext>
                </a:extLst>
              </a:tr>
              <a:tr h="454380">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6</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Coordination with the Data Platform (Snowflake) team on SIF-to-data-platform guardrails</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Chaucer / Data Platform team</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 Week 3</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Ambiguous or unusable data-integration boundary guidance</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extLst>
                  <a:ext uri="{0D108BD9-81ED-4DB2-BD59-A6C34878D82A}">
                    <a16:rowId xmlns:a16="http://schemas.microsoft.com/office/drawing/2014/main" val="4072087188"/>
                  </a:ext>
                </a:extLst>
              </a:tr>
              <a:tr h="454380">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7</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Stakeholder availability for workshops, interviews and review cycles</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Chaucer</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 Ongoing, Weeks 1–8</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Extended timeline; incomplete validation</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extLst>
                  <a:ext uri="{0D108BD9-81ED-4DB2-BD59-A6C34878D82A}">
                    <a16:rowId xmlns:a16="http://schemas.microsoft.com/office/drawing/2014/main" val="4065068639"/>
                  </a:ext>
                </a:extLst>
              </a:tr>
              <a:tr h="454380">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8</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Timely decisions on open architectural questions raised during the engagement</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Chaucer</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Within 3 business days of each item   being raised </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Schedule slippage; artefacts issued with open items</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extLst>
                  <a:ext uri="{0D108BD9-81ED-4DB2-BD59-A6C34878D82A}">
                    <a16:rowId xmlns:a16="http://schemas.microsoft.com/office/drawing/2014/main" val="1702663517"/>
                  </a:ext>
                </a:extLst>
              </a:tr>
              <a:tr h="574656">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9</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Confirmation of Chaucer's existing security/compliance policies relevant to integration and API design</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Chaucer</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 Week 2</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tc>
                  <a:txBody>
                    <a:bodyPr/>
                    <a:lstStyle/>
                    <a:p>
                      <a:pPr marL="0" marR="0" algn="l" defTabSz="914400" rtl="0" eaLnBrk="1" latinLnBrk="0" hangingPunct="1">
                        <a:buNone/>
                      </a:pPr>
                      <a:r>
                        <a:rPr lang="en-GB" sz="1100" b="0" kern="1100">
                          <a:solidFill>
                            <a:srgbClr val="000000"/>
                          </a:solidFill>
                          <a:latin typeface="Calibri" panose="020F0502020204030204" pitchFamily="34" charset="0"/>
                          <a:ea typeface="Calibri" panose="020F0502020204030204" pitchFamily="34" charset="0"/>
                          <a:cs typeface="Calibri" panose="020F0502020204030204" pitchFamily="34" charset="0"/>
                        </a:rPr>
                        <a:t>Rework of security-related design guidance</a:t>
                      </a:r>
                      <a:endParaRPr lang="en-US" sz="1100" b="0" kern="11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48625" marR="48625" marT="38900" marB="38900" anchor="ctr"/>
                </a:tc>
                <a:extLst>
                  <a:ext uri="{0D108BD9-81ED-4DB2-BD59-A6C34878D82A}">
                    <a16:rowId xmlns:a16="http://schemas.microsoft.com/office/drawing/2014/main" val="3051304414"/>
                  </a:ext>
                </a:extLst>
              </a:tr>
            </a:tbl>
          </a:graphicData>
        </a:graphic>
      </p:graphicFrame>
    </p:spTree>
    <p:extLst>
      <p:ext uri="{BB962C8B-B14F-4D97-AF65-F5344CB8AC3E}">
        <p14:creationId xmlns:p14="http://schemas.microsoft.com/office/powerpoint/2010/main" val="1513332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9F325AE-12C9-34BB-C555-25B721CDE951}"/>
              </a:ext>
            </a:extLst>
          </p:cNvPr>
          <p:cNvSpPr>
            <a:spLocks noGrp="1"/>
          </p:cNvSpPr>
          <p:nvPr>
            <p:ph type="ftr" sz="quarter" idx="11"/>
          </p:nvPr>
        </p:nvSpPr>
        <p:spPr>
          <a:xfrm>
            <a:off x="635726" y="6393543"/>
            <a:ext cx="1371600" cy="228600"/>
          </a:xfrm>
        </p:spPr>
        <p:txBody>
          <a:bodyPr/>
          <a:lstStyle/>
          <a:p>
            <a:r>
              <a:rPr lang="en-US"/>
              <a:t>© 2026–2027 Cognizant | Private</a:t>
            </a:r>
          </a:p>
        </p:txBody>
      </p:sp>
      <p:sp>
        <p:nvSpPr>
          <p:cNvPr id="3" name="Slide Number Placeholder 2">
            <a:extLst>
              <a:ext uri="{FF2B5EF4-FFF2-40B4-BE49-F238E27FC236}">
                <a16:creationId xmlns:a16="http://schemas.microsoft.com/office/drawing/2014/main" id="{96B82D34-646C-A1DA-E3C6-388B0271829E}"/>
              </a:ext>
            </a:extLst>
          </p:cNvPr>
          <p:cNvSpPr>
            <a:spLocks noGrp="1"/>
          </p:cNvSpPr>
          <p:nvPr>
            <p:ph type="sldNum" sz="quarter" idx="12"/>
          </p:nvPr>
        </p:nvSpPr>
        <p:spPr/>
        <p:txBody>
          <a:bodyPr/>
          <a:lstStyle/>
          <a:p>
            <a:fld id="{38826FC0-333C-E549-9FA3-0EE43DF298A3}" type="slidenum">
              <a:rPr lang="en-US" smtClean="0"/>
              <a:pPr/>
              <a:t>21</a:t>
            </a:fld>
            <a:endParaRPr lang="en-US"/>
          </a:p>
        </p:txBody>
      </p:sp>
      <p:graphicFrame>
        <p:nvGraphicFramePr>
          <p:cNvPr id="102" name="RaciTable"/>
          <p:cNvGraphicFramePr>
            <a:graphicFrameLocks noGrp="1"/>
          </p:cNvGraphicFramePr>
          <p:nvPr>
            <p:extLst>
              <p:ext uri="{D42A27DB-BD31-4B8C-83A1-F6EECF244321}">
                <p14:modId xmlns:p14="http://schemas.microsoft.com/office/powerpoint/2010/main" val="726455745"/>
              </p:ext>
            </p:extLst>
          </p:nvPr>
        </p:nvGraphicFramePr>
        <p:xfrm>
          <a:off x="457200" y="850000"/>
          <a:ext cx="10177600" cy="4400000"/>
        </p:xfrm>
        <a:graphic>
          <a:graphicData uri="http://schemas.openxmlformats.org/drawingml/2006/table">
            <a:tbl>
              <a:tblPr firstRow="1" bandRow="1"/>
              <a:tblGrid>
                <a:gridCol w="3200000">
                  <a:extLst>
                    <a:ext uri="{9D8B030D-6E8A-4147-A177-3AD203B41FA5}">
                      <a16:colId xmlns:a16="http://schemas.microsoft.com/office/drawing/2014/main" val="20000"/>
                    </a:ext>
                  </a:extLst>
                </a:gridCol>
                <a:gridCol w="1850000">
                  <a:extLst>
                    <a:ext uri="{9D8B030D-6E8A-4147-A177-3AD203B41FA5}">
                      <a16:colId xmlns:a16="http://schemas.microsoft.com/office/drawing/2014/main" val="20001"/>
                    </a:ext>
                  </a:extLst>
                </a:gridCol>
                <a:gridCol w="1950000">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gridCol w="2277600">
                  <a:extLst>
                    <a:ext uri="{9D8B030D-6E8A-4147-A177-3AD203B41FA5}">
                      <a16:colId xmlns:a16="http://schemas.microsoft.com/office/drawing/2014/main" val="20004"/>
                    </a:ext>
                  </a:extLst>
                </a:gridCol>
              </a:tblGrid>
              <a:tr h="480000">
                <a:tc>
                  <a:txBody>
                    <a:bodyPr/>
                    <a:lstStyle/>
                    <a:p>
                      <a:pPr algn="ctr"/>
                      <a:r>
                        <a:rPr lang="en-GB" sz="1300" b="1">
                          <a:solidFill>
                            <a:srgbClr val="FFFFFF"/>
                          </a:solidFill>
                          <a:latin typeface="Calibri" panose="020F0502020204030204" pitchFamily="34" charset="0"/>
                          <a:cs typeface="Calibri" panose="020F0502020204030204" pitchFamily="34" charset="0"/>
                        </a:rPr>
                        <a:t>Deliverable</a:t>
                      </a:r>
                    </a:p>
                  </a:txBody>
                  <a:tcPr marL="82296" marR="82296" marT="41148" marB="41148" anchor="ctr">
                    <a:solidFill>
                      <a:srgbClr val="000048"/>
                    </a:solidFill>
                  </a:tcPr>
                </a:tc>
                <a:tc>
                  <a:txBody>
                    <a:bodyPr/>
                    <a:lstStyle/>
                    <a:p>
                      <a:pPr algn="ctr"/>
                      <a:r>
                        <a:rPr lang="en-GB" sz="1300" b="1">
                          <a:solidFill>
                            <a:srgbClr val="FFFFFF"/>
                          </a:solidFill>
                          <a:latin typeface="Calibri" panose="020F0502020204030204" pitchFamily="34" charset="0"/>
                          <a:cs typeface="Calibri" panose="020F0502020204030204" pitchFamily="34" charset="0"/>
                        </a:rPr>
                        <a:t>Cognizant Architects</a:t>
                      </a:r>
                    </a:p>
                  </a:txBody>
                  <a:tcPr marL="82296" marR="82296" marT="41148" marB="41148" anchor="ctr">
                    <a:solidFill>
                      <a:srgbClr val="000048"/>
                    </a:solidFill>
                  </a:tcPr>
                </a:tc>
                <a:tc>
                  <a:txBody>
                    <a:bodyPr/>
                    <a:lstStyle/>
                    <a:p>
                      <a:pPr algn="ctr"/>
                      <a:r>
                        <a:rPr lang="en-GB" sz="1300" b="1">
                          <a:solidFill>
                            <a:srgbClr val="FFFFFF"/>
                          </a:solidFill>
                          <a:latin typeface="Calibri" panose="020F0502020204030204" pitchFamily="34" charset="0"/>
                          <a:cs typeface="Calibri" panose="020F0502020204030204" pitchFamily="34" charset="0"/>
                        </a:rPr>
                        <a:t>Chaucer Architects</a:t>
                      </a:r>
                    </a:p>
                  </a:txBody>
                  <a:tcPr marL="82296" marR="82296" marT="41148" marB="41148" anchor="ctr">
                    <a:solidFill>
                      <a:srgbClr val="000048"/>
                    </a:solidFill>
                  </a:tcPr>
                </a:tc>
                <a:tc>
                  <a:txBody>
                    <a:bodyPr/>
                    <a:lstStyle/>
                    <a:p>
                      <a:pPr algn="ctr"/>
                      <a:r>
                        <a:rPr lang="en-GB" sz="1300" b="1">
                          <a:solidFill>
                            <a:srgbClr val="FFFFFF"/>
                          </a:solidFill>
                          <a:latin typeface="Calibri" panose="020F0502020204030204" pitchFamily="34" charset="0"/>
                          <a:cs typeface="Calibri" panose="020F0502020204030204" pitchFamily="34" charset="0"/>
                        </a:rPr>
                        <a:t>TDA</a:t>
                      </a:r>
                    </a:p>
                  </a:txBody>
                  <a:tcPr marL="82296" marR="82296" marT="41148" marB="41148" anchor="ctr">
                    <a:solidFill>
                      <a:srgbClr val="000048"/>
                    </a:solidFill>
                  </a:tcPr>
                </a:tc>
                <a:tc>
                  <a:txBody>
                    <a:bodyPr/>
                    <a:lstStyle/>
                    <a:p>
                      <a:pPr algn="ctr"/>
                      <a:r>
                        <a:rPr lang="en-GB" sz="1300" b="1">
                          <a:solidFill>
                            <a:srgbClr val="FFFFFF"/>
                          </a:solidFill>
                          <a:latin typeface="Calibri" panose="020F0502020204030204" pitchFamily="34" charset="0"/>
                          <a:cs typeface="Calibri" panose="020F0502020204030204" pitchFamily="34" charset="0"/>
                        </a:rPr>
                        <a:t>Infra / Data Workstreams</a:t>
                      </a:r>
                    </a:p>
                  </a:txBody>
                  <a:tcPr marL="82296" marR="82296" marT="41148" marB="41148" anchor="ctr">
                    <a:solidFill>
                      <a:srgbClr val="000048"/>
                    </a:solidFill>
                  </a:tcPr>
                </a:tc>
                <a:extLst>
                  <a:ext uri="{0D108BD9-81ED-4DB2-BD59-A6C34878D82A}">
                    <a16:rowId xmlns:a16="http://schemas.microsoft.com/office/drawing/2014/main" val="10000"/>
                  </a:ext>
                </a:extLst>
              </a:tr>
              <a:tr h="560000">
                <a:tc>
                  <a:txBody>
                    <a:bodyPr/>
                    <a:lstStyle/>
                    <a:p>
                      <a:pPr algn="l"/>
                      <a:r>
                        <a:rPr lang="en-GB" sz="1300" b="1">
                          <a:solidFill>
                            <a:srgbClr val="000048"/>
                          </a:solidFill>
                          <a:latin typeface="Calibri" panose="020F0502020204030204" pitchFamily="34" charset="0"/>
                          <a:cs typeface="Calibri" panose="020F0502020204030204" pitchFamily="34" charset="0"/>
                        </a:rPr>
                        <a:t>Systems Integration Framework</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R / A</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 C / A</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I</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C</a:t>
                      </a:r>
                    </a:p>
                  </a:txBody>
                  <a:tcPr marL="82296" marR="82296" marT="41148" marB="41148" anchor="ctr">
                    <a:noFill/>
                  </a:tcPr>
                </a:tc>
                <a:extLst>
                  <a:ext uri="{0D108BD9-81ED-4DB2-BD59-A6C34878D82A}">
                    <a16:rowId xmlns:a16="http://schemas.microsoft.com/office/drawing/2014/main" val="10001"/>
                  </a:ext>
                </a:extLst>
              </a:tr>
              <a:tr h="560000">
                <a:tc>
                  <a:txBody>
                    <a:bodyPr/>
                    <a:lstStyle/>
                    <a:p>
                      <a:pPr algn="l"/>
                      <a:r>
                        <a:rPr lang="en-GB" sz="1300" b="1">
                          <a:solidFill>
                            <a:srgbClr val="000048"/>
                          </a:solidFill>
                          <a:latin typeface="Calibri" panose="020F0502020204030204" pitchFamily="34" charset="0"/>
                          <a:cs typeface="Calibri" panose="020F0502020204030204" pitchFamily="34" charset="0"/>
                        </a:rPr>
                        <a:t>Reference Architecture Diagrams</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R</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C / A</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I</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C</a:t>
                      </a:r>
                    </a:p>
                  </a:txBody>
                  <a:tcPr marL="82296" marR="82296" marT="41148" marB="41148" anchor="ctr">
                    <a:solidFill>
                      <a:srgbClr val="EDEFF5"/>
                    </a:solidFill>
                  </a:tcPr>
                </a:tc>
                <a:extLst>
                  <a:ext uri="{0D108BD9-81ED-4DB2-BD59-A6C34878D82A}">
                    <a16:rowId xmlns:a16="http://schemas.microsoft.com/office/drawing/2014/main" val="10002"/>
                  </a:ext>
                </a:extLst>
              </a:tr>
              <a:tr h="560000">
                <a:tc>
                  <a:txBody>
                    <a:bodyPr/>
                    <a:lstStyle/>
                    <a:p>
                      <a:pPr algn="l"/>
                      <a:r>
                        <a:rPr lang="en-GB" sz="1300" b="1">
                          <a:solidFill>
                            <a:srgbClr val="000048"/>
                          </a:solidFill>
                          <a:latin typeface="Calibri" panose="020F0502020204030204" pitchFamily="34" charset="0"/>
                          <a:cs typeface="Calibri" panose="020F0502020204030204" pitchFamily="34" charset="0"/>
                        </a:rPr>
                        <a:t>Pattern Catalogue &amp; Decision Guidance</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R</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C / A</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I</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I</a:t>
                      </a:r>
                    </a:p>
                  </a:txBody>
                  <a:tcPr marL="82296" marR="82296" marT="41148" marB="41148" anchor="ctr">
                    <a:noFill/>
                  </a:tcPr>
                </a:tc>
                <a:extLst>
                  <a:ext uri="{0D108BD9-81ED-4DB2-BD59-A6C34878D82A}">
                    <a16:rowId xmlns:a16="http://schemas.microsoft.com/office/drawing/2014/main" val="10003"/>
                  </a:ext>
                </a:extLst>
              </a:tr>
              <a:tr h="560000">
                <a:tc>
                  <a:txBody>
                    <a:bodyPr/>
                    <a:lstStyle/>
                    <a:p>
                      <a:pPr algn="l"/>
                      <a:r>
                        <a:rPr lang="en-GB" sz="1300" b="1">
                          <a:solidFill>
                            <a:srgbClr val="000048"/>
                          </a:solidFill>
                          <a:latin typeface="Calibri" panose="020F0502020204030204" pitchFamily="34" charset="0"/>
                          <a:cs typeface="Calibri" panose="020F0502020204030204" pitchFamily="34" charset="0"/>
                        </a:rPr>
                        <a:t>Overall Guardrails &amp; Exception Process</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R</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C / A</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I </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I</a:t>
                      </a:r>
                    </a:p>
                  </a:txBody>
                  <a:tcPr marL="82296" marR="82296" marT="41148" marB="41148" anchor="ctr">
                    <a:solidFill>
                      <a:srgbClr val="EDEFF5"/>
                    </a:solidFill>
                  </a:tcPr>
                </a:tc>
                <a:extLst>
                  <a:ext uri="{0D108BD9-81ED-4DB2-BD59-A6C34878D82A}">
                    <a16:rowId xmlns:a16="http://schemas.microsoft.com/office/drawing/2014/main" val="10004"/>
                  </a:ext>
                </a:extLst>
              </a:tr>
              <a:tr h="560000">
                <a:tc>
                  <a:txBody>
                    <a:bodyPr/>
                    <a:lstStyle/>
                    <a:p>
                      <a:pPr algn="l"/>
                      <a:r>
                        <a:rPr lang="en-GB" sz="1300" b="1">
                          <a:solidFill>
                            <a:srgbClr val="000048"/>
                          </a:solidFill>
                          <a:latin typeface="Calibri" panose="020F0502020204030204" pitchFamily="34" charset="0"/>
                          <a:cs typeface="Calibri" panose="020F0502020204030204" pitchFamily="34" charset="0"/>
                        </a:rPr>
                        <a:t>APIM High-Level Design</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R</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A</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I</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C</a:t>
                      </a:r>
                    </a:p>
                  </a:txBody>
                  <a:tcPr marL="82296" marR="82296" marT="41148" marB="41148" anchor="ctr">
                    <a:noFill/>
                  </a:tcPr>
                </a:tc>
                <a:extLst>
                  <a:ext uri="{0D108BD9-81ED-4DB2-BD59-A6C34878D82A}">
                    <a16:rowId xmlns:a16="http://schemas.microsoft.com/office/drawing/2014/main" val="10005"/>
                  </a:ext>
                </a:extLst>
              </a:tr>
              <a:tr h="560000">
                <a:tc>
                  <a:txBody>
                    <a:bodyPr/>
                    <a:lstStyle/>
                    <a:p>
                      <a:pPr algn="l"/>
                      <a:r>
                        <a:rPr lang="en-GB" sz="1300" b="1">
                          <a:solidFill>
                            <a:srgbClr val="000048"/>
                          </a:solidFill>
                          <a:latin typeface="Calibri" panose="020F0502020204030204" pitchFamily="34" charset="0"/>
                          <a:cs typeface="Calibri" panose="020F0502020204030204" pitchFamily="34" charset="0"/>
                        </a:rPr>
                        <a:t>Data Platform Guardrails (SIF boundary)</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R</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A</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I</a:t>
                      </a:r>
                    </a:p>
                  </a:txBody>
                  <a:tcPr marL="82296" marR="82296" marT="41148" marB="41148" anchor="ctr">
                    <a:solidFill>
                      <a:srgbClr val="EDEFF5"/>
                    </a:solidFill>
                  </a:tcPr>
                </a:tc>
                <a:tc>
                  <a:txBody>
                    <a:bodyPr/>
                    <a:lstStyle/>
                    <a:p>
                      <a:pPr algn="ctr"/>
                      <a:r>
                        <a:rPr lang="en-GB" sz="1300" b="0">
                          <a:solidFill>
                            <a:srgbClr val="000000"/>
                          </a:solidFill>
                          <a:latin typeface="Calibri" panose="020F0502020204030204" pitchFamily="34" charset="0"/>
                          <a:cs typeface="Calibri" panose="020F0502020204030204" pitchFamily="34" charset="0"/>
                        </a:rPr>
                        <a:t>C (Data Platform)</a:t>
                      </a:r>
                    </a:p>
                  </a:txBody>
                  <a:tcPr marL="82296" marR="82296" marT="41148" marB="41148" anchor="ctr">
                    <a:solidFill>
                      <a:srgbClr val="EDEFF5"/>
                    </a:solidFill>
                  </a:tcPr>
                </a:tc>
                <a:extLst>
                  <a:ext uri="{0D108BD9-81ED-4DB2-BD59-A6C34878D82A}">
                    <a16:rowId xmlns:a16="http://schemas.microsoft.com/office/drawing/2014/main" val="10006"/>
                  </a:ext>
                </a:extLst>
              </a:tr>
              <a:tr h="560000">
                <a:tc>
                  <a:txBody>
                    <a:bodyPr/>
                    <a:lstStyle/>
                    <a:p>
                      <a:pPr algn="l"/>
                      <a:r>
                        <a:rPr lang="en-GB" sz="1300" b="1">
                          <a:solidFill>
                            <a:srgbClr val="000048"/>
                          </a:solidFill>
                          <a:latin typeface="Calibri" panose="020F0502020204030204" pitchFamily="34" charset="0"/>
                          <a:cs typeface="Calibri" panose="020F0502020204030204" pitchFamily="34" charset="0"/>
                        </a:rPr>
                        <a:t>TDA Submission &amp; Publication</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C</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R / A</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A</a:t>
                      </a:r>
                    </a:p>
                  </a:txBody>
                  <a:tcPr marL="82296" marR="82296" marT="41148" marB="41148" anchor="ctr">
                    <a:noFill/>
                  </a:tcPr>
                </a:tc>
                <a:tc>
                  <a:txBody>
                    <a:bodyPr/>
                    <a:lstStyle/>
                    <a:p>
                      <a:pPr algn="ctr"/>
                      <a:r>
                        <a:rPr lang="en-GB" sz="1300" b="0">
                          <a:solidFill>
                            <a:srgbClr val="000000"/>
                          </a:solidFill>
                          <a:latin typeface="Calibri" panose="020F0502020204030204" pitchFamily="34" charset="0"/>
                          <a:cs typeface="Calibri" panose="020F0502020204030204" pitchFamily="34" charset="0"/>
                        </a:rPr>
                        <a:t>I</a:t>
                      </a:r>
                    </a:p>
                  </a:txBody>
                  <a:tcPr marL="82296" marR="82296" marT="41148" marB="41148" anchor="ctr">
                    <a:noFill/>
                  </a:tcPr>
                </a:tc>
                <a:extLst>
                  <a:ext uri="{0D108BD9-81ED-4DB2-BD59-A6C34878D82A}">
                    <a16:rowId xmlns:a16="http://schemas.microsoft.com/office/drawing/2014/main" val="10007"/>
                  </a:ext>
                </a:extLst>
              </a:tr>
            </a:tbl>
          </a:graphicData>
        </a:graphic>
      </p:graphicFrame>
      <p:sp>
        <p:nvSpPr>
          <p:cNvPr id="6" name="Title 6">
            <a:extLst>
              <a:ext uri="{FF2B5EF4-FFF2-40B4-BE49-F238E27FC236}">
                <a16:creationId xmlns:a16="http://schemas.microsoft.com/office/drawing/2014/main" id="{02547DE1-CE4C-4745-2AD1-E7D44B342DA8}"/>
              </a:ext>
            </a:extLst>
          </p:cNvPr>
          <p:cNvSpPr txBox="1">
            <a:spLocks/>
          </p:cNvSpPr>
          <p:nvPr/>
        </p:nvSpPr>
        <p:spPr>
          <a:xfrm>
            <a:off x="337225" y="217416"/>
            <a:ext cx="8932184" cy="609599"/>
          </a:xfrm>
          <a:prstGeom prst="rect">
            <a:avLst/>
          </a:prstGeom>
        </p:spPr>
        <p:txBody>
          <a:bodyPr>
            <a:norm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a:lstStyle>
          <a:p>
            <a:r>
              <a:rPr lang="en-GB">
                <a:solidFill>
                  <a:srgbClr val="000000"/>
                </a:solidFill>
                <a:latin typeface="Calibri" panose="020F0502020204030204" pitchFamily="34" charset="0"/>
                <a:cs typeface="Calibri" panose="020F0502020204030204" pitchFamily="34" charset="0"/>
              </a:rPr>
              <a:t>Deliverables &amp; RACI</a:t>
            </a:r>
          </a:p>
        </p:txBody>
      </p:sp>
      <p:sp>
        <p:nvSpPr>
          <p:cNvPr id="103" name="Legend"/>
          <p:cNvSpPr txBox="1"/>
          <p:nvPr/>
        </p:nvSpPr>
        <p:spPr>
          <a:xfrm>
            <a:off x="457200" y="5380000"/>
            <a:ext cx="10277600" cy="500000"/>
          </a:xfrm>
          <a:prstGeom prst="rect">
            <a:avLst/>
          </a:prstGeom>
          <a:noFill/>
        </p:spPr>
        <p:txBody>
          <a:bodyPr wrap="square"/>
          <a:lstStyle/>
          <a:p>
            <a:r>
              <a:rPr lang="en-GB" sz="1100" i="1" dirty="0">
                <a:latin typeface="Calibri" panose="020F0502020204030204" pitchFamily="34" charset="0"/>
              </a:rPr>
              <a:t>R = Responsible, A = Accountable, C = Consulted, I = Informed. All artefacts are peer-produced and reviewed jointly by Cognizant and Chaucer Architects. Final RACI to be confirmed during mobilization.</a:t>
            </a:r>
          </a:p>
        </p:txBody>
      </p:sp>
    </p:spTree>
    <p:extLst>
      <p:ext uri="{BB962C8B-B14F-4D97-AF65-F5344CB8AC3E}">
        <p14:creationId xmlns:p14="http://schemas.microsoft.com/office/powerpoint/2010/main" val="374513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3805" y="302768"/>
            <a:ext cx="9692640" cy="457200"/>
          </a:xfrm>
          <a:prstGeom prst="rect">
            <a:avLst/>
          </a:prstGeom>
          <a:noFill/>
          <a:ln/>
        </p:spPr>
        <p:txBody>
          <a:bodyPr wrap="square" lIns="0" tIns="0" rIns="0" bIns="0" rtlCol="0" anchor="ctr"/>
          <a:lstStyle/>
          <a:p>
            <a:pPr marL="0" indent="0" algn="l">
              <a:buNone/>
            </a:pPr>
            <a:r>
              <a:rPr lang="en-US" sz="2800" b="1">
                <a:latin typeface="Calibri"/>
                <a:ea typeface="Calibri"/>
                <a:cs typeface="Calibri"/>
              </a:rPr>
              <a:t>Indicative Profile  –  Lead Integration Architect</a:t>
            </a:r>
          </a:p>
        </p:txBody>
      </p:sp>
      <p:sp>
        <p:nvSpPr>
          <p:cNvPr id="5" name="Shape 3"/>
          <p:cNvSpPr/>
          <p:nvPr/>
        </p:nvSpPr>
        <p:spPr>
          <a:xfrm>
            <a:off x="321628" y="1115568"/>
            <a:ext cx="3017520" cy="5513832"/>
          </a:xfrm>
          <a:prstGeom prst="roundRect">
            <a:avLst>
              <a:gd name="adj" fmla="val 1818"/>
            </a:avLst>
          </a:prstGeom>
          <a:solidFill>
            <a:srgbClr val="F4F7FB"/>
          </a:solidFill>
          <a:ln w="9525">
            <a:solidFill>
              <a:srgbClr val="DCE4EF"/>
            </a:solidFill>
            <a:prstDash val="solid"/>
          </a:ln>
        </p:spPr>
        <p:txBody>
          <a:bodyPr/>
          <a:lstStyle/>
          <a:p>
            <a:endParaRPr lang="en-IN" sz="1800"/>
          </a:p>
        </p:txBody>
      </p:sp>
      <p:sp>
        <p:nvSpPr>
          <p:cNvPr id="6" name="Avatar Circle"/>
          <p:cNvSpPr/>
          <p:nvPr/>
        </p:nvSpPr>
        <p:spPr>
          <a:xfrm>
            <a:off x="1053148" y="1298448"/>
            <a:ext cx="1554480" cy="1554480"/>
          </a:xfrm>
          <a:prstGeom prst="ellipse">
            <a:avLst/>
          </a:prstGeom>
          <a:solidFill>
            <a:srgbClr val="1F3864"/>
          </a:solidFill>
          <a:ln w="19050">
            <a:solidFill>
              <a:srgbClr val="FFFFFF"/>
            </a:solidFill>
          </a:ln>
        </p:spPr>
        <p:txBody>
          <a:bodyPr wrap="square" anchor="ctr"/>
          <a:lstStyle/>
          <a:p>
            <a:pPr algn="ctr"/>
            <a:r>
              <a:rPr lang="en-US" sz="2000" b="1">
                <a:solidFill>
                  <a:srgbClr val="FFFFFF"/>
                </a:solidFill>
                <a:latin typeface="Cambria" pitchFamily="34" charset="0"/>
              </a:rPr>
              <a:t>LA</a:t>
            </a:r>
          </a:p>
        </p:txBody>
      </p:sp>
      <p:sp>
        <p:nvSpPr>
          <p:cNvPr id="7" name="Text 4"/>
          <p:cNvSpPr/>
          <p:nvPr/>
        </p:nvSpPr>
        <p:spPr>
          <a:xfrm>
            <a:off x="413068" y="2926080"/>
            <a:ext cx="2834640" cy="292608"/>
          </a:xfrm>
          <a:prstGeom prst="rect">
            <a:avLst/>
          </a:prstGeom>
          <a:noFill/>
          <a:ln/>
        </p:spPr>
        <p:txBody>
          <a:bodyPr wrap="square" lIns="0" tIns="0" rIns="0" bIns="0" rtlCol="0" anchor="ctr"/>
          <a:lstStyle/>
          <a:p>
            <a:pPr marL="0" indent="0" algn="ctr">
              <a:buNone/>
            </a:pPr>
            <a:r>
              <a:rPr lang="en-US" sz="1600" b="1">
                <a:solidFill>
                  <a:srgbClr val="1F3864"/>
                </a:solidFill>
                <a:latin typeface="Cambria" pitchFamily="34" charset="0"/>
                <a:ea typeface="Cambria" pitchFamily="34" charset="-122"/>
                <a:cs typeface="Cambria" pitchFamily="34" charset="-120"/>
              </a:rPr>
              <a:t>Lead Integration Architect</a:t>
            </a:r>
            <a:endParaRPr lang="en-US" sz="1600"/>
          </a:p>
        </p:txBody>
      </p:sp>
      <p:sp>
        <p:nvSpPr>
          <p:cNvPr id="8" name="Text 5"/>
          <p:cNvSpPr/>
          <p:nvPr/>
        </p:nvSpPr>
        <p:spPr>
          <a:xfrm>
            <a:off x="413068" y="3218688"/>
            <a:ext cx="2834640" cy="237744"/>
          </a:xfrm>
          <a:prstGeom prst="rect">
            <a:avLst/>
          </a:prstGeom>
          <a:noFill/>
          <a:ln/>
        </p:spPr>
        <p:txBody>
          <a:bodyPr wrap="square" lIns="0" tIns="0" rIns="0" bIns="0" rtlCol="0" anchor="ctr"/>
          <a:lstStyle/>
          <a:p>
            <a:pPr marL="0" indent="0" algn="ctr">
              <a:buNone/>
            </a:pPr>
            <a:r>
              <a:rPr lang="en-US" sz="950" i="1">
                <a:solidFill>
                  <a:srgbClr val="12788C"/>
                </a:solidFill>
                <a:latin typeface="Calibri" pitchFamily="34" charset="0"/>
                <a:ea typeface="Calibri" pitchFamily="34" charset="-122"/>
                <a:cs typeface="Calibri" pitchFamily="34" charset="-120"/>
              </a:rPr>
              <a:t>Indicative Profile  ·  Offshore</a:t>
            </a:r>
            <a:endParaRPr lang="en-US" sz="950"/>
          </a:p>
        </p:txBody>
      </p:sp>
      <p:sp>
        <p:nvSpPr>
          <p:cNvPr id="9" name="Shape 6"/>
          <p:cNvSpPr/>
          <p:nvPr/>
        </p:nvSpPr>
        <p:spPr>
          <a:xfrm>
            <a:off x="458788" y="3611880"/>
            <a:ext cx="1316736" cy="310896"/>
          </a:xfrm>
          <a:prstGeom prst="roundRect">
            <a:avLst>
              <a:gd name="adj" fmla="val 14706"/>
            </a:avLst>
          </a:prstGeom>
          <a:solidFill>
            <a:srgbClr val="2E5AAC"/>
          </a:solidFill>
          <a:ln/>
        </p:spPr>
        <p:txBody>
          <a:bodyPr/>
          <a:lstStyle/>
          <a:p>
            <a:endParaRPr lang="en-IN" sz="1800"/>
          </a:p>
        </p:txBody>
      </p:sp>
      <p:sp>
        <p:nvSpPr>
          <p:cNvPr id="10" name="Text 7"/>
          <p:cNvSpPr/>
          <p:nvPr/>
        </p:nvSpPr>
        <p:spPr>
          <a:xfrm>
            <a:off x="458788" y="3611880"/>
            <a:ext cx="1316736"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Azure Cloud-Native</a:t>
            </a:r>
            <a:endParaRPr lang="en-US" sz="800"/>
          </a:p>
        </p:txBody>
      </p:sp>
      <p:sp>
        <p:nvSpPr>
          <p:cNvPr id="11" name="Shape 8"/>
          <p:cNvSpPr/>
          <p:nvPr/>
        </p:nvSpPr>
        <p:spPr>
          <a:xfrm>
            <a:off x="1885252" y="3611880"/>
            <a:ext cx="1316736" cy="310896"/>
          </a:xfrm>
          <a:prstGeom prst="roundRect">
            <a:avLst>
              <a:gd name="adj" fmla="val 14706"/>
            </a:avLst>
          </a:prstGeom>
          <a:solidFill>
            <a:srgbClr val="2E5AAC"/>
          </a:solidFill>
          <a:ln/>
        </p:spPr>
        <p:txBody>
          <a:bodyPr/>
          <a:lstStyle/>
          <a:p>
            <a:endParaRPr lang="en-IN" sz="1800"/>
          </a:p>
        </p:txBody>
      </p:sp>
      <p:sp>
        <p:nvSpPr>
          <p:cNvPr id="12" name="Text 9"/>
          <p:cNvSpPr/>
          <p:nvPr/>
        </p:nvSpPr>
        <p:spPr>
          <a:xfrm>
            <a:off x="1885252" y="3611880"/>
            <a:ext cx="1316736"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Solution Architecture</a:t>
            </a:r>
            <a:endParaRPr lang="en-US" sz="800"/>
          </a:p>
        </p:txBody>
      </p:sp>
      <p:sp>
        <p:nvSpPr>
          <p:cNvPr id="13" name="Shape 10"/>
          <p:cNvSpPr/>
          <p:nvPr/>
        </p:nvSpPr>
        <p:spPr>
          <a:xfrm>
            <a:off x="458788" y="4041648"/>
            <a:ext cx="1316736" cy="310896"/>
          </a:xfrm>
          <a:prstGeom prst="roundRect">
            <a:avLst>
              <a:gd name="adj" fmla="val 14706"/>
            </a:avLst>
          </a:prstGeom>
          <a:solidFill>
            <a:srgbClr val="2E5AAC"/>
          </a:solidFill>
          <a:ln/>
        </p:spPr>
        <p:txBody>
          <a:bodyPr/>
          <a:lstStyle/>
          <a:p>
            <a:endParaRPr lang="en-IN" sz="1800"/>
          </a:p>
        </p:txBody>
      </p:sp>
      <p:sp>
        <p:nvSpPr>
          <p:cNvPr id="14" name="Text 11"/>
          <p:cNvSpPr/>
          <p:nvPr/>
        </p:nvSpPr>
        <p:spPr>
          <a:xfrm>
            <a:off x="458788" y="4041648"/>
            <a:ext cx="1316736"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Azure Integration (AIS)</a:t>
            </a:r>
            <a:endParaRPr lang="en-US" sz="800"/>
          </a:p>
        </p:txBody>
      </p:sp>
      <p:sp>
        <p:nvSpPr>
          <p:cNvPr id="15" name="Shape 12"/>
          <p:cNvSpPr/>
          <p:nvPr/>
        </p:nvSpPr>
        <p:spPr>
          <a:xfrm>
            <a:off x="1885252" y="4041648"/>
            <a:ext cx="1316736" cy="310896"/>
          </a:xfrm>
          <a:prstGeom prst="roundRect">
            <a:avLst>
              <a:gd name="adj" fmla="val 14706"/>
            </a:avLst>
          </a:prstGeom>
          <a:solidFill>
            <a:srgbClr val="2E5AAC"/>
          </a:solidFill>
          <a:ln/>
        </p:spPr>
        <p:txBody>
          <a:bodyPr/>
          <a:lstStyle/>
          <a:p>
            <a:endParaRPr lang="en-IN" sz="1800"/>
          </a:p>
        </p:txBody>
      </p:sp>
      <p:sp>
        <p:nvSpPr>
          <p:cNvPr id="16" name="Text 13"/>
          <p:cNvSpPr/>
          <p:nvPr/>
        </p:nvSpPr>
        <p:spPr>
          <a:xfrm>
            <a:off x="1885252" y="4041648"/>
            <a:ext cx="1316736"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API Management (APIM)</a:t>
            </a:r>
            <a:endParaRPr lang="en-US" sz="800"/>
          </a:p>
        </p:txBody>
      </p:sp>
      <p:sp>
        <p:nvSpPr>
          <p:cNvPr id="17" name="Shape 14"/>
          <p:cNvSpPr/>
          <p:nvPr/>
        </p:nvSpPr>
        <p:spPr>
          <a:xfrm>
            <a:off x="458788" y="4471416"/>
            <a:ext cx="1316736" cy="310896"/>
          </a:xfrm>
          <a:prstGeom prst="roundRect">
            <a:avLst>
              <a:gd name="adj" fmla="val 14706"/>
            </a:avLst>
          </a:prstGeom>
          <a:solidFill>
            <a:srgbClr val="2E5AAC"/>
          </a:solidFill>
          <a:ln/>
        </p:spPr>
        <p:txBody>
          <a:bodyPr/>
          <a:lstStyle/>
          <a:p>
            <a:endParaRPr lang="en-IN" sz="1800"/>
          </a:p>
        </p:txBody>
      </p:sp>
      <p:sp>
        <p:nvSpPr>
          <p:cNvPr id="18" name="Text 15"/>
          <p:cNvSpPr/>
          <p:nvPr/>
        </p:nvSpPr>
        <p:spPr>
          <a:xfrm>
            <a:off x="458788" y="4471416"/>
            <a:ext cx="1316736"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Event-Driven Design</a:t>
            </a:r>
            <a:endParaRPr lang="en-US" sz="800"/>
          </a:p>
        </p:txBody>
      </p:sp>
      <p:sp>
        <p:nvSpPr>
          <p:cNvPr id="19" name="Shape 16"/>
          <p:cNvSpPr/>
          <p:nvPr/>
        </p:nvSpPr>
        <p:spPr>
          <a:xfrm>
            <a:off x="1885252" y="4471416"/>
            <a:ext cx="1316736" cy="310896"/>
          </a:xfrm>
          <a:prstGeom prst="roundRect">
            <a:avLst>
              <a:gd name="adj" fmla="val 14706"/>
            </a:avLst>
          </a:prstGeom>
          <a:solidFill>
            <a:srgbClr val="2E5AAC"/>
          </a:solidFill>
          <a:ln/>
        </p:spPr>
        <p:txBody>
          <a:bodyPr/>
          <a:lstStyle/>
          <a:p>
            <a:endParaRPr lang="en-IN" sz="1800"/>
          </a:p>
        </p:txBody>
      </p:sp>
      <p:sp>
        <p:nvSpPr>
          <p:cNvPr id="20" name="Text 17"/>
          <p:cNvSpPr/>
          <p:nvPr/>
        </p:nvSpPr>
        <p:spPr>
          <a:xfrm>
            <a:off x="1885252" y="4471416"/>
            <a:ext cx="1316736"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API-First Design</a:t>
            </a:r>
            <a:endParaRPr lang="en-US" sz="800"/>
          </a:p>
        </p:txBody>
      </p:sp>
      <p:sp>
        <p:nvSpPr>
          <p:cNvPr id="21" name="Shape 18"/>
          <p:cNvSpPr/>
          <p:nvPr/>
        </p:nvSpPr>
        <p:spPr>
          <a:xfrm>
            <a:off x="458788" y="4901184"/>
            <a:ext cx="1316736" cy="310896"/>
          </a:xfrm>
          <a:prstGeom prst="roundRect">
            <a:avLst>
              <a:gd name="adj" fmla="val 14706"/>
            </a:avLst>
          </a:prstGeom>
          <a:solidFill>
            <a:srgbClr val="2E5AAC"/>
          </a:solidFill>
          <a:ln/>
        </p:spPr>
        <p:txBody>
          <a:bodyPr/>
          <a:lstStyle/>
          <a:p>
            <a:endParaRPr lang="en-IN" sz="1800"/>
          </a:p>
        </p:txBody>
      </p:sp>
      <p:sp>
        <p:nvSpPr>
          <p:cNvPr id="22" name="Text 19"/>
          <p:cNvSpPr/>
          <p:nvPr/>
        </p:nvSpPr>
        <p:spPr>
          <a:xfrm>
            <a:off x="458788" y="4901184"/>
            <a:ext cx="1316736"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Service Bus &amp; Event Grid</a:t>
            </a:r>
            <a:endParaRPr lang="en-US" sz="800"/>
          </a:p>
        </p:txBody>
      </p:sp>
      <p:sp>
        <p:nvSpPr>
          <p:cNvPr id="23" name="Shape 20"/>
          <p:cNvSpPr/>
          <p:nvPr/>
        </p:nvSpPr>
        <p:spPr>
          <a:xfrm>
            <a:off x="1885252" y="4901184"/>
            <a:ext cx="1316736" cy="310896"/>
          </a:xfrm>
          <a:prstGeom prst="roundRect">
            <a:avLst>
              <a:gd name="adj" fmla="val 14706"/>
            </a:avLst>
          </a:prstGeom>
          <a:solidFill>
            <a:srgbClr val="2E5AAC"/>
          </a:solidFill>
          <a:ln/>
        </p:spPr>
        <p:txBody>
          <a:bodyPr/>
          <a:lstStyle/>
          <a:p>
            <a:endParaRPr lang="en-IN" sz="1800"/>
          </a:p>
        </p:txBody>
      </p:sp>
      <p:sp>
        <p:nvSpPr>
          <p:cNvPr id="24" name="Text 21"/>
          <p:cNvSpPr/>
          <p:nvPr/>
        </p:nvSpPr>
        <p:spPr>
          <a:xfrm>
            <a:off x="1885252" y="4901184"/>
            <a:ext cx="1316736" cy="310896"/>
          </a:xfrm>
          <a:prstGeom prst="rect">
            <a:avLst/>
          </a:prstGeom>
          <a:noFill/>
          <a:ln/>
        </p:spPr>
        <p:txBody>
          <a:bodyPr wrap="square" lIns="0" tIns="0" rIns="0" bIns="0" rtlCol="0" anchor="ctr"/>
          <a:lstStyle/>
          <a:p>
            <a:pPr algn="ctr"/>
            <a:r>
              <a:rPr lang="en-US" sz="800" b="1">
                <a:solidFill>
                  <a:srgbClr val="FFFFFF"/>
                </a:solidFill>
                <a:latin typeface="Calibri"/>
                <a:ea typeface="Calibri"/>
                <a:cs typeface="Calibri"/>
              </a:rPr>
              <a:t>Logic Apps, Functions &amp; ADF</a:t>
            </a:r>
            <a:endParaRPr lang="en-US" sz="800">
              <a:latin typeface="Calibri"/>
              <a:ea typeface="Calibri"/>
              <a:cs typeface="Calibri"/>
            </a:endParaRPr>
          </a:p>
        </p:txBody>
      </p:sp>
      <p:sp>
        <p:nvSpPr>
          <p:cNvPr id="25" name="Shape 22"/>
          <p:cNvSpPr/>
          <p:nvPr/>
        </p:nvSpPr>
        <p:spPr>
          <a:xfrm>
            <a:off x="458788" y="5330952"/>
            <a:ext cx="1316736" cy="310896"/>
          </a:xfrm>
          <a:prstGeom prst="roundRect">
            <a:avLst>
              <a:gd name="adj" fmla="val 14706"/>
            </a:avLst>
          </a:prstGeom>
          <a:solidFill>
            <a:srgbClr val="2E5AAC"/>
          </a:solidFill>
          <a:ln/>
        </p:spPr>
        <p:txBody>
          <a:bodyPr/>
          <a:lstStyle/>
          <a:p>
            <a:endParaRPr lang="en-IN" sz="1800"/>
          </a:p>
        </p:txBody>
      </p:sp>
      <p:sp>
        <p:nvSpPr>
          <p:cNvPr id="26" name="Text 23"/>
          <p:cNvSpPr/>
          <p:nvPr/>
        </p:nvSpPr>
        <p:spPr>
          <a:xfrm>
            <a:off x="458788" y="5330952"/>
            <a:ext cx="1316736"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Legacy Modernization</a:t>
            </a:r>
            <a:endParaRPr lang="en-US" sz="800"/>
          </a:p>
        </p:txBody>
      </p:sp>
      <p:sp>
        <p:nvSpPr>
          <p:cNvPr id="27" name="Shape 24"/>
          <p:cNvSpPr/>
          <p:nvPr/>
        </p:nvSpPr>
        <p:spPr>
          <a:xfrm>
            <a:off x="1885252" y="5330952"/>
            <a:ext cx="1316736" cy="310896"/>
          </a:xfrm>
          <a:prstGeom prst="roundRect">
            <a:avLst>
              <a:gd name="adj" fmla="val 14706"/>
            </a:avLst>
          </a:prstGeom>
          <a:solidFill>
            <a:srgbClr val="2E5AAC"/>
          </a:solidFill>
          <a:ln/>
        </p:spPr>
        <p:txBody>
          <a:bodyPr/>
          <a:lstStyle/>
          <a:p>
            <a:endParaRPr lang="en-IN" sz="1800"/>
          </a:p>
        </p:txBody>
      </p:sp>
      <p:sp>
        <p:nvSpPr>
          <p:cNvPr id="28" name="Text 25"/>
          <p:cNvSpPr/>
          <p:nvPr/>
        </p:nvSpPr>
        <p:spPr>
          <a:xfrm>
            <a:off x="1885252" y="5330952"/>
            <a:ext cx="1316736"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Solution Governance</a:t>
            </a:r>
            <a:endParaRPr lang="en-US" sz="800"/>
          </a:p>
        </p:txBody>
      </p:sp>
      <p:sp>
        <p:nvSpPr>
          <p:cNvPr id="29" name="Shape 26"/>
          <p:cNvSpPr/>
          <p:nvPr/>
        </p:nvSpPr>
        <p:spPr>
          <a:xfrm>
            <a:off x="458788" y="5760720"/>
            <a:ext cx="1316736" cy="310896"/>
          </a:xfrm>
          <a:prstGeom prst="roundRect">
            <a:avLst>
              <a:gd name="adj" fmla="val 14706"/>
            </a:avLst>
          </a:prstGeom>
          <a:solidFill>
            <a:srgbClr val="2E5AAC"/>
          </a:solidFill>
          <a:ln/>
        </p:spPr>
        <p:txBody>
          <a:bodyPr/>
          <a:lstStyle/>
          <a:p>
            <a:endParaRPr lang="en-IN" sz="1800"/>
          </a:p>
        </p:txBody>
      </p:sp>
      <p:sp>
        <p:nvSpPr>
          <p:cNvPr id="30" name="Text 27"/>
          <p:cNvSpPr/>
          <p:nvPr/>
        </p:nvSpPr>
        <p:spPr>
          <a:xfrm>
            <a:off x="458788" y="5760720"/>
            <a:ext cx="1316736"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DevOps &amp; IaC</a:t>
            </a:r>
            <a:endParaRPr lang="en-US" sz="800"/>
          </a:p>
        </p:txBody>
      </p:sp>
      <p:sp>
        <p:nvSpPr>
          <p:cNvPr id="31" name="Shape 28"/>
          <p:cNvSpPr/>
          <p:nvPr/>
        </p:nvSpPr>
        <p:spPr>
          <a:xfrm>
            <a:off x="1885252" y="5760720"/>
            <a:ext cx="1316736" cy="310896"/>
          </a:xfrm>
          <a:prstGeom prst="roundRect">
            <a:avLst>
              <a:gd name="adj" fmla="val 14706"/>
            </a:avLst>
          </a:prstGeom>
          <a:solidFill>
            <a:srgbClr val="2E5AAC"/>
          </a:solidFill>
          <a:ln/>
        </p:spPr>
        <p:txBody>
          <a:bodyPr/>
          <a:lstStyle/>
          <a:p>
            <a:endParaRPr lang="en-IN" sz="1800"/>
          </a:p>
        </p:txBody>
      </p:sp>
      <p:sp>
        <p:nvSpPr>
          <p:cNvPr id="32" name="Text 29"/>
          <p:cNvSpPr/>
          <p:nvPr/>
        </p:nvSpPr>
        <p:spPr>
          <a:xfrm>
            <a:off x="1885252" y="5760720"/>
            <a:ext cx="1316736" cy="310896"/>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AI Accelerators</a:t>
            </a:r>
            <a:endParaRPr lang="en-US" sz="800"/>
          </a:p>
        </p:txBody>
      </p:sp>
      <p:sp>
        <p:nvSpPr>
          <p:cNvPr id="33" name="Text 30"/>
          <p:cNvSpPr/>
          <p:nvPr/>
        </p:nvSpPr>
        <p:spPr>
          <a:xfrm>
            <a:off x="3522028" y="1097280"/>
            <a:ext cx="8366760" cy="5532120"/>
          </a:xfrm>
          <a:prstGeom prst="rect">
            <a:avLst/>
          </a:prstGeom>
          <a:noFill/>
          <a:ln/>
        </p:spPr>
        <p:txBody>
          <a:bodyPr wrap="square" lIns="0" tIns="0" rIns="0" bIns="0" rtlCol="0" anchor="t"/>
          <a:lstStyle/>
          <a:p>
            <a:pPr marL="0" indent="0" algn="l">
              <a:spcAft>
                <a:spcPts val="400"/>
              </a:spcAft>
              <a:buNone/>
            </a:pPr>
            <a:r>
              <a:rPr lang="en-US" sz="1200" b="1">
                <a:solidFill>
                  <a:srgbClr val="1F3864"/>
                </a:solidFill>
                <a:latin typeface="Calibri"/>
                <a:ea typeface="Calibri"/>
                <a:cs typeface="Calibri"/>
              </a:rPr>
              <a:t>PROFILE</a:t>
            </a:r>
            <a:endParaRPr lang="en-US" sz="1200">
              <a:latin typeface="Calibri"/>
              <a:ea typeface="Calibri"/>
              <a:cs typeface="Calibri"/>
            </a:endParaRPr>
          </a:p>
          <a:p>
            <a:pPr>
              <a:lnSpc>
                <a:spcPct val="102000"/>
              </a:lnSpc>
              <a:spcAft>
                <a:spcPts val="600"/>
              </a:spcAft>
            </a:pPr>
            <a:r>
              <a:rPr lang="en-US" sz="1200">
                <a:solidFill>
                  <a:srgbClr val="2B2B2B"/>
                </a:solidFill>
                <a:latin typeface="Calibri"/>
                <a:ea typeface="Calibri"/>
                <a:cs typeface="Calibri"/>
              </a:rPr>
              <a:t>Senior Azure Architect with 18+ years in enterprise IT, specializing in solution architecture and hands-on delivery of Azure cloud-native and Azure Integration Services (AIS) platforms — with API Management (APIM) as a core focus. Designs API-first, event-driven solutions and reference architectures, and establishes solution governance, guardrails, HA/DR and cost optimization for scalable, resilient delivery.</a:t>
            </a:r>
            <a:endParaRPr lang="en-US" sz="1200">
              <a:latin typeface="Calibri"/>
              <a:ea typeface="Calibri"/>
              <a:cs typeface="Calibri"/>
            </a:endParaRPr>
          </a:p>
          <a:p>
            <a:pPr marL="0" indent="0" algn="l">
              <a:spcBef>
                <a:spcPts val="800"/>
              </a:spcBef>
              <a:spcAft>
                <a:spcPts val="400"/>
              </a:spcAft>
              <a:buNone/>
            </a:pPr>
            <a:r>
              <a:rPr lang="en-US" sz="1200" b="1">
                <a:solidFill>
                  <a:srgbClr val="1F3864"/>
                </a:solidFill>
                <a:latin typeface="Calibri"/>
                <a:ea typeface="Calibri"/>
                <a:cs typeface="Calibri"/>
              </a:rPr>
              <a:t>CORE CAPABILITIES</a:t>
            </a:r>
            <a:endParaRPr lang="en-US" sz="1200">
              <a:latin typeface="Calibri"/>
              <a:ea typeface="Calibri"/>
              <a:cs typeface="Calibri"/>
            </a:endParaRPr>
          </a:p>
          <a:p>
            <a:pPr marL="177800" indent="-177800">
              <a:buSzPct val="100000"/>
              <a:buChar char="•"/>
            </a:pPr>
            <a:r>
              <a:rPr lang="en-US" sz="1200" b="1">
                <a:solidFill>
                  <a:srgbClr val="1F4E8C"/>
                </a:solidFill>
                <a:latin typeface="Calibri"/>
                <a:ea typeface="Calibri"/>
                <a:cs typeface="Calibri"/>
              </a:rPr>
              <a:t>Azure Integration Platform (AIS + APIM + ADF):</a:t>
            </a:r>
            <a:r>
              <a:rPr lang="en-US" sz="1200">
                <a:solidFill>
                  <a:srgbClr val="2B2B2B"/>
                </a:solidFill>
                <a:latin typeface="Calibri"/>
                <a:ea typeface="Calibri"/>
                <a:cs typeface="Calibri"/>
              </a:rPr>
              <a:t>  Designs and builds enterprise integration platforms on Azure Integration Services - APIM gateways, Service Bus, Event Grid/Hub and Logic Apps/Functions — standardizing API-first, event-driven delivery across teams.</a:t>
            </a:r>
            <a:endParaRPr lang="en-US" sz="1200">
              <a:latin typeface="Calibri"/>
              <a:ea typeface="Calibri"/>
              <a:cs typeface="Calibri"/>
            </a:endParaRPr>
          </a:p>
          <a:p>
            <a:pPr marL="177800" indent="-177800" algn="l">
              <a:buSzPct val="100000"/>
              <a:buChar char="•"/>
            </a:pPr>
            <a:r>
              <a:rPr lang="en-US" sz="1200" b="1">
                <a:solidFill>
                  <a:srgbClr val="1F4E8C"/>
                </a:solidFill>
                <a:latin typeface="Calibri"/>
                <a:ea typeface="Calibri"/>
                <a:cs typeface="Calibri"/>
              </a:rPr>
              <a:t>APIM Gateway &amp; Governance Framework:</a:t>
            </a:r>
            <a:r>
              <a:rPr lang="en-US" sz="1200">
                <a:solidFill>
                  <a:srgbClr val="2B2B2B"/>
                </a:solidFill>
                <a:latin typeface="Calibri"/>
                <a:ea typeface="Calibri"/>
                <a:cs typeface="Calibri"/>
              </a:rPr>
              <a:t>  Establishes reusable API Management patterns for OAuth2/JWT security, throttling, versioning, product/subscription models and developer-portal publishing, adopted as engagement-wide standards.</a:t>
            </a:r>
            <a:endParaRPr lang="en-US" sz="1200">
              <a:latin typeface="Calibri"/>
              <a:ea typeface="Calibri"/>
              <a:cs typeface="Calibri"/>
            </a:endParaRPr>
          </a:p>
          <a:p>
            <a:pPr marL="177800" indent="-177800" algn="l">
              <a:buSzPct val="100000"/>
              <a:buChar char="•"/>
            </a:pPr>
            <a:r>
              <a:rPr lang="en-US" sz="1200" b="1">
                <a:solidFill>
                  <a:srgbClr val="1F4E8C"/>
                </a:solidFill>
                <a:latin typeface="Calibri"/>
                <a:ea typeface="Calibri"/>
                <a:cs typeface="Calibri"/>
              </a:rPr>
              <a:t>Event-Driven Integration Backbone:</a:t>
            </a:r>
            <a:r>
              <a:rPr lang="en-US" sz="1200">
                <a:solidFill>
                  <a:srgbClr val="2B2B2B"/>
                </a:solidFill>
                <a:latin typeface="Calibri"/>
                <a:ea typeface="Calibri"/>
                <a:cs typeface="Calibri"/>
              </a:rPr>
              <a:t>  Architects pub-sub and message-routing solutions on Service Bus and Event Grid/Hub, applying claim-check, competing-consumers, retry and dead-letter patterns for resilient, decoupled systems.</a:t>
            </a:r>
            <a:endParaRPr lang="en-US" sz="1200">
              <a:latin typeface="Calibri"/>
              <a:ea typeface="Calibri"/>
              <a:cs typeface="Calibri"/>
            </a:endParaRPr>
          </a:p>
          <a:p>
            <a:pPr marL="177800" indent="-177800" algn="l">
              <a:buSzPct val="100000"/>
              <a:buChar char="•"/>
            </a:pPr>
            <a:r>
              <a:rPr lang="en-US" sz="1200" b="1">
                <a:solidFill>
                  <a:srgbClr val="1F4E8C"/>
                </a:solidFill>
                <a:latin typeface="Calibri"/>
                <a:ea typeface="Calibri"/>
                <a:cs typeface="Calibri"/>
              </a:rPr>
              <a:t>Legacy-to-Azure Modernization:</a:t>
            </a:r>
            <a:r>
              <a:rPr lang="en-US" sz="1200">
                <a:solidFill>
                  <a:srgbClr val="2B2B2B"/>
                </a:solidFill>
                <a:latin typeface="Calibri"/>
                <a:ea typeface="Calibri"/>
                <a:cs typeface="Calibri"/>
              </a:rPr>
              <a:t>  Leads feasibility assessments, reference architectures and solution shaping to transition complex legacy middleware landscapes to scalable Azure PaaS.</a:t>
            </a:r>
            <a:endParaRPr lang="en-US" sz="1200">
              <a:latin typeface="Calibri"/>
              <a:ea typeface="Calibri"/>
              <a:cs typeface="Calibri"/>
            </a:endParaRPr>
          </a:p>
          <a:p>
            <a:pPr marL="177800" indent="-177800" algn="l">
              <a:buSzPct val="100000"/>
              <a:buChar char="•"/>
            </a:pPr>
            <a:r>
              <a:rPr lang="en-US" sz="1200" b="1">
                <a:solidFill>
                  <a:srgbClr val="1F4E8C"/>
                </a:solidFill>
                <a:latin typeface="Calibri"/>
                <a:ea typeface="Calibri"/>
                <a:cs typeface="Calibri"/>
              </a:rPr>
              <a:t>AI-Assisted Engineering:</a:t>
            </a:r>
            <a:r>
              <a:rPr lang="en-US" sz="1200">
                <a:solidFill>
                  <a:srgbClr val="2B2B2B"/>
                </a:solidFill>
                <a:latin typeface="Calibri"/>
                <a:ea typeface="Calibri"/>
                <a:cs typeface="Calibri"/>
              </a:rPr>
              <a:t>  Applies AI-driven / agentic engineering accelerators to generate reusable integration assets, improving delivery velocity and prototyping.</a:t>
            </a:r>
            <a:endParaRPr lang="en-US" sz="1200">
              <a:latin typeface="Calibri"/>
              <a:ea typeface="Calibri"/>
              <a:cs typeface="Calibri"/>
            </a:endParaRPr>
          </a:p>
          <a:p>
            <a:pPr marL="177800" indent="-177800" algn="l">
              <a:buSzPct val="100000"/>
              <a:buChar char="•"/>
            </a:pPr>
            <a:r>
              <a:rPr lang="en-US" sz="1200" b="1">
                <a:solidFill>
                  <a:srgbClr val="1F4E8C"/>
                </a:solidFill>
                <a:latin typeface="Calibri"/>
                <a:ea typeface="Calibri"/>
                <a:cs typeface="Calibri"/>
              </a:rPr>
              <a:t>Observability &amp; Resilience:</a:t>
            </a:r>
            <a:r>
              <a:rPr lang="en-US" sz="1200">
                <a:solidFill>
                  <a:srgbClr val="2B2B2B"/>
                </a:solidFill>
                <a:latin typeface="Calibri"/>
                <a:ea typeface="Calibri"/>
                <a:cs typeface="Calibri"/>
              </a:rPr>
              <a:t>  Implements observability practices (dashboards &amp; insights) and embeds HA/DR and cloud cost optimization across solutions.</a:t>
            </a:r>
            <a:endParaRPr lang="en-US" sz="1200">
              <a:latin typeface="Calibri"/>
              <a:ea typeface="Calibri"/>
              <a:cs typeface="Calibri"/>
            </a:endParaRPr>
          </a:p>
          <a:p>
            <a:pPr marL="177800" indent="-177800" algn="l">
              <a:buSzPct val="100000"/>
              <a:buChar char="•"/>
            </a:pPr>
            <a:r>
              <a:rPr lang="en-US" sz="1200" b="1">
                <a:solidFill>
                  <a:srgbClr val="1F4E8C"/>
                </a:solidFill>
                <a:latin typeface="Calibri"/>
                <a:ea typeface="Calibri"/>
                <a:cs typeface="Calibri"/>
              </a:rPr>
              <a:t>Architecture Guardrails &amp; Governance:</a:t>
            </a:r>
            <a:r>
              <a:rPr lang="en-US" sz="1200">
                <a:solidFill>
                  <a:srgbClr val="2B2B2B"/>
                </a:solidFill>
                <a:latin typeface="Calibri"/>
                <a:ea typeface="Calibri"/>
                <a:cs typeface="Calibri"/>
              </a:rPr>
              <a:t>  Establishes solution design frameworks and guardrails for consistent, scalable delivery; mentors engineers and aligns cross-functional integration strategy.</a:t>
            </a:r>
            <a:endParaRPr lang="en-US" sz="1200">
              <a:latin typeface="Calibri"/>
              <a:ea typeface="Calibri"/>
              <a:cs typeface="Calibri"/>
            </a:endParaRPr>
          </a:p>
          <a:p>
            <a:pPr marL="0" indent="0" algn="l">
              <a:spcBef>
                <a:spcPts val="800"/>
              </a:spcBef>
              <a:spcAft>
                <a:spcPts val="400"/>
              </a:spcAft>
              <a:buNone/>
            </a:pPr>
            <a:r>
              <a:rPr lang="en-US" sz="1200" b="1">
                <a:solidFill>
                  <a:srgbClr val="1F3864"/>
                </a:solidFill>
                <a:latin typeface="Calibri"/>
                <a:ea typeface="Calibri"/>
                <a:cs typeface="Calibri"/>
              </a:rPr>
              <a:t>INDICATIVE QUALIFICATIONS/ CERTIFICATIONS</a:t>
            </a:r>
            <a:endParaRPr lang="en-US" sz="1200">
              <a:latin typeface="Calibri"/>
              <a:ea typeface="Calibri"/>
              <a:cs typeface="Calibri"/>
            </a:endParaRPr>
          </a:p>
          <a:p>
            <a:pPr marL="177800" indent="-177800">
              <a:spcAft>
                <a:spcPts val="300"/>
              </a:spcAft>
              <a:buSzPct val="100000"/>
              <a:buChar char="•"/>
            </a:pPr>
            <a:r>
              <a:rPr lang="en-US" sz="1200">
                <a:solidFill>
                  <a:srgbClr val="2B2B2B"/>
                </a:solidFill>
                <a:latin typeface="Calibri"/>
                <a:ea typeface="Calibri"/>
                <a:cs typeface="Calibri"/>
              </a:rPr>
              <a:t>Microsoft Certified: Azure Solutions Architect Expert   </a:t>
            </a:r>
          </a:p>
          <a:p>
            <a:pPr marL="177800" indent="-177800">
              <a:spcAft>
                <a:spcPts val="300"/>
              </a:spcAft>
              <a:buSzPct val="100000"/>
              <a:buChar char="•"/>
            </a:pPr>
            <a:r>
              <a:rPr lang="en-US" sz="1200">
                <a:solidFill>
                  <a:srgbClr val="2B2B2B"/>
                </a:solidFill>
                <a:latin typeface="Calibri"/>
                <a:ea typeface="Calibri"/>
                <a:cs typeface="Calibri"/>
              </a:rPr>
              <a:t>Microsoft Certified: Azure Developer Associate</a:t>
            </a:r>
            <a:endParaRPr lang="en-US" sz="1200">
              <a:latin typeface="Calibri"/>
              <a:ea typeface="Calibri"/>
              <a:cs typeface="Calibr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Blank Presentation">
  <a:themeElements>
    <a:clrScheme name="Hexaware color">
      <a:dk1>
        <a:srgbClr val="002F5F"/>
      </a:dk1>
      <a:lt1>
        <a:srgbClr val="FFFFFF"/>
      </a:lt1>
      <a:dk2>
        <a:srgbClr val="F37E20"/>
      </a:dk2>
      <a:lt2>
        <a:srgbClr val="5F5F5F"/>
      </a:lt2>
      <a:accent1>
        <a:srgbClr val="7F7F7F"/>
      </a:accent1>
      <a:accent2>
        <a:srgbClr val="AAC8E3"/>
      </a:accent2>
      <a:accent3>
        <a:srgbClr val="FDB813"/>
      </a:accent3>
      <a:accent4>
        <a:srgbClr val="0074EA"/>
      </a:accent4>
      <a:accent5>
        <a:srgbClr val="F37E20"/>
      </a:accent5>
      <a:accent6>
        <a:srgbClr val="FDB813"/>
      </a:accent6>
      <a:hlink>
        <a:srgbClr val="D5EAFF"/>
      </a:hlink>
      <a:folHlink>
        <a:srgbClr val="DFDFDF"/>
      </a:folHlink>
    </a:clrScheme>
    <a:fontScheme name="Hexaware font">
      <a:majorFont>
        <a:latin typeface="HelveticaNeue Condensed"/>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ea typeface="ＭＳ Ｐゴシック"/>
            <a:cs typeface="ＭＳ Ｐゴシック"/>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pitchFamily="34" charset="0"/>
            <a:ea typeface="ＭＳ Ｐゴシック"/>
            <a:cs typeface="ＭＳ Ｐゴシック"/>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toryboard Layout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Cog_PPT_potx_Template_2025-2027_v3.potx" id="{A8BAC4B9-3BF1-46F6-88B5-999F9A952B99}" vid="{62839F5A-AA2B-464A-9ACF-DCA38858247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522519D375624D994ED404EF9496D9" ma:contentTypeVersion="13" ma:contentTypeDescription="Create a new document." ma:contentTypeScope="" ma:versionID="3c6faa1408a4bef1b6ca3ccc8086de95">
  <xsd:schema xmlns:xsd="http://www.w3.org/2001/XMLSchema" xmlns:xs="http://www.w3.org/2001/XMLSchema" xmlns:p="http://schemas.microsoft.com/office/2006/metadata/properties" xmlns:ns2="29c1caa0-9b75-43d1-a422-002be5ff9497" xmlns:ns3="53892b96-69a7-40ca-8e9f-826c27c05a79" targetNamespace="http://schemas.microsoft.com/office/2006/metadata/properties" ma:root="true" ma:fieldsID="3a81710564e1833f35f7e141342e1188" ns2:_="" ns3:_="">
    <xsd:import namespace="29c1caa0-9b75-43d1-a422-002be5ff9497"/>
    <xsd:import namespace="53892b96-69a7-40ca-8e9f-826c27c05a7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c1caa0-9b75-43d1-a422-002be5ff9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892b96-69a7-40ca-8e9f-826c27c05a7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dec2665d-88f4-4cc5-aae8-30b7ccd61358}" ma:internalName="TaxCatchAll" ma:showField="CatchAllData" ma:web="53892b96-69a7-40ca-8e9f-826c27c05a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3892b96-69a7-40ca-8e9f-826c27c05a79" xsi:nil="true"/>
    <lcf76f155ced4ddcb4097134ff3c332f xmlns="29c1caa0-9b75-43d1-a422-002be5ff949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A143240-57C8-4FA6-9EEC-233D8430E7FF}">
  <ds:schemaRefs>
    <ds:schemaRef ds:uri="29c1caa0-9b75-43d1-a422-002be5ff9497"/>
    <ds:schemaRef ds:uri="53892b96-69a7-40ca-8e9f-826c27c05a7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59A759B-58B6-42A5-82D7-7C901126FD3D}">
  <ds:schemaRefs>
    <ds:schemaRef ds:uri="http://schemas.microsoft.com/sharepoint/v3/contenttype/forms"/>
  </ds:schemaRefs>
</ds:datastoreItem>
</file>

<file path=customXml/itemProps3.xml><?xml version="1.0" encoding="utf-8"?>
<ds:datastoreItem xmlns:ds="http://schemas.openxmlformats.org/officeDocument/2006/customXml" ds:itemID="{93EC8707-62F6-4BB6-9D38-7DFD3201DF73}">
  <ds:schemaRefs>
    <ds:schemaRef ds:uri="29c1caa0-9b75-43d1-a422-002be5ff9497"/>
    <ds:schemaRef ds:uri="53892b96-69a7-40ca-8e9f-826c27c05a7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140</TotalTime>
  <Words>3479</Words>
  <Application>Microsoft Office PowerPoint</Application>
  <PresentationFormat>Widescreen</PresentationFormat>
  <Paragraphs>447</Paragraphs>
  <Slides>22</Slides>
  <Notes>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22</vt:i4>
      </vt:variant>
    </vt:vector>
  </HeadingPairs>
  <TitlesOfParts>
    <vt:vector size="33" baseType="lpstr">
      <vt:lpstr>Arial</vt:lpstr>
      <vt:lpstr>Calibri</vt:lpstr>
      <vt:lpstr>Cambria</vt:lpstr>
      <vt:lpstr>Courier New</vt:lpstr>
      <vt:lpstr>Helvetica Condensed</vt:lpstr>
      <vt:lpstr>HelveticaNeue Condensed</vt:lpstr>
      <vt:lpstr>Times</vt:lpstr>
      <vt:lpstr>Wingdings</vt:lpstr>
      <vt:lpstr>Blank Presentation</vt:lpstr>
      <vt:lpstr>Storyboard Layouts</vt:lpstr>
      <vt:lpstr>Cognizant_2024</vt:lpstr>
      <vt:lpstr>  Systems Integration Framework &amp; APIM High-Level Design</vt:lpstr>
      <vt:lpstr>PowerPoint Presentation</vt:lpstr>
      <vt:lpstr>PowerPoint Presentation</vt:lpstr>
      <vt:lpstr>Microsoft Azure API / Integration Capabilities</vt:lpstr>
      <vt:lpstr>Engagement Scope</vt:lpstr>
      <vt:lpstr>PowerPoint Presentation</vt:lpstr>
      <vt:lpstr>PowerPoint Presentation</vt:lpstr>
      <vt:lpstr>Case Studies</vt:lpstr>
      <vt:lpstr>PowerPoint Presentation</vt:lpstr>
      <vt:lpstr>PowerPoint Presentation</vt:lpstr>
      <vt:lpstr>Delivery Approach &amp; Delivery Plan</vt:lpstr>
      <vt:lpstr>PowerPoint Presentation</vt:lpstr>
      <vt:lpstr>PowerPoint Presentation</vt:lpstr>
      <vt:lpstr>PowerPoint Presentation</vt:lpstr>
      <vt:lpstr>Resource Plan</vt:lpstr>
      <vt:lpstr>PowerPoint Presentation</vt:lpstr>
      <vt:lpstr>Q &amp; A ?</vt:lpstr>
      <vt:lpstr>Appendix​</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Pragyan Tripathy - Chaucer</dc:creator>
  <cp:lastModifiedBy>Joycell Sundararaj - Chaucer</cp:lastModifiedBy>
  <cp:revision>8</cp:revision>
  <dcterms:created xsi:type="dcterms:W3CDTF">2018-04-16T16:26:40Z</dcterms:created>
  <dcterms:modified xsi:type="dcterms:W3CDTF">2026-07-17T13:28:59Z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0x01010081522519D375624D994ED404EF9496D9</vt:lpwstr>
  </property>
  <property fmtid="{D5CDD505-2E9C-101B-9397-08002B2CF9AE}" pid="3" name="MSIP_Label_66034dab-5829-4c7a-a87e-18a6fc150b18_Enabled">
    <vt:lpwstr>true</vt:lpwstr>
  </property>
  <property fmtid="{D5CDD505-2E9C-101B-9397-08002B2CF9AE}" pid="4" name="MSIP_Label_66034dab-5829-4c7a-a87e-18a6fc150b18_SetDate">
    <vt:lpwstr>2025-02-12T06:22:29Z</vt:lpwstr>
  </property>
  <property fmtid="{D5CDD505-2E9C-101B-9397-08002B2CF9AE}" pid="5" name="MSIP_Label_66034dab-5829-4c7a-a87e-18a6fc150b18_Method">
    <vt:lpwstr>Standard</vt:lpwstr>
  </property>
  <property fmtid="{D5CDD505-2E9C-101B-9397-08002B2CF9AE}" pid="6" name="MSIP_Label_66034dab-5829-4c7a-a87e-18a6fc150b18_Name">
    <vt:lpwstr>Internal</vt:lpwstr>
  </property>
  <property fmtid="{D5CDD505-2E9C-101B-9397-08002B2CF9AE}" pid="7" name="MSIP_Label_66034dab-5829-4c7a-a87e-18a6fc150b18_SiteId">
    <vt:lpwstr>7c2d3141-755f-485a-aaae-ca6b3055ca0c</vt:lpwstr>
  </property>
  <property fmtid="{D5CDD505-2E9C-101B-9397-08002B2CF9AE}" pid="8" name="MSIP_Label_66034dab-5829-4c7a-a87e-18a6fc150b18_ActionId">
    <vt:lpwstr>26f8eef0-1dcd-4741-9f29-66fc9bfd53ac</vt:lpwstr>
  </property>
  <property fmtid="{D5CDD505-2E9C-101B-9397-08002B2CF9AE}" pid="9" name="MSIP_Label_66034dab-5829-4c7a-a87e-18a6fc150b18_ContentBits">
    <vt:lpwstr>0</vt:lpwstr>
  </property>
  <property fmtid="{D5CDD505-2E9C-101B-9397-08002B2CF9AE}" pid="10" name="MediaServiceImageTags">
    <vt:lpwstr/>
  </property>
</Properties>
</file>